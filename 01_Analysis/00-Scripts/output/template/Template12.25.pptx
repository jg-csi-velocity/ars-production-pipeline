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9286"/>
    <a:srgbClr val="415873"/>
    <a:srgbClr val="92D050"/>
    <a:srgbClr val="33839B"/>
    <a:srgbClr val="112E50"/>
    <a:srgbClr val="FFFFFF"/>
    <a:srgbClr val="F8D171"/>
    <a:srgbClr val="D6B78E"/>
    <a:srgbClr val="AEAFAE"/>
    <a:srgbClr val="FDD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594F65-B16B-4EC3-BA27-D298DCDDC3DC}" v="3" dt="2026-01-12T05:13:30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712" autoAdjust="0"/>
  </p:normalViewPr>
  <p:slideViewPr>
    <p:cSldViewPr snapToGrid="0">
      <p:cViewPr varScale="1">
        <p:scale>
          <a:sx n="123" d="100"/>
          <a:sy n="123" d="100"/>
        </p:scale>
        <p:origin x="114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L. Gilmore" userId="3d60d20b-672a-4f5d-b5e0-b3454f3fe04c" providerId="ADAL" clId="{AF697304-D9BA-40BA-9B09-E0738E6CEC26}"/>
    <pc:docChg chg="undo custSel addSld delSld modSld sldOrd delMainMaster modMainMaster">
      <pc:chgData name="James L. Gilmore" userId="3d60d20b-672a-4f5d-b5e0-b3454f3fe04c" providerId="ADAL" clId="{AF697304-D9BA-40BA-9B09-E0738E6CEC26}" dt="2026-01-12T05:35:30.041" v="3134" actId="255"/>
      <pc:docMkLst>
        <pc:docMk/>
      </pc:docMkLst>
      <pc:sldMasterChg chg="mod delSldLayout modSldLayout sldLayoutOrd">
        <pc:chgData name="James L. Gilmore" userId="3d60d20b-672a-4f5d-b5e0-b3454f3fe04c" providerId="ADAL" clId="{AF697304-D9BA-40BA-9B09-E0738E6CEC26}" dt="2026-01-12T05:35:30.041" v="3134" actId="255"/>
        <pc:sldMasterMkLst>
          <pc:docMk/>
          <pc:sldMasterMk cId="1026212882" sldId="2147483660"/>
        </pc:sldMasterMkLst>
        <pc:sldLayoutChg chg="ord">
          <pc:chgData name="James L. Gilmore" userId="3d60d20b-672a-4f5d-b5e0-b3454f3fe04c" providerId="ADAL" clId="{AF697304-D9BA-40BA-9B09-E0738E6CEC26}" dt="2025-12-19T02:37:21.549" v="3077" actId="20578"/>
          <pc:sldLayoutMkLst>
            <pc:docMk/>
            <pc:sldMasterMk cId="1026212882" sldId="2147483660"/>
            <pc:sldLayoutMk cId="1668350287" sldId="2147483666"/>
          </pc:sldLayoutMkLst>
        </pc:sldLayoutChg>
        <pc:sldLayoutChg chg="modSp mod">
          <pc:chgData name="James L. Gilmore" userId="3d60d20b-672a-4f5d-b5e0-b3454f3fe04c" providerId="ADAL" clId="{AF697304-D9BA-40BA-9B09-E0738E6CEC26}" dt="2026-01-12T05:35:14.075" v="3132" actId="255"/>
          <pc:sldLayoutMkLst>
            <pc:docMk/>
            <pc:sldMasterMk cId="1026212882" sldId="2147483660"/>
            <pc:sldLayoutMk cId="878044367" sldId="2147483669"/>
          </pc:sldLayoutMkLst>
          <pc:spChg chg="mod">
            <ac:chgData name="James L. Gilmore" userId="3d60d20b-672a-4f5d-b5e0-b3454f3fe04c" providerId="ADAL" clId="{AF697304-D9BA-40BA-9B09-E0738E6CEC26}" dt="2026-01-12T05:35:14.075" v="3132" actId="255"/>
            <ac:spMkLst>
              <pc:docMk/>
              <pc:sldMasterMk cId="1026212882" sldId="2147483660"/>
              <pc:sldLayoutMk cId="878044367" sldId="2147483669"/>
              <ac:spMk id="12" creationId="{00000000-0000-0000-0000-000000000000}"/>
            </ac:spMkLst>
          </pc:spChg>
        </pc:sldLayoutChg>
        <pc:sldLayoutChg chg="ord">
          <pc:chgData name="James L. Gilmore" userId="3d60d20b-672a-4f5d-b5e0-b3454f3fe04c" providerId="ADAL" clId="{AF697304-D9BA-40BA-9B09-E0738E6CEC26}" dt="2025-12-19T02:38:00.176" v="3079" actId="20578"/>
          <pc:sldLayoutMkLst>
            <pc:docMk/>
            <pc:sldMasterMk cId="1026212882" sldId="2147483660"/>
            <pc:sldLayoutMk cId="100490862" sldId="2147483682"/>
          </pc:sldLayoutMkLst>
        </pc:sldLayoutChg>
        <pc:sldLayoutChg chg="addSp delSp modSp mod">
          <pc:chgData name="James L. Gilmore" userId="3d60d20b-672a-4f5d-b5e0-b3454f3fe04c" providerId="ADAL" clId="{AF697304-D9BA-40BA-9B09-E0738E6CEC26}" dt="2026-01-12T05:35:23.214" v="3133" actId="255"/>
          <pc:sldLayoutMkLst>
            <pc:docMk/>
            <pc:sldMasterMk cId="1026212882" sldId="2147483660"/>
            <pc:sldLayoutMk cId="3231733957" sldId="2147483684"/>
          </pc:sldLayoutMkLst>
          <pc:spChg chg="add mod">
            <ac:chgData name="James L. Gilmore" userId="3d60d20b-672a-4f5d-b5e0-b3454f3fe04c" providerId="ADAL" clId="{AF697304-D9BA-40BA-9B09-E0738E6CEC26}" dt="2026-01-12T05:35:23.214" v="3133" actId="255"/>
            <ac:spMkLst>
              <pc:docMk/>
              <pc:sldMasterMk cId="1026212882" sldId="2147483660"/>
              <pc:sldLayoutMk cId="3231733957" sldId="2147483684"/>
              <ac:spMk id="4" creationId="{03277809-50C4-3B3D-D9B3-F6F058061EFC}"/>
            </ac:spMkLst>
          </pc:spChg>
          <pc:spChg chg="del">
            <ac:chgData name="James L. Gilmore" userId="3d60d20b-672a-4f5d-b5e0-b3454f3fe04c" providerId="ADAL" clId="{AF697304-D9BA-40BA-9B09-E0738E6CEC26}" dt="2026-01-12T05:13:09.128" v="3102" actId="478"/>
            <ac:spMkLst>
              <pc:docMk/>
              <pc:sldMasterMk cId="1026212882" sldId="2147483660"/>
              <pc:sldLayoutMk cId="3231733957" sldId="2147483684"/>
              <ac:spMk id="12" creationId="{00000000-0000-0000-0000-000000000000}"/>
            </ac:spMkLst>
          </pc:spChg>
        </pc:sldLayoutChg>
        <pc:sldLayoutChg chg="addSp delSp modSp mod">
          <pc:chgData name="James L. Gilmore" userId="3d60d20b-672a-4f5d-b5e0-b3454f3fe04c" providerId="ADAL" clId="{AF697304-D9BA-40BA-9B09-E0738E6CEC26}" dt="2026-01-12T05:35:30.041" v="3134" actId="255"/>
          <pc:sldLayoutMkLst>
            <pc:docMk/>
            <pc:sldMasterMk cId="1026212882" sldId="2147483660"/>
            <pc:sldLayoutMk cId="943004508" sldId="2147483686"/>
          </pc:sldLayoutMkLst>
          <pc:spChg chg="add mod">
            <ac:chgData name="James L. Gilmore" userId="3d60d20b-672a-4f5d-b5e0-b3454f3fe04c" providerId="ADAL" clId="{AF697304-D9BA-40BA-9B09-E0738E6CEC26}" dt="2026-01-12T05:35:30.041" v="3134" actId="255"/>
            <ac:spMkLst>
              <pc:docMk/>
              <pc:sldMasterMk cId="1026212882" sldId="2147483660"/>
              <pc:sldLayoutMk cId="943004508" sldId="2147483686"/>
              <ac:spMk id="4" creationId="{8578DBEC-853E-FAA0-237F-6BAAF89EAD28}"/>
            </ac:spMkLst>
          </pc:spChg>
          <pc:spChg chg="del">
            <ac:chgData name="James L. Gilmore" userId="3d60d20b-672a-4f5d-b5e0-b3454f3fe04c" providerId="ADAL" clId="{AF697304-D9BA-40BA-9B09-E0738E6CEC26}" dt="2026-01-12T05:13:17.946" v="3112" actId="478"/>
            <ac:spMkLst>
              <pc:docMk/>
              <pc:sldMasterMk cId="1026212882" sldId="2147483660"/>
              <pc:sldLayoutMk cId="943004508" sldId="2147483686"/>
              <ac:spMk id="12" creationId="{00000000-0000-0000-0000-000000000000}"/>
            </ac:spMkLst>
          </pc:spChg>
        </pc:sldLayoutChg>
        <pc:sldLayoutChg chg="modSp mod ord">
          <pc:chgData name="James L. Gilmore" userId="3d60d20b-672a-4f5d-b5e0-b3454f3fe04c" providerId="ADAL" clId="{AF697304-D9BA-40BA-9B09-E0738E6CEC26}" dt="2026-01-12T05:34:31.403" v="3130" actId="1076"/>
          <pc:sldLayoutMkLst>
            <pc:docMk/>
            <pc:sldMasterMk cId="1026212882" sldId="2147483660"/>
            <pc:sldLayoutMk cId="390540077" sldId="2147483689"/>
          </pc:sldLayoutMkLst>
          <pc:spChg chg="mod">
            <ac:chgData name="James L. Gilmore" userId="3d60d20b-672a-4f5d-b5e0-b3454f3fe04c" providerId="ADAL" clId="{AF697304-D9BA-40BA-9B09-E0738E6CEC26}" dt="2026-01-12T05:34:31.403" v="3130" actId="1076"/>
            <ac:spMkLst>
              <pc:docMk/>
              <pc:sldMasterMk cId="1026212882" sldId="2147483660"/>
              <pc:sldLayoutMk cId="390540077" sldId="2147483689"/>
              <ac:spMk id="2" creationId="{00000000-0000-0000-0000-000000000000}"/>
            </ac:spMkLst>
          </pc:spChg>
        </pc:sldLayoutChg>
        <pc:sldLayoutChg chg="addSp modSp">
          <pc:chgData name="James L. Gilmore" userId="3d60d20b-672a-4f5d-b5e0-b3454f3fe04c" providerId="ADAL" clId="{AF697304-D9BA-40BA-9B09-E0738E6CEC26}" dt="2025-12-19T02:45:23.956" v="3098"/>
          <pc:sldLayoutMkLst>
            <pc:docMk/>
            <pc:sldMasterMk cId="1026212882" sldId="2147483660"/>
            <pc:sldLayoutMk cId="1718085968" sldId="2147483690"/>
          </pc:sldLayoutMkLst>
          <pc:spChg chg="add mod">
            <ac:chgData name="James L. Gilmore" userId="3d60d20b-672a-4f5d-b5e0-b3454f3fe04c" providerId="ADAL" clId="{AF697304-D9BA-40BA-9B09-E0738E6CEC26}" dt="2025-12-19T02:45:23.956" v="3098"/>
            <ac:spMkLst>
              <pc:docMk/>
              <pc:sldMasterMk cId="1026212882" sldId="2147483660"/>
              <pc:sldLayoutMk cId="1718085968" sldId="2147483690"/>
              <ac:spMk id="16" creationId="{51AD9AA0-98DD-447D-8232-FE1997AEC768}"/>
            </ac:spMkLst>
          </pc:spChg>
          <pc:spChg chg="add mod">
            <ac:chgData name="James L. Gilmore" userId="3d60d20b-672a-4f5d-b5e0-b3454f3fe04c" providerId="ADAL" clId="{AF697304-D9BA-40BA-9B09-E0738E6CEC26}" dt="2025-12-19T02:45:23.956" v="3098"/>
            <ac:spMkLst>
              <pc:docMk/>
              <pc:sldMasterMk cId="1026212882" sldId="2147483660"/>
              <pc:sldLayoutMk cId="1718085968" sldId="2147483690"/>
              <ac:spMk id="17" creationId="{EDF07234-432A-4E36-97C4-3D911C6F1797}"/>
            </ac:spMkLst>
          </pc:spChg>
          <pc:spChg chg="add mod">
            <ac:chgData name="James L. Gilmore" userId="3d60d20b-672a-4f5d-b5e0-b3454f3fe04c" providerId="ADAL" clId="{AF697304-D9BA-40BA-9B09-E0738E6CEC26}" dt="2025-12-19T02:45:23.956" v="3098"/>
            <ac:spMkLst>
              <pc:docMk/>
              <pc:sldMasterMk cId="1026212882" sldId="2147483660"/>
              <pc:sldLayoutMk cId="1718085968" sldId="2147483690"/>
              <ac:spMk id="18" creationId="{00000000-0000-0000-0000-000000000000}"/>
            </ac:spMkLst>
          </pc:spChg>
        </pc:sldLayoutChg>
        <pc:sldLayoutChg chg="addSp delSp modSp mod">
          <pc:chgData name="James L. Gilmore" userId="3d60d20b-672a-4f5d-b5e0-b3454f3fe04c" providerId="ADAL" clId="{AF697304-D9BA-40BA-9B09-E0738E6CEC26}" dt="2026-01-12T05:13:31.812" v="3129" actId="1036"/>
          <pc:sldLayoutMkLst>
            <pc:docMk/>
            <pc:sldMasterMk cId="1026212882" sldId="2147483660"/>
            <pc:sldLayoutMk cId="570131360" sldId="2147483691"/>
          </pc:sldLayoutMkLst>
          <pc:spChg chg="add mod">
            <ac:chgData name="James L. Gilmore" userId="3d60d20b-672a-4f5d-b5e0-b3454f3fe04c" providerId="ADAL" clId="{AF697304-D9BA-40BA-9B09-E0738E6CEC26}" dt="2026-01-12T05:13:31.812" v="3129" actId="1036"/>
            <ac:spMkLst>
              <pc:docMk/>
              <pc:sldMasterMk cId="1026212882" sldId="2147483660"/>
              <pc:sldLayoutMk cId="570131360" sldId="2147483691"/>
              <ac:spMk id="4" creationId="{4EED1EAB-5C5C-D3D7-EAF4-49D0AA0A2D83}"/>
            </ac:spMkLst>
          </pc:spChg>
          <pc:spChg chg="del">
            <ac:chgData name="James L. Gilmore" userId="3d60d20b-672a-4f5d-b5e0-b3454f3fe04c" providerId="ADAL" clId="{AF697304-D9BA-40BA-9B09-E0738E6CEC26}" dt="2026-01-12T05:13:29.589" v="3122" actId="478"/>
            <ac:spMkLst>
              <pc:docMk/>
              <pc:sldMasterMk cId="1026212882" sldId="2147483660"/>
              <pc:sldLayoutMk cId="570131360" sldId="2147483691"/>
              <ac:spMk id="12" creationId="{00000000-0000-0000-0000-000000000000}"/>
            </ac:spMkLst>
          </pc:spChg>
        </pc:sldLayoutChg>
        <pc:sldLayoutChg chg="modSp mod ord">
          <pc:chgData name="James L. Gilmore" userId="3d60d20b-672a-4f5d-b5e0-b3454f3fe04c" providerId="ADAL" clId="{AF697304-D9BA-40BA-9B09-E0738E6CEC26}" dt="2026-01-12T05:34:53.963" v="3131" actId="1076"/>
          <pc:sldLayoutMkLst>
            <pc:docMk/>
            <pc:sldMasterMk cId="1026212882" sldId="2147483660"/>
            <pc:sldLayoutMk cId="4136287302" sldId="2147483693"/>
          </pc:sldLayoutMkLst>
          <pc:spChg chg="mod">
            <ac:chgData name="James L. Gilmore" userId="3d60d20b-672a-4f5d-b5e0-b3454f3fe04c" providerId="ADAL" clId="{AF697304-D9BA-40BA-9B09-E0738E6CEC26}" dt="2026-01-12T05:34:53.963" v="3131" actId="1076"/>
            <ac:spMkLst>
              <pc:docMk/>
              <pc:sldMasterMk cId="1026212882" sldId="2147483660"/>
              <pc:sldLayoutMk cId="4136287302" sldId="2147483693"/>
              <ac:spMk id="2" creationId="{00000000-0000-0000-0000-000000000000}"/>
            </ac:spMkLst>
          </pc:spChg>
          <pc:spChg chg="mod">
            <ac:chgData name="James L. Gilmore" userId="3d60d20b-672a-4f5d-b5e0-b3454f3fe04c" providerId="ADAL" clId="{AF697304-D9BA-40BA-9B09-E0738E6CEC26}" dt="2026-01-12T05:34:53.963" v="3131" actId="1076"/>
            <ac:spMkLst>
              <pc:docMk/>
              <pc:sldMasterMk cId="1026212882" sldId="2147483660"/>
              <pc:sldLayoutMk cId="4136287302" sldId="2147483693"/>
              <ac:spMk id="3" creationId="{00000000-0000-0000-0000-000000000000}"/>
            </ac:spMkLst>
          </pc:spChg>
          <pc:spChg chg="mod">
            <ac:chgData name="James L. Gilmore" userId="3d60d20b-672a-4f5d-b5e0-b3454f3fe04c" providerId="ADAL" clId="{AF697304-D9BA-40BA-9B09-E0738E6CEC26}" dt="2026-01-12T05:34:53.963" v="3131" actId="1076"/>
            <ac:spMkLst>
              <pc:docMk/>
              <pc:sldMasterMk cId="1026212882" sldId="2147483660"/>
              <pc:sldLayoutMk cId="4136287302" sldId="2147483693"/>
              <ac:spMk id="12" creationId="{00000000-0000-0000-0000-000000000000}"/>
            </ac:spMkLst>
          </pc:spChg>
        </pc:sldLayoutChg>
        <pc:sldLayoutChg chg="ord">
          <pc:chgData name="James L. Gilmore" userId="3d60d20b-672a-4f5d-b5e0-b3454f3fe04c" providerId="ADAL" clId="{AF697304-D9BA-40BA-9B09-E0738E6CEC26}" dt="2025-12-19T02:44:52.961" v="3096" actId="20578"/>
          <pc:sldLayoutMkLst>
            <pc:docMk/>
            <pc:sldMasterMk cId="1026212882" sldId="2147483660"/>
            <pc:sldLayoutMk cId="3043518108" sldId="2147483695"/>
          </pc:sldLayoutMkLst>
        </pc:sldLayoutChg>
        <pc:sldLayoutChg chg="ord">
          <pc:chgData name="James L. Gilmore" userId="3d60d20b-672a-4f5d-b5e0-b3454f3fe04c" providerId="ADAL" clId="{AF697304-D9BA-40BA-9B09-E0738E6CEC26}" dt="2025-12-19T03:23:58.754" v="3101" actId="20578"/>
          <pc:sldLayoutMkLst>
            <pc:docMk/>
            <pc:sldMasterMk cId="1026212882" sldId="2147483660"/>
            <pc:sldLayoutMk cId="2908512678" sldId="214748369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364A9-0C98-4AA0-91FA-49B29BDF179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4ECFB-62BB-45E6-BC25-F9F6A38F7D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/ Intro -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277448" y="2059963"/>
            <a:ext cx="1594037" cy="147002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1828945" y="5228808"/>
            <a:ext cx="3670707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828946" y="1941080"/>
            <a:ext cx="3670707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9"/>
          </p:nvPr>
        </p:nvSpPr>
        <p:spPr>
          <a:xfrm>
            <a:off x="1828946" y="2346399"/>
            <a:ext cx="3670707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828945" y="4823489"/>
            <a:ext cx="3670707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1828945" y="3382284"/>
            <a:ext cx="3670707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31"/>
          </p:nvPr>
        </p:nvSpPr>
        <p:spPr>
          <a:xfrm>
            <a:off x="1828945" y="3787603"/>
            <a:ext cx="3670707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32"/>
          </p:nvPr>
        </p:nvSpPr>
        <p:spPr>
          <a:xfrm>
            <a:off x="1015375" y="1018732"/>
            <a:ext cx="4484278" cy="691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F2FE48C-D62F-4BCA-A182-B0F3AD9BACF4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3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31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69193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33"/>
          </p:nvPr>
        </p:nvSpPr>
        <p:spPr>
          <a:xfrm>
            <a:off x="8066801" y="2059963"/>
            <a:ext cx="1594037" cy="147002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34"/>
          </p:nvPr>
        </p:nvSpPr>
        <p:spPr>
          <a:xfrm>
            <a:off x="9856154" y="2059963"/>
            <a:ext cx="1594037" cy="147002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6166550" y="3785723"/>
            <a:ext cx="5267351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tx2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6167869" y="4192909"/>
            <a:ext cx="5282322" cy="1961932"/>
          </a:xfrm>
        </p:spPr>
        <p:txBody>
          <a:bodyPr>
            <a:normAutofit/>
          </a:bodyPr>
          <a:lstStyle>
            <a:lvl1pPr marL="171450" indent="-171450">
              <a:lnSpc>
                <a:spcPct val="130000"/>
              </a:lnSpc>
              <a:buClr>
                <a:schemeClr val="accent1"/>
              </a:buClr>
              <a:buFont typeface="Wingdings 3" panose="05040102010807070707" pitchFamily="18" charset="2"/>
              <a:buChar char=""/>
              <a:defRPr lang="en-US" sz="1600" kern="120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FC9C4D-D122-43BE-B4B1-CD421D5E2540}"/>
              </a:ext>
            </a:extLst>
          </p:cNvPr>
          <p:cNvGrpSpPr/>
          <p:nvPr userDrawn="1"/>
        </p:nvGrpSpPr>
        <p:grpSpPr>
          <a:xfrm>
            <a:off x="6855745" y="-90403"/>
            <a:ext cx="4507537" cy="6764454"/>
            <a:chOff x="1937206" y="-47270"/>
            <a:chExt cx="4539958" cy="6714686"/>
          </a:xfrm>
        </p:grpSpPr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DCA62A1-82CC-4906-942D-3847E009729C}"/>
                </a:ext>
              </a:extLst>
            </p:cNvPr>
            <p:cNvSpPr/>
            <p:nvPr userDrawn="1"/>
          </p:nvSpPr>
          <p:spPr>
            <a:xfrm>
              <a:off x="1937206" y="888789"/>
              <a:ext cx="2603800" cy="5772150"/>
            </a:xfrm>
            <a:prstGeom prst="parallelogram">
              <a:avLst>
                <a:gd name="adj" fmla="val 83851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CE8A6495-3BB0-4FE8-8905-DF7D7A29AF1C}"/>
                </a:ext>
              </a:extLst>
            </p:cNvPr>
            <p:cNvSpPr/>
            <p:nvPr/>
          </p:nvSpPr>
          <p:spPr>
            <a:xfrm>
              <a:off x="2524871" y="-18989"/>
              <a:ext cx="3952293" cy="6686405"/>
            </a:xfrm>
            <a:custGeom>
              <a:avLst/>
              <a:gdLst>
                <a:gd name="connsiteX0" fmla="*/ 2524006 w 3952293"/>
                <a:gd name="connsiteY0" fmla="*/ 0 h 6686405"/>
                <a:gd name="connsiteX1" fmla="*/ 3921929 w 3952293"/>
                <a:gd name="connsiteY1" fmla="*/ 0 h 6686405"/>
                <a:gd name="connsiteX2" fmla="*/ 3921929 w 3952293"/>
                <a:gd name="connsiteY2" fmla="*/ 6681389 h 6686405"/>
                <a:gd name="connsiteX3" fmla="*/ 3952293 w 3952293"/>
                <a:gd name="connsiteY3" fmla="*/ 6681389 h 6686405"/>
                <a:gd name="connsiteX4" fmla="*/ 3952293 w 3952293"/>
                <a:gd name="connsiteY4" fmla="*/ 6686405 h 6686405"/>
                <a:gd name="connsiteX5" fmla="*/ 0 w 3952293"/>
                <a:gd name="connsiteY5" fmla="*/ 6679928 h 668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293" h="6686405">
                  <a:moveTo>
                    <a:pt x="2524006" y="0"/>
                  </a:moveTo>
                  <a:lnTo>
                    <a:pt x="3921929" y="0"/>
                  </a:lnTo>
                  <a:lnTo>
                    <a:pt x="3921929" y="6681389"/>
                  </a:lnTo>
                  <a:lnTo>
                    <a:pt x="3952293" y="6681389"/>
                  </a:lnTo>
                  <a:lnTo>
                    <a:pt x="3952293" y="6686405"/>
                  </a:lnTo>
                  <a:lnTo>
                    <a:pt x="0" y="6679928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ABA14BB0-463B-4EBA-A4CF-26B9385C1192}"/>
                </a:ext>
              </a:extLst>
            </p:cNvPr>
            <p:cNvSpPr/>
            <p:nvPr userDrawn="1"/>
          </p:nvSpPr>
          <p:spPr>
            <a:xfrm>
              <a:off x="3926834" y="-47270"/>
              <a:ext cx="2550329" cy="6708184"/>
            </a:xfrm>
            <a:custGeom>
              <a:avLst/>
              <a:gdLst>
                <a:gd name="connsiteX0" fmla="*/ 2496897 w 2530529"/>
                <a:gd name="connsiteY0" fmla="*/ 0 h 6714771"/>
                <a:gd name="connsiteX1" fmla="*/ 2530529 w 2530529"/>
                <a:gd name="connsiteY1" fmla="*/ 0 h 6714771"/>
                <a:gd name="connsiteX2" fmla="*/ 2530529 w 2530529"/>
                <a:gd name="connsiteY2" fmla="*/ 6714771 h 6714771"/>
                <a:gd name="connsiteX3" fmla="*/ 0 w 2530529"/>
                <a:gd name="connsiteY3" fmla="*/ 6714771 h 671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0529" h="6714771">
                  <a:moveTo>
                    <a:pt x="2496897" y="0"/>
                  </a:moveTo>
                  <a:lnTo>
                    <a:pt x="2530529" y="0"/>
                  </a:lnTo>
                  <a:lnTo>
                    <a:pt x="2530529" y="6714771"/>
                  </a:lnTo>
                  <a:lnTo>
                    <a:pt x="0" y="67147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C067704B-F0B4-46C0-952F-0D87482B3979}"/>
                </a:ext>
              </a:extLst>
            </p:cNvPr>
            <p:cNvSpPr/>
            <p:nvPr userDrawn="1"/>
          </p:nvSpPr>
          <p:spPr>
            <a:xfrm>
              <a:off x="3010906" y="-8790"/>
              <a:ext cx="3241953" cy="5919927"/>
            </a:xfrm>
            <a:custGeom>
              <a:avLst/>
              <a:gdLst>
                <a:gd name="connsiteX0" fmla="*/ 2207808 w 3241953"/>
                <a:gd name="connsiteY0" fmla="*/ 0 h 5919927"/>
                <a:gd name="connsiteX1" fmla="*/ 3241953 w 3241953"/>
                <a:gd name="connsiteY1" fmla="*/ 0 h 5919927"/>
                <a:gd name="connsiteX2" fmla="*/ 1034145 w 3241953"/>
                <a:gd name="connsiteY2" fmla="*/ 5919927 h 5919927"/>
                <a:gd name="connsiteX3" fmla="*/ 0 w 3241953"/>
                <a:gd name="connsiteY3" fmla="*/ 5919927 h 591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1953" h="5919927">
                  <a:moveTo>
                    <a:pt x="2207808" y="0"/>
                  </a:moveTo>
                  <a:lnTo>
                    <a:pt x="3241953" y="0"/>
                  </a:lnTo>
                  <a:lnTo>
                    <a:pt x="1034145" y="5919927"/>
                  </a:lnTo>
                  <a:lnTo>
                    <a:pt x="0" y="5919927"/>
                  </a:lnTo>
                  <a:close/>
                </a:path>
              </a:pathLst>
            </a:custGeom>
            <a:solidFill>
              <a:schemeClr val="accent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D891EF5F-D119-4BFB-9606-7D69EB0C7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5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152">
          <p15:clr>
            <a:srgbClr val="FBAE40"/>
          </p15:clr>
        </p15:guide>
        <p15:guide id="7" orient="horz" pos="4008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/ Intro - Slide 2">
    <p:bg>
      <p:bgPr>
        <a:solidFill>
          <a:srgbClr val="11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305E29B7-14D7-4956-A40D-BAE94654D558}"/>
              </a:ext>
            </a:extLst>
          </p:cNvPr>
          <p:cNvSpPr/>
          <p:nvPr userDrawn="1"/>
        </p:nvSpPr>
        <p:spPr>
          <a:xfrm>
            <a:off x="6916354" y="-725185"/>
            <a:ext cx="5275646" cy="6867526"/>
          </a:xfrm>
          <a:custGeom>
            <a:avLst/>
            <a:gdLst>
              <a:gd name="connsiteX0" fmla="*/ 0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0 w 4367464"/>
              <a:gd name="connsiteY3" fmla="*/ 6858000 h 6858000"/>
              <a:gd name="connsiteX4" fmla="*/ 0 w 4367464"/>
              <a:gd name="connsiteY4" fmla="*/ 0 h 6858000"/>
              <a:gd name="connsiteX0" fmla="*/ 0 w 4367464"/>
              <a:gd name="connsiteY0" fmla="*/ 1 h 6858001"/>
              <a:gd name="connsiteX1" fmla="*/ 2779295 w 4367464"/>
              <a:gd name="connsiteY1" fmla="*/ 0 h 6858001"/>
              <a:gd name="connsiteX2" fmla="*/ 4367464 w 4367464"/>
              <a:gd name="connsiteY2" fmla="*/ 1 h 6858001"/>
              <a:gd name="connsiteX3" fmla="*/ 4367464 w 4367464"/>
              <a:gd name="connsiteY3" fmla="*/ 6858001 h 6858001"/>
              <a:gd name="connsiteX4" fmla="*/ 0 w 4367464"/>
              <a:gd name="connsiteY4" fmla="*/ 6858001 h 6858001"/>
              <a:gd name="connsiteX5" fmla="*/ 0 w 4367464"/>
              <a:gd name="connsiteY5" fmla="*/ 1 h 6858001"/>
              <a:gd name="connsiteX0" fmla="*/ 0 w 4367464"/>
              <a:gd name="connsiteY0" fmla="*/ 6858001 h 6858001"/>
              <a:gd name="connsiteX1" fmla="*/ 2779295 w 4367464"/>
              <a:gd name="connsiteY1" fmla="*/ 0 h 6858001"/>
              <a:gd name="connsiteX2" fmla="*/ 4367464 w 4367464"/>
              <a:gd name="connsiteY2" fmla="*/ 1 h 6858001"/>
              <a:gd name="connsiteX3" fmla="*/ 4367464 w 4367464"/>
              <a:gd name="connsiteY3" fmla="*/ 6858001 h 6858001"/>
              <a:gd name="connsiteX4" fmla="*/ 0 w 4367464"/>
              <a:gd name="connsiteY4" fmla="*/ 6858001 h 6858001"/>
              <a:gd name="connsiteX0" fmla="*/ 0 w 4367464"/>
              <a:gd name="connsiteY0" fmla="*/ 6867812 h 6867812"/>
              <a:gd name="connsiteX1" fmla="*/ 2779295 w 4367464"/>
              <a:gd name="connsiteY1" fmla="*/ 9811 h 6867812"/>
              <a:gd name="connsiteX2" fmla="*/ 2874513 w 4367464"/>
              <a:gd name="connsiteY2" fmla="*/ 0 h 6867812"/>
              <a:gd name="connsiteX3" fmla="*/ 4367464 w 4367464"/>
              <a:gd name="connsiteY3" fmla="*/ 9812 h 6867812"/>
              <a:gd name="connsiteX4" fmla="*/ 4367464 w 4367464"/>
              <a:gd name="connsiteY4" fmla="*/ 6867812 h 6867812"/>
              <a:gd name="connsiteX5" fmla="*/ 0 w 4367464"/>
              <a:gd name="connsiteY5" fmla="*/ 6867812 h 6867812"/>
              <a:gd name="connsiteX0" fmla="*/ 0 w 4367464"/>
              <a:gd name="connsiteY0" fmla="*/ 6867812 h 6867812"/>
              <a:gd name="connsiteX1" fmla="*/ 2874513 w 4367464"/>
              <a:gd name="connsiteY1" fmla="*/ 0 h 6867812"/>
              <a:gd name="connsiteX2" fmla="*/ 4367464 w 4367464"/>
              <a:gd name="connsiteY2" fmla="*/ 9812 h 6867812"/>
              <a:gd name="connsiteX3" fmla="*/ 4367464 w 4367464"/>
              <a:gd name="connsiteY3" fmla="*/ 6867812 h 6867812"/>
              <a:gd name="connsiteX4" fmla="*/ 0 w 4367464"/>
              <a:gd name="connsiteY4" fmla="*/ 6867812 h 686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7464" h="6867812">
                <a:moveTo>
                  <a:pt x="0" y="6867812"/>
                </a:moveTo>
                <a:lnTo>
                  <a:pt x="2874513" y="0"/>
                </a:lnTo>
                <a:lnTo>
                  <a:pt x="4367464" y="9812"/>
                </a:lnTo>
                <a:lnTo>
                  <a:pt x="4367464" y="6867812"/>
                </a:lnTo>
                <a:lnTo>
                  <a:pt x="0" y="686781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Parallelogram 19"/>
          <p:cNvSpPr/>
          <p:nvPr/>
        </p:nvSpPr>
        <p:spPr>
          <a:xfrm>
            <a:off x="7300424" y="-5542"/>
            <a:ext cx="4075546" cy="5915025"/>
          </a:xfrm>
          <a:prstGeom prst="parallelogram">
            <a:avLst>
              <a:gd name="adj" fmla="val 75485"/>
            </a:avLst>
          </a:prstGeom>
          <a:solidFill>
            <a:srgbClr val="33839B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Parallelogram 20"/>
          <p:cNvSpPr/>
          <p:nvPr/>
        </p:nvSpPr>
        <p:spPr>
          <a:xfrm>
            <a:off x="8189458" y="942975"/>
            <a:ext cx="3580838" cy="5715000"/>
          </a:xfrm>
          <a:prstGeom prst="parallelogram">
            <a:avLst>
              <a:gd name="adj" fmla="val 82980"/>
            </a:avLst>
          </a:prstGeom>
          <a:solidFill>
            <a:srgbClr val="33839B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Parallelogram 21"/>
          <p:cNvSpPr/>
          <p:nvPr/>
        </p:nvSpPr>
        <p:spPr>
          <a:xfrm>
            <a:off x="6666945" y="1"/>
            <a:ext cx="3130260" cy="4819650"/>
          </a:xfrm>
          <a:prstGeom prst="parallelogram">
            <a:avLst>
              <a:gd name="adj" fmla="val 79689"/>
            </a:avLst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21704" y="2805646"/>
            <a:ext cx="5799108" cy="794064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defRPr sz="38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QUOTE TEXT HERE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9BFEF0-472A-4449-8B18-C68F5B800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274086"/>
            <a:ext cx="699039" cy="47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36">
          <p15:clr>
            <a:srgbClr val="FBAE40"/>
          </p15:clr>
        </p15:guide>
        <p15:guide id="2" pos="6979">
          <p15:clr>
            <a:srgbClr val="FBAE40"/>
          </p15:clr>
        </p15:guide>
        <p15:guide id="3" orient="horz" pos="552">
          <p15:clr>
            <a:srgbClr val="FBAE40"/>
          </p15:clr>
        </p15:guide>
        <p15:guide id="4" orient="horz" pos="3744">
          <p15:clr>
            <a:srgbClr val="FBAE40"/>
          </p15:clr>
        </p15:guide>
        <p15:guide id="5" pos="1088">
          <p15:clr>
            <a:srgbClr val="FBAE40"/>
          </p15:clr>
        </p15:guide>
        <p15:guide id="6" pos="5376">
          <p15:clr>
            <a:srgbClr val="FBAE40"/>
          </p15:clr>
        </p15:guide>
        <p15:guide id="7" pos="6752">
          <p15:clr>
            <a:srgbClr val="FBAE40"/>
          </p15:clr>
        </p15:guide>
        <p15:guide id="8" orient="horz" pos="19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/>
          <p:cNvSpPr/>
          <p:nvPr userDrawn="1"/>
        </p:nvSpPr>
        <p:spPr>
          <a:xfrm>
            <a:off x="6477163" y="1"/>
            <a:ext cx="3023" cy="6658708"/>
          </a:xfrm>
          <a:custGeom>
            <a:avLst/>
            <a:gdLst>
              <a:gd name="connsiteX0" fmla="*/ 0 w 3023"/>
              <a:gd name="connsiteY0" fmla="*/ 0 h 6658708"/>
              <a:gd name="connsiteX1" fmla="*/ 3023 w 3023"/>
              <a:gd name="connsiteY1" fmla="*/ 0 h 6658708"/>
              <a:gd name="connsiteX2" fmla="*/ 3023 w 3023"/>
              <a:gd name="connsiteY2" fmla="*/ 6658708 h 6658708"/>
              <a:gd name="connsiteX3" fmla="*/ 0 w 3023"/>
              <a:gd name="connsiteY3" fmla="*/ 6658708 h 6658708"/>
              <a:gd name="connsiteX4" fmla="*/ 0 w 3023"/>
              <a:gd name="connsiteY4" fmla="*/ 0 h 665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3" h="6658708">
                <a:moveTo>
                  <a:pt x="0" y="0"/>
                </a:moveTo>
                <a:lnTo>
                  <a:pt x="3023" y="0"/>
                </a:lnTo>
                <a:lnTo>
                  <a:pt x="3023" y="6658708"/>
                </a:lnTo>
                <a:lnTo>
                  <a:pt x="0" y="665870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25"/>
          <p:cNvSpPr/>
          <p:nvPr userDrawn="1"/>
        </p:nvSpPr>
        <p:spPr>
          <a:xfrm>
            <a:off x="6477163" y="6658710"/>
            <a:ext cx="3023" cy="199291"/>
          </a:xfrm>
          <a:custGeom>
            <a:avLst/>
            <a:gdLst>
              <a:gd name="connsiteX0" fmla="*/ 0 w 3023"/>
              <a:gd name="connsiteY0" fmla="*/ 0 h 199291"/>
              <a:gd name="connsiteX1" fmla="*/ 3023 w 3023"/>
              <a:gd name="connsiteY1" fmla="*/ 0 h 199291"/>
              <a:gd name="connsiteX2" fmla="*/ 3023 w 3023"/>
              <a:gd name="connsiteY2" fmla="*/ 199291 h 199291"/>
              <a:gd name="connsiteX3" fmla="*/ 0 w 3023"/>
              <a:gd name="connsiteY3" fmla="*/ 199291 h 199291"/>
              <a:gd name="connsiteX4" fmla="*/ 0 w 3023"/>
              <a:gd name="connsiteY4" fmla="*/ 0 h 199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3" h="199291">
                <a:moveTo>
                  <a:pt x="0" y="0"/>
                </a:moveTo>
                <a:lnTo>
                  <a:pt x="3023" y="0"/>
                </a:lnTo>
                <a:lnTo>
                  <a:pt x="3023" y="199291"/>
                </a:lnTo>
                <a:lnTo>
                  <a:pt x="0" y="19929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07095" y="256500"/>
            <a:ext cx="4586423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07095" y="1783803"/>
            <a:ext cx="4686939" cy="361463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 userDrawn="1">
            <p:ph idx="13"/>
          </p:nvPr>
        </p:nvSpPr>
        <p:spPr>
          <a:xfrm>
            <a:off x="691435" y="867901"/>
            <a:ext cx="4464683" cy="691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rgbClr val="231F20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4667512" y="6362135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1A2F7093-495F-4068-A3E3-DF231DF61B63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38426" y="6354780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0DFEE7-67F8-41C5-8B4B-F26DFB086AEF}"/>
              </a:ext>
            </a:extLst>
          </p:cNvPr>
          <p:cNvGrpSpPr/>
          <p:nvPr userDrawn="1"/>
        </p:nvGrpSpPr>
        <p:grpSpPr>
          <a:xfrm>
            <a:off x="6855745" y="-96380"/>
            <a:ext cx="4507537" cy="6816285"/>
            <a:chOff x="1937206" y="-53203"/>
            <a:chExt cx="4539958" cy="6730818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AFA244B-8A40-41F1-9C3E-53F968379DCC}"/>
                </a:ext>
              </a:extLst>
            </p:cNvPr>
            <p:cNvSpPr/>
            <p:nvPr userDrawn="1"/>
          </p:nvSpPr>
          <p:spPr>
            <a:xfrm>
              <a:off x="1937206" y="898987"/>
              <a:ext cx="2603800" cy="5772150"/>
            </a:xfrm>
            <a:prstGeom prst="parallelogram">
              <a:avLst>
                <a:gd name="adj" fmla="val 83851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72F2645D-8E70-44B8-85C9-BE7530117318}"/>
                </a:ext>
              </a:extLst>
            </p:cNvPr>
            <p:cNvSpPr/>
            <p:nvPr/>
          </p:nvSpPr>
          <p:spPr>
            <a:xfrm>
              <a:off x="2524871" y="-8790"/>
              <a:ext cx="3952293" cy="6686405"/>
            </a:xfrm>
            <a:custGeom>
              <a:avLst/>
              <a:gdLst>
                <a:gd name="connsiteX0" fmla="*/ 2524006 w 3952293"/>
                <a:gd name="connsiteY0" fmla="*/ 0 h 6686405"/>
                <a:gd name="connsiteX1" fmla="*/ 3921929 w 3952293"/>
                <a:gd name="connsiteY1" fmla="*/ 0 h 6686405"/>
                <a:gd name="connsiteX2" fmla="*/ 3921929 w 3952293"/>
                <a:gd name="connsiteY2" fmla="*/ 6681389 h 6686405"/>
                <a:gd name="connsiteX3" fmla="*/ 3952293 w 3952293"/>
                <a:gd name="connsiteY3" fmla="*/ 6681389 h 6686405"/>
                <a:gd name="connsiteX4" fmla="*/ 3952293 w 3952293"/>
                <a:gd name="connsiteY4" fmla="*/ 6686405 h 6686405"/>
                <a:gd name="connsiteX5" fmla="*/ 0 w 3952293"/>
                <a:gd name="connsiteY5" fmla="*/ 6679928 h 668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293" h="6686405">
                  <a:moveTo>
                    <a:pt x="2524006" y="0"/>
                  </a:moveTo>
                  <a:lnTo>
                    <a:pt x="3921929" y="0"/>
                  </a:lnTo>
                  <a:lnTo>
                    <a:pt x="3921929" y="6681389"/>
                  </a:lnTo>
                  <a:lnTo>
                    <a:pt x="3952293" y="6681389"/>
                  </a:lnTo>
                  <a:lnTo>
                    <a:pt x="3952293" y="6686405"/>
                  </a:lnTo>
                  <a:lnTo>
                    <a:pt x="0" y="6679928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9CB48DCD-133F-40D3-8337-067869073785}"/>
                </a:ext>
              </a:extLst>
            </p:cNvPr>
            <p:cNvSpPr/>
            <p:nvPr userDrawn="1"/>
          </p:nvSpPr>
          <p:spPr>
            <a:xfrm>
              <a:off x="3010906" y="-8790"/>
              <a:ext cx="3241953" cy="5919927"/>
            </a:xfrm>
            <a:custGeom>
              <a:avLst/>
              <a:gdLst>
                <a:gd name="connsiteX0" fmla="*/ 2207808 w 3241953"/>
                <a:gd name="connsiteY0" fmla="*/ 0 h 5919927"/>
                <a:gd name="connsiteX1" fmla="*/ 3241953 w 3241953"/>
                <a:gd name="connsiteY1" fmla="*/ 0 h 5919927"/>
                <a:gd name="connsiteX2" fmla="*/ 1034145 w 3241953"/>
                <a:gd name="connsiteY2" fmla="*/ 5919927 h 5919927"/>
                <a:gd name="connsiteX3" fmla="*/ 0 w 3241953"/>
                <a:gd name="connsiteY3" fmla="*/ 5919927 h 591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1953" h="5919927">
                  <a:moveTo>
                    <a:pt x="2207808" y="0"/>
                  </a:moveTo>
                  <a:lnTo>
                    <a:pt x="3241953" y="0"/>
                  </a:lnTo>
                  <a:lnTo>
                    <a:pt x="1034145" y="5919927"/>
                  </a:lnTo>
                  <a:lnTo>
                    <a:pt x="0" y="5919927"/>
                  </a:lnTo>
                  <a:close/>
                </a:path>
              </a:pathLst>
            </a:cu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C5EDB8F-F45C-4476-B6B6-3014A444BC03}"/>
                </a:ext>
              </a:extLst>
            </p:cNvPr>
            <p:cNvSpPr/>
            <p:nvPr userDrawn="1"/>
          </p:nvSpPr>
          <p:spPr>
            <a:xfrm>
              <a:off x="3922948" y="-53203"/>
              <a:ext cx="2554215" cy="6679069"/>
            </a:xfrm>
            <a:custGeom>
              <a:avLst/>
              <a:gdLst>
                <a:gd name="connsiteX0" fmla="*/ 2496897 w 2530529"/>
                <a:gd name="connsiteY0" fmla="*/ 0 h 6714771"/>
                <a:gd name="connsiteX1" fmla="*/ 2530529 w 2530529"/>
                <a:gd name="connsiteY1" fmla="*/ 0 h 6714771"/>
                <a:gd name="connsiteX2" fmla="*/ 2530529 w 2530529"/>
                <a:gd name="connsiteY2" fmla="*/ 6714771 h 6714771"/>
                <a:gd name="connsiteX3" fmla="*/ 0 w 2530529"/>
                <a:gd name="connsiteY3" fmla="*/ 6714771 h 6714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0529" h="6714771">
                  <a:moveTo>
                    <a:pt x="2496897" y="0"/>
                  </a:moveTo>
                  <a:lnTo>
                    <a:pt x="2530529" y="0"/>
                  </a:lnTo>
                  <a:lnTo>
                    <a:pt x="2530529" y="6714771"/>
                  </a:lnTo>
                  <a:lnTo>
                    <a:pt x="0" y="67147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6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5797074" y="6362135"/>
            <a:ext cx="5158623" cy="365125"/>
          </a:xfrm>
        </p:spPr>
        <p:txBody>
          <a:bodyPr lIns="0" rIns="0"/>
          <a:lstStyle>
            <a:lvl1pPr algn="r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726999" y="6354731"/>
            <a:ext cx="552100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BBE25-EBEC-473A-BB2A-B09702767315}"/>
              </a:ext>
            </a:extLst>
          </p:cNvPr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F3BCE09-EBE5-485B-841B-47CFA842D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87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523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200">
          <p15:clr>
            <a:srgbClr val="FBAE40"/>
          </p15:clr>
        </p15:guide>
        <p15:guide id="7" orient="horz" pos="4000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675587"/>
          </a:xfrm>
          <a:prstGeom prst="rect">
            <a:avLst/>
          </a:prstGeom>
        </p:spPr>
      </p:pic>
      <p:sp>
        <p:nvSpPr>
          <p:cNvPr id="38" name="Rectangle 8"/>
          <p:cNvSpPr/>
          <p:nvPr userDrawn="1"/>
        </p:nvSpPr>
        <p:spPr>
          <a:xfrm>
            <a:off x="0" y="-9406"/>
            <a:ext cx="12206552" cy="6688580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731033" y="168052"/>
            <a:ext cx="1069193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TITLE STYLE</a:t>
            </a:r>
          </a:p>
        </p:txBody>
      </p:sp>
      <p:sp>
        <p:nvSpPr>
          <p:cNvPr id="12" name="Content Placeholder 2"/>
          <p:cNvSpPr>
            <a:spLocks noGrp="1"/>
          </p:cNvSpPr>
          <p:nvPr userDrawn="1">
            <p:ph idx="13"/>
          </p:nvPr>
        </p:nvSpPr>
        <p:spPr>
          <a:xfrm>
            <a:off x="1015374" y="984315"/>
            <a:ext cx="10388836" cy="391526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800">
                <a:solidFill>
                  <a:srgbClr val="231F20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9BE6991-CCAB-4F42-AC44-1CA460D04251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7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E5EFF9-5D35-48C0-A629-04A45CBFFF35}"/>
              </a:ext>
            </a:extLst>
          </p:cNvPr>
          <p:cNvSpPr/>
          <p:nvPr userDrawn="1"/>
        </p:nvSpPr>
        <p:spPr>
          <a:xfrm>
            <a:off x="378641" y="2297504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9EB1C-32DA-487B-8DB8-ACD822F9CF07}"/>
              </a:ext>
            </a:extLst>
          </p:cNvPr>
          <p:cNvSpPr/>
          <p:nvPr userDrawn="1"/>
        </p:nvSpPr>
        <p:spPr>
          <a:xfrm>
            <a:off x="3245386" y="2297504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6D3317-976A-49C8-97AB-881A0D1DBE6C}"/>
              </a:ext>
            </a:extLst>
          </p:cNvPr>
          <p:cNvSpPr/>
          <p:nvPr userDrawn="1"/>
        </p:nvSpPr>
        <p:spPr>
          <a:xfrm>
            <a:off x="6112131" y="2297504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2102B7-3C6B-47BE-A66C-B0F10EDEE6F6}"/>
              </a:ext>
            </a:extLst>
          </p:cNvPr>
          <p:cNvSpPr/>
          <p:nvPr userDrawn="1"/>
        </p:nvSpPr>
        <p:spPr>
          <a:xfrm>
            <a:off x="378641" y="3881246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981234-6EA7-4A0F-916B-C8C3DDE80501}"/>
              </a:ext>
            </a:extLst>
          </p:cNvPr>
          <p:cNvSpPr/>
          <p:nvPr userDrawn="1"/>
        </p:nvSpPr>
        <p:spPr>
          <a:xfrm>
            <a:off x="3245386" y="3881246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4BB0CA-3A03-4275-9DF7-6DEE173E39C4}"/>
              </a:ext>
            </a:extLst>
          </p:cNvPr>
          <p:cNvSpPr/>
          <p:nvPr userDrawn="1"/>
        </p:nvSpPr>
        <p:spPr>
          <a:xfrm>
            <a:off x="6112131" y="3881246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C4D737-B0C6-40D1-B8FC-27CF825304C8}"/>
              </a:ext>
            </a:extLst>
          </p:cNvPr>
          <p:cNvSpPr/>
          <p:nvPr userDrawn="1"/>
        </p:nvSpPr>
        <p:spPr>
          <a:xfrm>
            <a:off x="8971523" y="2297504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B654FB-7DDF-4403-81F5-1FB48F587299}"/>
              </a:ext>
            </a:extLst>
          </p:cNvPr>
          <p:cNvSpPr/>
          <p:nvPr userDrawn="1"/>
        </p:nvSpPr>
        <p:spPr>
          <a:xfrm>
            <a:off x="8971523" y="3881246"/>
            <a:ext cx="2866745" cy="153136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8833EC-C92C-49A9-863D-13BD8CD811FB}"/>
              </a:ext>
            </a:extLst>
          </p:cNvPr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9169039-6460-4566-943F-BE7F9BDCAA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18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008">
          <p15:clr>
            <a:srgbClr val="FBAE40"/>
          </p15:clr>
        </p15:guide>
        <p15:guide id="7" pos="7232">
          <p15:clr>
            <a:srgbClr val="FBAE40"/>
          </p15:clr>
        </p15:guide>
        <p15:guide id="8" orient="horz" pos="2328">
          <p15:clr>
            <a:srgbClr val="FBAE40"/>
          </p15:clr>
        </p15:guide>
        <p15:guide id="9" orient="horz" pos="2640">
          <p15:clr>
            <a:srgbClr val="FBAE40"/>
          </p15:clr>
        </p15:guide>
        <p15:guide id="10" orient="horz" pos="29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93281" y="1104962"/>
            <a:ext cx="0" cy="45720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015374" y="1018732"/>
            <a:ext cx="10427913" cy="691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865315" y="1929797"/>
            <a:ext cx="4988093" cy="314506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A09D2D0-0BCD-4169-8C98-843336A99DD3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6184381" y="1871125"/>
            <a:ext cx="5232400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6169509" y="2253448"/>
            <a:ext cx="5247272" cy="1486853"/>
          </a:xfrm>
        </p:spPr>
        <p:txBody>
          <a:bodyPr>
            <a:noAutofit/>
          </a:bodyPr>
          <a:lstStyle>
            <a:lvl1pPr marL="171450" indent="-171450">
              <a:lnSpc>
                <a:spcPct val="130000"/>
              </a:lnSpc>
              <a:buClr>
                <a:schemeClr val="accent1"/>
              </a:buClr>
              <a:buFont typeface="Wingdings 3" panose="05040102010807070707" pitchFamily="18" charset="2"/>
              <a:buChar char=""/>
              <a:defRPr lang="en-US" sz="1600" kern="120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6184381" y="3740302"/>
            <a:ext cx="5232400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169509" y="4122625"/>
            <a:ext cx="5247272" cy="2036751"/>
          </a:xfrm>
        </p:spPr>
        <p:txBody>
          <a:bodyPr>
            <a:normAutofit/>
          </a:bodyPr>
          <a:lstStyle>
            <a:lvl1pPr marL="171450" indent="-171450">
              <a:lnSpc>
                <a:spcPct val="130000"/>
              </a:lnSpc>
              <a:buClr>
                <a:schemeClr val="accent1"/>
              </a:buClr>
              <a:buFont typeface="Wingdings 3" panose="05040102010807070707" pitchFamily="18" charset="2"/>
              <a:buChar char=""/>
              <a:defRPr lang="en-US" sz="1600" kern="120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1A624E6-4BE3-4E54-BDC6-C684309E3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05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152">
          <p15:clr>
            <a:srgbClr val="FBAE40"/>
          </p15:clr>
        </p15:guide>
        <p15:guide id="7" orient="horz" pos="4008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93281" y="1104962"/>
            <a:ext cx="0" cy="45720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015374" y="1018732"/>
            <a:ext cx="10427913" cy="691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865315" y="1929797"/>
            <a:ext cx="4988093" cy="314506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28D0781-9281-421D-B580-21BA51A3F307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6184381" y="1871125"/>
            <a:ext cx="5232400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6169509" y="2253448"/>
            <a:ext cx="5247272" cy="3657021"/>
          </a:xfrm>
        </p:spPr>
        <p:txBody>
          <a:bodyPr>
            <a:normAutofit/>
          </a:bodyPr>
          <a:lstStyle>
            <a:lvl1pPr marL="171450" indent="-171450">
              <a:lnSpc>
                <a:spcPct val="130000"/>
              </a:lnSpc>
              <a:buClr>
                <a:schemeClr val="accent1"/>
              </a:buClr>
              <a:buFont typeface="Wingdings 3" panose="05040102010807070707" pitchFamily="18" charset="2"/>
              <a:buChar char=""/>
              <a:defRPr lang="en-US" sz="1600" kern="120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Clr>
                <a:schemeClr val="accent1"/>
              </a:buClr>
              <a:buFont typeface="Wingdings 3" panose="05040102010807070707" pitchFamily="18" charset="2"/>
              <a:buChar char=""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DF80755-653A-43A5-9A86-8186A4E614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3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152">
          <p15:clr>
            <a:srgbClr val="FBAE40"/>
          </p15:clr>
        </p15:guide>
        <p15:guide id="7" orient="horz" pos="4008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3 - Spl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5217" y="1934633"/>
            <a:ext cx="5265739" cy="3977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93281" y="1104962"/>
            <a:ext cx="0" cy="45720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015374" y="1018732"/>
            <a:ext cx="10427913" cy="691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rgbClr val="231F20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4667512" y="6362135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C70CA050-ADDB-44EE-96D8-96DCC76176FF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7692" y="6362135"/>
            <a:ext cx="552100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66151" y="6362135"/>
            <a:ext cx="5158623" cy="365125"/>
          </a:xfrm>
        </p:spPr>
        <p:txBody>
          <a:bodyPr lIns="0" rIns="0"/>
          <a:lstStyle>
            <a:lvl1pPr algn="r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0936103" y="6354780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4"/>
          </p:nvPr>
        </p:nvSpPr>
        <p:spPr>
          <a:xfrm>
            <a:off x="731033" y="1934633"/>
            <a:ext cx="5265739" cy="3977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2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32E491A-7ADF-4F2B-B936-ED38268DA5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523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200">
          <p15:clr>
            <a:srgbClr val="FBAE40"/>
          </p15:clr>
        </p15:guide>
        <p15:guide id="7" orient="horz" pos="4000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4 - Spl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1833433" y="5228808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833434" y="2010088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69193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015374" y="1075004"/>
            <a:ext cx="10388836" cy="391526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893281" y="1104961"/>
            <a:ext cx="0" cy="361569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1833434" y="2346399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2999D5C1-7FA0-45DF-9A45-155B35C5158E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833433" y="4892497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833433" y="3451292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1833433" y="3787603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31"/>
          </p:nvPr>
        </p:nvSpPr>
        <p:spPr>
          <a:xfrm>
            <a:off x="7043125" y="5228808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7043126" y="2010088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3"/>
          </p:nvPr>
        </p:nvSpPr>
        <p:spPr>
          <a:xfrm>
            <a:off x="7043126" y="2346399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7043125" y="4892497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7043125" y="3451292"/>
            <a:ext cx="3692108" cy="390212"/>
          </a:xfrm>
        </p:spPr>
        <p:txBody>
          <a:bodyPr vert="horz" lIns="91440" tIns="45720" rIns="91440" bIns="0" rtlCol="0">
            <a:normAutofit/>
          </a:bodyPr>
          <a:lstStyle>
            <a:lvl1pPr marL="0" indent="0">
              <a:lnSpc>
                <a:spcPct val="110000"/>
              </a:lnSpc>
              <a:buFontTx/>
              <a:buNone/>
              <a:defRPr lang="en-US" sz="1600" b="0" kern="1200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36"/>
          </p:nvPr>
        </p:nvSpPr>
        <p:spPr>
          <a:xfrm>
            <a:off x="7043125" y="3787603"/>
            <a:ext cx="3692108" cy="90305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73E7B257-A56A-42F3-8E27-6636C4CE43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44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008">
          <p15:clr>
            <a:srgbClr val="FBAE40"/>
          </p15:clr>
        </p15:guide>
        <p15:guide id="7" pos="7232">
          <p15:clr>
            <a:srgbClr val="FBAE40"/>
          </p15:clr>
        </p15:guide>
        <p15:guide id="8" orient="horz" pos="2328">
          <p15:clr>
            <a:srgbClr val="FBAE40"/>
          </p15:clr>
        </p15:guide>
        <p15:guide id="9" orient="horz" pos="2640">
          <p15:clr>
            <a:srgbClr val="FBAE40"/>
          </p15:clr>
        </p15:guide>
        <p15:guide id="10" orient="horz" pos="29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5 - Thi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27017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033" y="1934633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93281" y="967802"/>
            <a:ext cx="0" cy="45720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4667512" y="6362135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7218FFF5-061E-4381-A753-5ADC64D5540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5"/>
          </p:nvPr>
        </p:nvSpPr>
        <p:spPr>
          <a:xfrm>
            <a:off x="4460970" y="1934633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6"/>
          </p:nvPr>
        </p:nvSpPr>
        <p:spPr>
          <a:xfrm>
            <a:off x="8190907" y="1934633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7"/>
          </p:nvPr>
        </p:nvSpPr>
        <p:spPr>
          <a:xfrm>
            <a:off x="731033" y="3995702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9"/>
          </p:nvPr>
        </p:nvSpPr>
        <p:spPr>
          <a:xfrm>
            <a:off x="4460970" y="3995702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0"/>
          </p:nvPr>
        </p:nvSpPr>
        <p:spPr>
          <a:xfrm>
            <a:off x="8190907" y="3995702"/>
            <a:ext cx="3259809" cy="193398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C303EF8-E448-4BAF-9EA3-C6FB9ACE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692" y="6362135"/>
            <a:ext cx="552100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0C43F5C9-F3B6-47BA-8DD9-923C89D0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6151" y="6362135"/>
            <a:ext cx="5158623" cy="365125"/>
          </a:xfrm>
        </p:spPr>
        <p:txBody>
          <a:bodyPr lIns="0" rIns="0"/>
          <a:lstStyle>
            <a:lvl1pPr algn="r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A7EED93-CF1A-4FF7-90DE-556344AB63D4}"/>
              </a:ext>
            </a:extLst>
          </p:cNvPr>
          <p:cNvSpPr txBox="1">
            <a:spLocks/>
          </p:cNvSpPr>
          <p:nvPr userDrawn="1"/>
        </p:nvSpPr>
        <p:spPr>
          <a:xfrm>
            <a:off x="10936103" y="6354780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E58CB5B-6A31-4096-9ED6-0C24A41B83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277809-50C4-3B3D-D9B3-F6F058061EF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15374" y="1013012"/>
            <a:ext cx="10388836" cy="391526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1733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523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200">
          <p15:clr>
            <a:srgbClr val="FBAE40"/>
          </p15:clr>
        </p15:guide>
        <p15:guide id="7" orient="horz" pos="4000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6 - M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033" y="1934633"/>
            <a:ext cx="10712254" cy="397724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buFontTx/>
              <a:buNone/>
              <a:defRPr sz="160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93281" y="1104962"/>
            <a:ext cx="0" cy="45720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B1D95E2-E96C-41AE-9BAF-18B933970DBE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834DEB7-ECE3-4492-9C29-31BEDA277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78DBEC-853E-FAA0-237F-6BAAF89EAD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15374" y="1121498"/>
            <a:ext cx="10388836" cy="391526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004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523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152">
          <p15:clr>
            <a:srgbClr val="FBAE40"/>
          </p15:clr>
        </p15:guide>
        <p15:guide id="7" orient="horz" pos="3031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1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7 - Stacked Tw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033" y="407331"/>
            <a:ext cx="10712255" cy="69719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10"/>
          </p:nvPr>
        </p:nvSpPr>
        <p:spPr>
          <a:xfrm>
            <a:off x="6432909" y="6367929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1E3F599B-CD58-4357-901A-B79B25FF0EA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525" y="6379504"/>
            <a:ext cx="440069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17605" y="6367929"/>
            <a:ext cx="5158623" cy="365125"/>
          </a:xfr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329267" y="1459876"/>
            <a:ext cx="0" cy="438912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3"/>
          <p:cNvSpPr>
            <a:spLocks noGrp="1"/>
          </p:cNvSpPr>
          <p:nvPr>
            <p:ph type="pic" sz="quarter" idx="29"/>
          </p:nvPr>
        </p:nvSpPr>
        <p:spPr>
          <a:xfrm>
            <a:off x="4679639" y="1604414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7010648" y="1592839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31"/>
          </p:nvPr>
        </p:nvSpPr>
        <p:spPr>
          <a:xfrm>
            <a:off x="9341657" y="1604414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32"/>
          </p:nvPr>
        </p:nvSpPr>
        <p:spPr>
          <a:xfrm>
            <a:off x="4679639" y="3889025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33"/>
          </p:nvPr>
        </p:nvSpPr>
        <p:spPr>
          <a:xfrm>
            <a:off x="7010648" y="3877450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34"/>
          </p:nvPr>
        </p:nvSpPr>
        <p:spPr>
          <a:xfrm>
            <a:off x="9341657" y="3889025"/>
            <a:ext cx="1901808" cy="162104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31033" y="3029566"/>
            <a:ext cx="3361744" cy="49073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600" b="0" i="1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Client Name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35" hasCustomPrompt="1"/>
          </p:nvPr>
        </p:nvSpPr>
        <p:spPr>
          <a:xfrm>
            <a:off x="722956" y="5308531"/>
            <a:ext cx="3361744" cy="49073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FontTx/>
              <a:buNone/>
              <a:defRPr lang="en-US" sz="1600" b="0" i="1" dirty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Client Name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976713" y="1457001"/>
            <a:ext cx="3187779" cy="154739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None/>
              <a:defRPr lang="en-US" sz="1600" kern="1200" baseline="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testimonial text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 hasCustomPrompt="1"/>
          </p:nvPr>
        </p:nvSpPr>
        <p:spPr>
          <a:xfrm>
            <a:off x="982046" y="3712242"/>
            <a:ext cx="3191256" cy="154739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None/>
              <a:defRPr lang="en-US" sz="1600" kern="1200" baseline="0" dirty="0" smtClean="0">
                <a:solidFill>
                  <a:srgbClr val="58585A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  <a:defRPr sz="1200">
                <a:solidFill>
                  <a:srgbClr val="5858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testimonial text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875352" y="1481478"/>
            <a:ext cx="0" cy="146304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884320" y="3767480"/>
            <a:ext cx="0" cy="146304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D5AAA40D-4050-4DD1-AD1E-EA4651F965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95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9">
          <p15:clr>
            <a:srgbClr val="FBAE40"/>
          </p15:clr>
        </p15:guide>
        <p15:guide id="2" pos="472">
          <p15:clr>
            <a:srgbClr val="FBAE40"/>
          </p15:clr>
        </p15:guide>
        <p15:guide id="3" pos="649">
          <p15:clr>
            <a:srgbClr val="FBAE40"/>
          </p15:clr>
        </p15:guide>
        <p15:guide id="4" pos="3936">
          <p15:clr>
            <a:srgbClr val="FBAE40"/>
          </p15:clr>
        </p15:guide>
        <p15:guide id="5" pos="3616">
          <p15:clr>
            <a:srgbClr val="FBAE40"/>
          </p15:clr>
        </p15:guide>
        <p15:guide id="6" orient="horz" pos="1092">
          <p15:clr>
            <a:srgbClr val="FBAE40"/>
          </p15:clr>
        </p15:guide>
        <p15:guide id="7" orient="horz" pos="1146">
          <p15:clr>
            <a:srgbClr val="FBAE40"/>
          </p15:clr>
        </p15:guide>
        <p15:guide id="8" orient="horz" pos="691">
          <p15:clr>
            <a:srgbClr val="FBAE40"/>
          </p15:clr>
        </p15:guide>
        <p15:guide id="9" orient="horz" pos="960">
          <p15:clr>
            <a:srgbClr val="FBAE40"/>
          </p15:clr>
        </p15:guide>
        <p15:guide id="10" pos="7232">
          <p15:clr>
            <a:srgbClr val="FBAE40"/>
          </p15:clr>
        </p15:guide>
        <p15:guide id="11" orient="horz" pos="100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8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5FC2D8-5E42-41D5-B464-03FE769CC474}"/>
              </a:ext>
            </a:extLst>
          </p:cNvPr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942015" y="2849754"/>
            <a:ext cx="5860574" cy="1446550"/>
          </a:xfrm>
          <a:noFill/>
        </p:spPr>
        <p:txBody>
          <a:bodyPr wrap="square" rtlCol="0">
            <a:spAutoFit/>
          </a:bodyPr>
          <a:lstStyle>
            <a:lvl1pPr algn="ctr">
              <a:lnSpc>
                <a:spcPct val="100000"/>
              </a:lnSpc>
              <a:defRPr lang="en-US" sz="44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CLICK TO EDIT TITLE STYLE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4667512" y="6362135"/>
            <a:ext cx="1112595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B98C2567-7710-4D8E-BC98-84A93042AFF9}" type="datetime1">
              <a:rPr lang="en-US" smtClean="0"/>
              <a:t>1/11/2026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F580A-8A6D-4EAE-A724-19D834D5A5EF}"/>
              </a:ext>
            </a:extLst>
          </p:cNvPr>
          <p:cNvSpPr/>
          <p:nvPr userDrawn="1"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338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E76A13-2D8C-40CA-833C-E98D2AF17F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0753" y="6108225"/>
            <a:ext cx="699039" cy="471940"/>
          </a:xfrm>
          <a:prstGeom prst="rect">
            <a:avLst/>
          </a:prstGeom>
        </p:spPr>
      </p:pic>
      <p:sp>
        <p:nvSpPr>
          <p:cNvPr id="18" name="Date Placeholder 3"/>
          <p:cNvSpPr txBox="1">
            <a:spLocks/>
          </p:cNvSpPr>
          <p:nvPr userDrawn="1"/>
        </p:nvSpPr>
        <p:spPr>
          <a:xfrm>
            <a:off x="4667512" y="6362135"/>
            <a:ext cx="11125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900" kern="12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268230-C182-43C7-84B1-16304292F1E6}" type="datetime1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1AD9AA0-98DD-447D-8232-FE1997AE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7074" y="6362135"/>
            <a:ext cx="5158623" cy="365125"/>
          </a:xfrm>
        </p:spPr>
        <p:txBody>
          <a:bodyPr lIns="0" rIns="0"/>
          <a:lstStyle>
            <a:lvl1pPr algn="r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DF07234-432A-4E36-97C4-3D911C6F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6999" y="6354731"/>
            <a:ext cx="552100" cy="365125"/>
          </a:xfr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0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760">
          <p15:clr>
            <a:srgbClr val="FBAE40"/>
          </p15:clr>
        </p15:guide>
        <p15:guide id="4" orient="horz" pos="2400">
          <p15:clr>
            <a:srgbClr val="FBAE40"/>
          </p15:clr>
        </p15:guide>
        <p15:guide id="5" orient="horz" pos="2496">
          <p15:clr>
            <a:srgbClr val="FBAE40"/>
          </p15:clr>
        </p15:guide>
        <p15:guide id="6" orient="horz" pos="29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11 - Heade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661D47-2915-9745-BEA5-9DC72EF2CB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"/>
            <a:ext cx="12192000" cy="6105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873630-84D8-33C1-88DE-841D2A81ED64}"/>
              </a:ext>
            </a:extLst>
          </p:cNvPr>
          <p:cNvSpPr/>
          <p:nvPr userDrawn="1"/>
        </p:nvSpPr>
        <p:spPr>
          <a:xfrm>
            <a:off x="0" y="6659592"/>
            <a:ext cx="12192000" cy="198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4F95C8C3-B1D6-A8A2-DB16-F46700FEAC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891" y="6342284"/>
            <a:ext cx="1063556" cy="243271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D590D4D-9090-0292-AE61-E0D708ED9D1D}"/>
              </a:ext>
            </a:extLst>
          </p:cNvPr>
          <p:cNvSpPr txBox="1">
            <a:spLocks/>
          </p:cNvSpPr>
          <p:nvPr userDrawn="1"/>
        </p:nvSpPr>
        <p:spPr>
          <a:xfrm>
            <a:off x="113553" y="6281356"/>
            <a:ext cx="51586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Confidential and Proprietary Information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ECEB35C-E9ED-927C-77AD-D946FE3D82BE}"/>
              </a:ext>
            </a:extLst>
          </p:cNvPr>
          <p:cNvSpPr txBox="1">
            <a:spLocks/>
          </p:cNvSpPr>
          <p:nvPr userDrawn="1"/>
        </p:nvSpPr>
        <p:spPr>
          <a:xfrm>
            <a:off x="10469379" y="6281356"/>
            <a:ext cx="411050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76096D-8E22-43ED-896B-9FB62085826A}" type="slidenum">
              <a:rPr lang="en-US" sz="1050" smtClean="0"/>
              <a:pPr/>
              <a:t>‹#›</a:t>
            </a:fld>
            <a:endParaRPr lang="en-US" sz="105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BCFDC3F-E76E-6006-17A7-136244F54227}"/>
              </a:ext>
            </a:extLst>
          </p:cNvPr>
          <p:cNvSpPr txBox="1">
            <a:spLocks/>
          </p:cNvSpPr>
          <p:nvPr userDrawn="1"/>
        </p:nvSpPr>
        <p:spPr>
          <a:xfrm>
            <a:off x="10674904" y="6274599"/>
            <a:ext cx="404019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908512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 - Slide 11 - Head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06DA53E-998F-48DE-AB71-6E5BDA8B8CB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13525" y="6379504"/>
            <a:ext cx="4400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smtClean="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D1A203B-C0AB-48FB-92F5-34B975C6EFD1}"/>
              </a:ext>
            </a:extLst>
          </p:cNvPr>
          <p:cNvSpPr txBox="1">
            <a:spLocks/>
          </p:cNvSpPr>
          <p:nvPr userDrawn="1"/>
        </p:nvSpPr>
        <p:spPr>
          <a:xfrm>
            <a:off x="764325" y="6370099"/>
            <a:ext cx="140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58585A"/>
                </a:solidFill>
              </a:rPr>
              <a:t>|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18BD559-8BF1-4480-A4A0-6DB75286CD10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1317605" y="6377868"/>
            <a:ext cx="5158623" cy="365125"/>
          </a:xfrm>
          <a:prstGeom prst="rect">
            <a:avLst/>
          </a:prstGeom>
        </p:spPr>
        <p:txBody>
          <a:bodyPr lIns="0" rIns="0"/>
          <a:lstStyle>
            <a:lvl1pPr algn="l">
              <a:defRPr sz="900">
                <a:solidFill>
                  <a:srgbClr val="3B3B3B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Confidential and Proprietary Information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7CB364-CDE9-48B6-8C31-AF495E307AC5}"/>
              </a:ext>
            </a:extLst>
          </p:cNvPr>
          <p:cNvGrpSpPr/>
          <p:nvPr userDrawn="1"/>
        </p:nvGrpSpPr>
        <p:grpSpPr>
          <a:xfrm>
            <a:off x="0" y="103846"/>
            <a:ext cx="12192000" cy="1045333"/>
            <a:chOff x="0" y="103846"/>
            <a:chExt cx="12192000" cy="104533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E05833D-5D92-45BE-BE0D-6A20124C3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03846"/>
              <a:ext cx="12192000" cy="104533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559691-E587-4F0F-B221-7C869B03C8D2}"/>
                </a:ext>
              </a:extLst>
            </p:cNvPr>
            <p:cNvSpPr/>
            <p:nvPr/>
          </p:nvSpPr>
          <p:spPr>
            <a:xfrm>
              <a:off x="0" y="103847"/>
              <a:ext cx="12192000" cy="1045332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51000">
                  <a:schemeClr val="accent1">
                    <a:lumMod val="97000"/>
                    <a:lumOff val="3000"/>
                  </a:schemeClr>
                </a:gs>
                <a:gs pos="100000">
                  <a:schemeClr val="bg1">
                    <a:alpha val="6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984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393">
          <p15:clr>
            <a:srgbClr val="FBAE40"/>
          </p15:clr>
        </p15:guide>
        <p15:guide id="3" orient="horz" pos="3071">
          <p15:clr>
            <a:srgbClr val="FBAE40"/>
          </p15:clr>
        </p15:guide>
        <p15:guide id="4" orient="horz" pos="2400">
          <p15:clr>
            <a:srgbClr val="FBAE40"/>
          </p15:clr>
        </p15:guide>
        <p15:guide id="5" orient="horz" pos="2496">
          <p15:clr>
            <a:srgbClr val="FBAE40"/>
          </p15:clr>
        </p15:guide>
        <p15:guide id="6" orient="horz" pos="3816">
          <p15:clr>
            <a:srgbClr val="FBAE40"/>
          </p15:clr>
        </p15:guide>
        <p15:guide id="7" pos="3104">
          <p15:clr>
            <a:srgbClr val="FBAE40"/>
          </p15:clr>
        </p15:guide>
        <p15:guide id="8" pos="6787">
          <p15:clr>
            <a:srgbClr val="FBAE40"/>
          </p15:clr>
        </p15:guide>
        <p15:guide id="9" pos="4448">
          <p15:clr>
            <a:srgbClr val="FBAE40"/>
          </p15:clr>
        </p15:guide>
        <p15:guide id="10" pos="5904">
          <p15:clr>
            <a:srgbClr val="FBAE40"/>
          </p15:clr>
        </p15:guide>
        <p15:guide id="11" pos="69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lvl="0" indent="-17145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</a:pPr>
            <a:r>
              <a:rPr lang="en-US" dirty="0"/>
              <a:t>Edit Master text styles</a:t>
            </a:r>
          </a:p>
          <a:p>
            <a:pPr marL="171450" lvl="1" indent="-17145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</a:pPr>
            <a:r>
              <a:rPr lang="en-US" dirty="0"/>
              <a:t>Second level</a:t>
            </a:r>
          </a:p>
          <a:p>
            <a:pPr marL="171450" lvl="2" indent="-17145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</a:pPr>
            <a:r>
              <a:rPr lang="en-US" dirty="0"/>
              <a:t>Third level</a:t>
            </a:r>
          </a:p>
          <a:p>
            <a:pPr marL="171450" lvl="3" indent="-17145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</a:pPr>
            <a:r>
              <a:rPr lang="en-US" dirty="0"/>
              <a:t>Fourth level</a:t>
            </a:r>
          </a:p>
          <a:p>
            <a:pPr marL="171450" lvl="4" indent="-171450">
              <a:lnSpc>
                <a:spcPct val="130000"/>
              </a:lnSpc>
              <a:buClr>
                <a:srgbClr val="D8501F"/>
              </a:buClr>
              <a:buFont typeface="Wingdings 3" panose="05040102010807070707" pitchFamily="18" charset="2"/>
              <a:buChar char=""/>
            </a:pPr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BE570-C120-4EAA-BC4A-601C4511B53D}" type="datetime1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Confidential and proprietary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6096D-8E22-43ED-896B-9FB6208582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21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9" r:id="rId2"/>
    <p:sldLayoutId id="2147483693" r:id="rId3"/>
    <p:sldLayoutId id="2147483695" r:id="rId4"/>
    <p:sldLayoutId id="2147483662" r:id="rId5"/>
    <p:sldLayoutId id="2147483663" r:id="rId6"/>
    <p:sldLayoutId id="2147483682" r:id="rId7"/>
    <p:sldLayoutId id="2147483669" r:id="rId8"/>
    <p:sldLayoutId id="2147483684" r:id="rId9"/>
    <p:sldLayoutId id="2147483686" r:id="rId10"/>
    <p:sldLayoutId id="2147483688" r:id="rId11"/>
    <p:sldLayoutId id="2147483690" r:id="rId12"/>
    <p:sldLayoutId id="2147483696" r:id="rId13"/>
    <p:sldLayoutId id="2147483697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lang="en-US" sz="1200" kern="1200" smtClean="0">
          <a:solidFill>
            <a:srgbClr val="58585A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lang="en-US" sz="1200" b="0" i="0" u="none" kern="1200" smtClean="0">
          <a:solidFill>
            <a:srgbClr val="58585A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lang="en-US" sz="1200" kern="1200" smtClean="0">
          <a:solidFill>
            <a:srgbClr val="58585A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lang="en-US" sz="1200" kern="1200" smtClean="0">
          <a:solidFill>
            <a:srgbClr val="58585A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lang="en-US" sz="1200" kern="1200" dirty="0">
          <a:solidFill>
            <a:srgbClr val="58585A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Velocity Rebrand Colors">
      <a:dk1>
        <a:srgbClr val="3F3F3F"/>
      </a:dk1>
      <a:lt1>
        <a:srgbClr val="FFFFFF"/>
      </a:lt1>
      <a:dk2>
        <a:srgbClr val="323232"/>
      </a:dk2>
      <a:lt2>
        <a:srgbClr val="E3DED1"/>
      </a:lt2>
      <a:accent1>
        <a:srgbClr val="112E50"/>
      </a:accent1>
      <a:accent2>
        <a:srgbClr val="33839B"/>
      </a:accent2>
      <a:accent3>
        <a:srgbClr val="D6B78E"/>
      </a:accent3>
      <a:accent4>
        <a:srgbClr val="F8D070"/>
      </a:accent4>
      <a:accent5>
        <a:srgbClr val="AEAFAE"/>
      </a:accent5>
      <a:accent6>
        <a:srgbClr val="1D9286"/>
      </a:accent6>
      <a:hlink>
        <a:srgbClr val="6B9F25"/>
      </a:hlink>
      <a:folHlink>
        <a:srgbClr val="B26B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323F701E-B752-46BE-B19F-AFE9687022AA}" vid="{EA3DF23F-4A02-4934-94EC-CF07C8C967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EB8F57E72E6A41B5F0FD5A8149C21C" ma:contentTypeVersion="16" ma:contentTypeDescription="Create a new document." ma:contentTypeScope="" ma:versionID="17b5d787ecad73f4cf45a169223f395e">
  <xsd:schema xmlns:xsd="http://www.w3.org/2001/XMLSchema" xmlns:xs="http://www.w3.org/2001/XMLSchema" xmlns:p="http://schemas.microsoft.com/office/2006/metadata/properties" xmlns:ns3="bea8f125-d82d-4f1b-af86-af66db68e644" xmlns:ns4="511ab654-9b81-4bdf-bb6e-bfe90bc46795" targetNamespace="http://schemas.microsoft.com/office/2006/metadata/properties" ma:root="true" ma:fieldsID="1ccabcce61306214a1e72c97493f17ce" ns3:_="" ns4:_="">
    <xsd:import namespace="bea8f125-d82d-4f1b-af86-af66db68e644"/>
    <xsd:import namespace="511ab654-9b81-4bdf-bb6e-bfe90bc467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8f125-d82d-4f1b-af86-af66db68e6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1ab654-9b81-4bdf-bb6e-bfe90bc4679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a8f125-d82d-4f1b-af86-af66db68e644" xsi:nil="true"/>
  </documentManagement>
</p:properties>
</file>

<file path=customXml/itemProps1.xml><?xml version="1.0" encoding="utf-8"?>
<ds:datastoreItem xmlns:ds="http://schemas.openxmlformats.org/officeDocument/2006/customXml" ds:itemID="{A2C637CE-170B-43AA-805A-05C7A807D6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a8f125-d82d-4f1b-af86-af66db68e644"/>
    <ds:schemaRef ds:uri="511ab654-9b81-4bdf-bb6e-bfe90bc467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97DC27-0E17-4C05-866D-ECF62C48B8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B25DBF-5184-4AC7-9E86-6A92B7CFD157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511ab654-9b81-4bdf-bb6e-bfe90bc46795"/>
    <ds:schemaRef ds:uri="http://purl.org/dc/dcmitype/"/>
    <ds:schemaRef ds:uri="http://schemas.openxmlformats.org/package/2006/metadata/core-properties"/>
    <ds:schemaRef ds:uri="bea8f125-d82d-4f1b-af86-af66db68e644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938636f1-d8b7-4a4d-8128-24fa1bdb48c4}" enabled="0" method="" siteId="{938636f1-d8b7-4a4d-8128-24fa1bdb48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84016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Open Sans</vt:lpstr>
      <vt:lpstr>Wingdings 3</vt:lpstr>
      <vt:lpstr>1_Office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Gilmore</dc:creator>
  <cp:lastModifiedBy>James L. Gilmore</cp:lastModifiedBy>
  <cp:revision>242</cp:revision>
  <dcterms:created xsi:type="dcterms:W3CDTF">2021-01-05T22:14:36Z</dcterms:created>
  <dcterms:modified xsi:type="dcterms:W3CDTF">2026-01-12T05:35:32Z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0x01010003EB8F57E72E6A41B5F0FD5A8149C21C</vt:lpwstr>
  </property>
</Properties>
</file>