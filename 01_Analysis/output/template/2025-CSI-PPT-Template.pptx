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8" r:id="rId5"/>
    <p:sldId id="260" r:id="rId6"/>
    <p:sldId id="274" r:id="rId7"/>
    <p:sldId id="275" r:id="rId8"/>
    <p:sldId id="303" r:id="rId9"/>
    <p:sldId id="305" r:id="rId10"/>
    <p:sldId id="276" r:id="rId11"/>
    <p:sldId id="277" r:id="rId12"/>
    <p:sldId id="279" r:id="rId13"/>
    <p:sldId id="280" r:id="rId14"/>
    <p:sldId id="291" r:id="rId15"/>
    <p:sldId id="282" r:id="rId16"/>
    <p:sldId id="283" r:id="rId17"/>
    <p:sldId id="1800" r:id="rId18"/>
    <p:sldId id="301" r:id="rId19"/>
    <p:sldId id="306" r:id="rId20"/>
    <p:sldId id="300" r:id="rId21"/>
    <p:sldId id="29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43" userDrawn="1">
          <p15:clr>
            <a:srgbClr val="A4A3A4"/>
          </p15:clr>
        </p15:guide>
        <p15:guide id="2" orient="horz" pos="2616" userDrawn="1">
          <p15:clr>
            <a:srgbClr val="A4A3A4"/>
          </p15:clr>
        </p15:guide>
        <p15:guide id="3" pos="3840">
          <p15:clr>
            <a:srgbClr val="A4A3A4"/>
          </p15:clr>
        </p15:guide>
        <p15:guide id="4" orient="horz" pos="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971D"/>
    <a:srgbClr val="00274C"/>
    <a:srgbClr val="EB2A2E"/>
    <a:srgbClr val="F15D22"/>
    <a:srgbClr val="10284B"/>
    <a:srgbClr val="EFEFEF"/>
    <a:srgbClr val="43BCB4"/>
    <a:srgbClr val="148DD9"/>
    <a:srgbClr val="6EE88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2" d="100"/>
          <a:sy n="122" d="100"/>
        </p:scale>
        <p:origin x="114" y="18"/>
      </p:cViewPr>
      <p:guideLst>
        <p:guide orient="horz" pos="4143"/>
        <p:guide orient="horz" pos="2616"/>
        <p:guide pos="3840"/>
        <p:guide orient="horz" pos="9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L. Gilmore" userId="3d60d20b-672a-4f5d-b5e0-b3454f3fe04c" providerId="ADAL" clId="{AF697304-D9BA-40BA-9B09-E0738E6CEC26}"/>
    <pc:docChg chg="custSel modSld">
      <pc:chgData name="James L. Gilmore" userId="3d60d20b-672a-4f5d-b5e0-b3454f3fe04c" providerId="ADAL" clId="{AF697304-D9BA-40BA-9B09-E0738E6CEC26}" dt="2026-03-01T10:45:27.871" v="0" actId="478"/>
      <pc:docMkLst>
        <pc:docMk/>
      </pc:docMkLst>
      <pc:sldChg chg="addSp delSp modSp mod">
        <pc:chgData name="James L. Gilmore" userId="3d60d20b-672a-4f5d-b5e0-b3454f3fe04c" providerId="ADAL" clId="{AF697304-D9BA-40BA-9B09-E0738E6CEC26}" dt="2026-03-01T10:45:27.871" v="0" actId="478"/>
        <pc:sldMkLst>
          <pc:docMk/>
          <pc:sldMk cId="619194086" sldId="258"/>
        </pc:sldMkLst>
        <pc:spChg chg="del">
          <ac:chgData name="James L. Gilmore" userId="3d60d20b-672a-4f5d-b5e0-b3454f3fe04c" providerId="ADAL" clId="{AF697304-D9BA-40BA-9B09-E0738E6CEC26}" dt="2026-03-01T10:45:27.871" v="0" actId="478"/>
          <ac:spMkLst>
            <pc:docMk/>
            <pc:sldMk cId="619194086" sldId="258"/>
            <ac:spMk id="2" creationId="{BED5E5D6-586C-BD7E-62CC-3F7A0E8AC40F}"/>
          </ac:spMkLst>
        </pc:spChg>
        <pc:spChg chg="add mod">
          <ac:chgData name="James L. Gilmore" userId="3d60d20b-672a-4f5d-b5e0-b3454f3fe04c" providerId="ADAL" clId="{AF697304-D9BA-40BA-9B09-E0738E6CEC26}" dt="2026-03-01T10:45:27.871" v="0" actId="478"/>
          <ac:spMkLst>
            <pc:docMk/>
            <pc:sldMk cId="619194086" sldId="258"/>
            <ac:spMk id="5" creationId="{19FE3266-BEF1-10DA-8F12-622D82F0D88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AD5D29-FFD8-71E4-3CA2-63A441197E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F6FB9D-BD31-C754-6135-817C6B03F1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6AA5BE-D582-8A4A-8BD3-1195F697F428}" type="datetimeFigureOut">
              <a:rPr lang="en-US" smtClean="0"/>
              <a:t>3/1/2026</a:t>
            </a:fld>
            <a:endParaRPr lang="en-US"/>
          </a:p>
        </p:txBody>
      </p:sp>
      <p:sp>
        <p:nvSpPr>
          <p:cNvPr id="4" name="Footer Placeholder 3">
            <a:extLst>
              <a:ext uri="{FF2B5EF4-FFF2-40B4-BE49-F238E27FC236}">
                <a16:creationId xmlns:a16="http://schemas.microsoft.com/office/drawing/2014/main" id="{86A48ADE-B854-FEF3-939B-E2E9EE03B42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5A3305-86ED-A6F2-BA33-D6D065B437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4E34F3-0C6F-4C4A-8222-485A8FE84BEF}" type="slidenum">
              <a:rPr lang="en-US" smtClean="0"/>
              <a:t>‹#›</a:t>
            </a:fld>
            <a:endParaRPr lang="en-US"/>
          </a:p>
        </p:txBody>
      </p:sp>
    </p:spTree>
    <p:extLst>
      <p:ext uri="{BB962C8B-B14F-4D97-AF65-F5344CB8AC3E}">
        <p14:creationId xmlns:p14="http://schemas.microsoft.com/office/powerpoint/2010/main" val="4149864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1462A-D6E8-7F45-AB1E-8353870150FA}"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71449-FC1B-8940-9159-2DB07A69957B}" type="slidenum">
              <a:rPr lang="en-US" smtClean="0"/>
              <a:t>‹#›</a:t>
            </a:fld>
            <a:endParaRPr lang="en-US"/>
          </a:p>
        </p:txBody>
      </p:sp>
    </p:spTree>
    <p:extLst>
      <p:ext uri="{BB962C8B-B14F-4D97-AF65-F5344CB8AC3E}">
        <p14:creationId xmlns:p14="http://schemas.microsoft.com/office/powerpoint/2010/main" val="359357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a:t>
            </a:fld>
            <a:endParaRPr lang="en-US"/>
          </a:p>
        </p:txBody>
      </p:sp>
    </p:spTree>
    <p:extLst>
      <p:ext uri="{BB962C8B-B14F-4D97-AF65-F5344CB8AC3E}">
        <p14:creationId xmlns:p14="http://schemas.microsoft.com/office/powerpoint/2010/main" val="615956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2</a:t>
            </a:fld>
            <a:endParaRPr lang="en-US"/>
          </a:p>
        </p:txBody>
      </p:sp>
    </p:spTree>
    <p:extLst>
      <p:ext uri="{BB962C8B-B14F-4D97-AF65-F5344CB8AC3E}">
        <p14:creationId xmlns:p14="http://schemas.microsoft.com/office/powerpoint/2010/main" val="2817327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3</a:t>
            </a:fld>
            <a:endParaRPr lang="en-US"/>
          </a:p>
        </p:txBody>
      </p:sp>
    </p:spTree>
    <p:extLst>
      <p:ext uri="{BB962C8B-B14F-4D97-AF65-F5344CB8AC3E}">
        <p14:creationId xmlns:p14="http://schemas.microsoft.com/office/powerpoint/2010/main" val="1195529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4</a:t>
            </a:fld>
            <a:endParaRPr lang="en-US"/>
          </a:p>
        </p:txBody>
      </p:sp>
    </p:spTree>
    <p:extLst>
      <p:ext uri="{BB962C8B-B14F-4D97-AF65-F5344CB8AC3E}">
        <p14:creationId xmlns:p14="http://schemas.microsoft.com/office/powerpoint/2010/main" val="31855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5</a:t>
            </a:fld>
            <a:endParaRPr lang="en-US"/>
          </a:p>
        </p:txBody>
      </p:sp>
    </p:spTree>
    <p:extLst>
      <p:ext uri="{BB962C8B-B14F-4D97-AF65-F5344CB8AC3E}">
        <p14:creationId xmlns:p14="http://schemas.microsoft.com/office/powerpoint/2010/main" val="150722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6</a:t>
            </a:fld>
            <a:endParaRPr lang="en-US"/>
          </a:p>
        </p:txBody>
      </p:sp>
    </p:spTree>
    <p:extLst>
      <p:ext uri="{BB962C8B-B14F-4D97-AF65-F5344CB8AC3E}">
        <p14:creationId xmlns:p14="http://schemas.microsoft.com/office/powerpoint/2010/main" val="3901459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7</a:t>
            </a:fld>
            <a:endParaRPr lang="en-US"/>
          </a:p>
        </p:txBody>
      </p:sp>
    </p:spTree>
    <p:extLst>
      <p:ext uri="{BB962C8B-B14F-4D97-AF65-F5344CB8AC3E}">
        <p14:creationId xmlns:p14="http://schemas.microsoft.com/office/powerpoint/2010/main" val="258993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8</a:t>
            </a:fld>
            <a:endParaRPr lang="en-US"/>
          </a:p>
        </p:txBody>
      </p:sp>
    </p:spTree>
    <p:extLst>
      <p:ext uri="{BB962C8B-B14F-4D97-AF65-F5344CB8AC3E}">
        <p14:creationId xmlns:p14="http://schemas.microsoft.com/office/powerpoint/2010/main" val="336528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9</a:t>
            </a:fld>
            <a:endParaRPr lang="en-US"/>
          </a:p>
        </p:txBody>
      </p:sp>
    </p:spTree>
    <p:extLst>
      <p:ext uri="{BB962C8B-B14F-4D97-AF65-F5344CB8AC3E}">
        <p14:creationId xmlns:p14="http://schemas.microsoft.com/office/powerpoint/2010/main" val="4035875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10</a:t>
            </a:fld>
            <a:endParaRPr lang="en-US"/>
          </a:p>
        </p:txBody>
      </p:sp>
    </p:spTree>
    <p:extLst>
      <p:ext uri="{BB962C8B-B14F-4D97-AF65-F5344CB8AC3E}">
        <p14:creationId xmlns:p14="http://schemas.microsoft.com/office/powerpoint/2010/main" val="1176495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0800" indent="0">
              <a:buNone/>
            </a:pPr>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11</a:t>
            </a:fld>
            <a:endParaRPr lang="en-US"/>
          </a:p>
        </p:txBody>
      </p:sp>
    </p:spTree>
    <p:extLst>
      <p:ext uri="{BB962C8B-B14F-4D97-AF65-F5344CB8AC3E}">
        <p14:creationId xmlns:p14="http://schemas.microsoft.com/office/powerpoint/2010/main" val="84108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12</a:t>
            </a:fld>
            <a:endParaRPr lang="en-US"/>
          </a:p>
        </p:txBody>
      </p:sp>
    </p:spTree>
    <p:extLst>
      <p:ext uri="{BB962C8B-B14F-4D97-AF65-F5344CB8AC3E}">
        <p14:creationId xmlns:p14="http://schemas.microsoft.com/office/powerpoint/2010/main" val="3302630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13</a:t>
            </a:fld>
            <a:endParaRPr lang="en-US"/>
          </a:p>
        </p:txBody>
      </p:sp>
    </p:spTree>
    <p:extLst>
      <p:ext uri="{BB962C8B-B14F-4D97-AF65-F5344CB8AC3E}">
        <p14:creationId xmlns:p14="http://schemas.microsoft.com/office/powerpoint/2010/main" val="2584646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aseline="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a:t>
            </a:r>
          </a:p>
          <a:p>
            <a:pPr marL="0" indent="0">
              <a:buFont typeface="Arial" panose="020B0604020202020204" pitchFamily="34" charset="0"/>
              <a:buNone/>
            </a:pPr>
            <a:endParaRPr lang="en-US" baseline="0"/>
          </a:p>
          <a:p>
            <a:pPr marL="171450" indent="-171450">
              <a:buFont typeface="Arial" panose="020B0604020202020204" pitchFamily="34" charset="0"/>
              <a:buChar char="•"/>
            </a:pPr>
            <a:endParaRPr lang="en-US" baseline="0"/>
          </a:p>
        </p:txBody>
      </p:sp>
      <p:sp>
        <p:nvSpPr>
          <p:cNvPr id="4" name="Slide Number Placeholder 3"/>
          <p:cNvSpPr>
            <a:spLocks noGrp="1"/>
          </p:cNvSpPr>
          <p:nvPr>
            <p:ph type="sldNum" sz="quarter" idx="10"/>
          </p:nvPr>
        </p:nvSpPr>
        <p:spPr/>
        <p:txBody>
          <a:bodyPr/>
          <a:lstStyle/>
          <a:p>
            <a:pPr marL="0" marR="0" lvl="0" indent="0" algn="r" defTabSz="914349" rtl="0" eaLnBrk="1" fontAlgn="auto" latinLnBrk="0" hangingPunct="1">
              <a:lnSpc>
                <a:spcPct val="100000"/>
              </a:lnSpc>
              <a:spcBef>
                <a:spcPts val="0"/>
              </a:spcBef>
              <a:spcAft>
                <a:spcPts val="0"/>
              </a:spcAft>
              <a:buClrTx/>
              <a:buSzTx/>
              <a:buFontTx/>
              <a:buNone/>
              <a:tabLst/>
              <a:defRPr/>
            </a:pPr>
            <a:fld id="{4B33D1B1-7E59-40EB-AFAB-4870D7D088A5}"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14349" rtl="0" eaLnBrk="1" fontAlgn="auto" latinLnBrk="0" hangingPunct="1">
                <a:lnSpc>
                  <a:spcPct val="100000"/>
                </a:lnSpc>
                <a:spcBef>
                  <a:spcPts val="0"/>
                </a:spcBef>
                <a:spcAft>
                  <a:spcPts val="0"/>
                </a:spcAft>
                <a:buClrTx/>
                <a:buSzTx/>
                <a:buFontTx/>
                <a:buNone/>
                <a:tabLst/>
                <a:defRPr/>
              </a:pPr>
              <a:t>14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44396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15</a:t>
            </a:fld>
            <a:endParaRPr lang="en-US"/>
          </a:p>
        </p:txBody>
      </p:sp>
    </p:spTree>
    <p:extLst>
      <p:ext uri="{BB962C8B-B14F-4D97-AF65-F5344CB8AC3E}">
        <p14:creationId xmlns:p14="http://schemas.microsoft.com/office/powerpoint/2010/main" val="1047933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16</a:t>
            </a:fld>
            <a:endParaRPr lang="en-US"/>
          </a:p>
        </p:txBody>
      </p:sp>
    </p:spTree>
    <p:extLst>
      <p:ext uri="{BB962C8B-B14F-4D97-AF65-F5344CB8AC3E}">
        <p14:creationId xmlns:p14="http://schemas.microsoft.com/office/powerpoint/2010/main" val="2138214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17</a:t>
            </a:fld>
            <a:endParaRPr lang="en-US"/>
          </a:p>
        </p:txBody>
      </p:sp>
    </p:spTree>
    <p:extLst>
      <p:ext uri="{BB962C8B-B14F-4D97-AF65-F5344CB8AC3E}">
        <p14:creationId xmlns:p14="http://schemas.microsoft.com/office/powerpoint/2010/main" val="3893136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18</a:t>
            </a:fld>
            <a:endParaRPr lang="en-US"/>
          </a:p>
        </p:txBody>
      </p:sp>
    </p:spTree>
    <p:extLst>
      <p:ext uri="{BB962C8B-B14F-4D97-AF65-F5344CB8AC3E}">
        <p14:creationId xmlns:p14="http://schemas.microsoft.com/office/powerpoint/2010/main" val="2463778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856B063-4C0A-D42C-2135-9B3F90F4A444}"/>
              </a:ext>
            </a:extLst>
          </p:cNvPr>
          <p:cNvSpPr>
            <a:spLocks noGrp="1"/>
          </p:cNvSpPr>
          <p:nvPr>
            <p:ph type="ctrTitle" hasCustomPrompt="1"/>
          </p:nvPr>
        </p:nvSpPr>
        <p:spPr>
          <a:xfrm>
            <a:off x="1263450" y="1122363"/>
            <a:ext cx="10128449" cy="2387600"/>
          </a:xfrm>
        </p:spPr>
        <p:txBody>
          <a:bodyPr anchor="t">
            <a:noAutofit/>
          </a:bodyPr>
          <a:lstStyle>
            <a:lvl1pPr algn="l">
              <a:lnSpc>
                <a:spcPts val="8500"/>
              </a:lnSpc>
              <a:defRPr sz="8800" spc="-150">
                <a:solidFill>
                  <a:schemeClr val="tx2"/>
                </a:solidFill>
              </a:defRPr>
            </a:lvl1pPr>
          </a:lstStyle>
          <a:p>
            <a:r>
              <a:rPr lang="en-US"/>
              <a:t>Click to Edit Master Title Style</a:t>
            </a:r>
          </a:p>
        </p:txBody>
      </p:sp>
      <p:sp>
        <p:nvSpPr>
          <p:cNvPr id="9" name="Subtitle 2">
            <a:extLst>
              <a:ext uri="{FF2B5EF4-FFF2-40B4-BE49-F238E27FC236}">
                <a16:creationId xmlns:a16="http://schemas.microsoft.com/office/drawing/2014/main" id="{A59686D6-9D03-672B-EF76-9A20C5A5472C}"/>
              </a:ext>
            </a:extLst>
          </p:cNvPr>
          <p:cNvSpPr>
            <a:spLocks noGrp="1"/>
          </p:cNvSpPr>
          <p:nvPr>
            <p:ph type="subTitle" idx="1" hasCustomPrompt="1"/>
          </p:nvPr>
        </p:nvSpPr>
        <p:spPr>
          <a:xfrm>
            <a:off x="1251876" y="3888641"/>
            <a:ext cx="9144000" cy="1655762"/>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AA6F0B55-8EE1-FD19-DBEE-C845EE69910F}"/>
              </a:ext>
            </a:extLst>
          </p:cNvPr>
          <p:cNvPicPr>
            <a:picLocks noChangeAspect="1"/>
          </p:cNvPicPr>
          <p:nvPr userDrawn="1"/>
        </p:nvPicPr>
        <p:blipFill>
          <a:blip r:embed="rId2"/>
          <a:stretch>
            <a:fillRect/>
          </a:stretch>
        </p:blipFill>
        <p:spPr>
          <a:xfrm>
            <a:off x="11430686" y="3194050"/>
            <a:ext cx="254000" cy="469900"/>
          </a:xfrm>
          <a:prstGeom prst="rect">
            <a:avLst/>
          </a:prstGeom>
        </p:spPr>
      </p:pic>
      <p:pic>
        <p:nvPicPr>
          <p:cNvPr id="3" name="Picture 2">
            <a:extLst>
              <a:ext uri="{FF2B5EF4-FFF2-40B4-BE49-F238E27FC236}">
                <a16:creationId xmlns:a16="http://schemas.microsoft.com/office/drawing/2014/main" id="{F4450A05-2A0A-047B-0D02-A00B312221A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0" name="Rectangle 9">
            <a:extLst>
              <a:ext uri="{FF2B5EF4-FFF2-40B4-BE49-F238E27FC236}">
                <a16:creationId xmlns:a16="http://schemas.microsoft.com/office/drawing/2014/main" id="{37459893-C4AC-D2BB-367B-984D16CFDD71}"/>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85486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147" userDrawn="1">
          <p15:clr>
            <a:srgbClr val="FBAE40"/>
          </p15:clr>
        </p15:guide>
        <p15:guide id="5" pos="3981" userDrawn="1">
          <p15:clr>
            <a:srgbClr val="FBAE40"/>
          </p15:clr>
        </p15:guide>
        <p15:guide id="6" orient="horz" pos="1212" userDrawn="1">
          <p15:clr>
            <a:srgbClr val="FBAE40"/>
          </p15:clr>
        </p15:guide>
        <p15:guide id="7" orient="horz" pos="26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_Revers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2387600"/>
          </a:xfrm>
        </p:spPr>
        <p:txBody>
          <a:bodyPr anchor="t">
            <a:noAutofit/>
          </a:bodyPr>
          <a:lstStyle>
            <a:lvl1pPr algn="l">
              <a:lnSpc>
                <a:spcPts val="8500"/>
              </a:lnSpc>
              <a:defRPr sz="8800" spc="-15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54450" y="3888641"/>
            <a:ext cx="10134601"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50923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3CF9114-FFED-87B9-EFC9-E7BC2A64BEC7}"/>
              </a:ext>
            </a:extLst>
          </p:cNvPr>
          <p:cNvSpPr>
            <a:spLocks noGrp="1"/>
          </p:cNvSpPr>
          <p:nvPr>
            <p:ph type="title" hasCustomPrompt="1"/>
          </p:nvPr>
        </p:nvSpPr>
        <p:spPr>
          <a:xfrm>
            <a:off x="1265881" y="972338"/>
            <a:ext cx="7725720" cy="1325563"/>
          </a:xfrm>
        </p:spPr>
        <p:txBody>
          <a:bodyPr anchor="t"/>
          <a:lstStyle>
            <a:lvl1pPr>
              <a:defRPr>
                <a:solidFill>
                  <a:schemeClr val="tx2"/>
                </a:solidFill>
              </a:defRPr>
            </a:lvl1pPr>
          </a:lstStyle>
          <a:p>
            <a:r>
              <a:rPr lang="en-US"/>
              <a:t>Click to Edit Master Title Style</a:t>
            </a:r>
          </a:p>
        </p:txBody>
      </p:sp>
      <p:sp>
        <p:nvSpPr>
          <p:cNvPr id="12" name="Content Placeholder 2">
            <a:extLst>
              <a:ext uri="{FF2B5EF4-FFF2-40B4-BE49-F238E27FC236}">
                <a16:creationId xmlns:a16="http://schemas.microsoft.com/office/drawing/2014/main" id="{3C8178D8-25AE-B449-ECB2-C3C9E0511C43}"/>
              </a:ext>
            </a:extLst>
          </p:cNvPr>
          <p:cNvSpPr>
            <a:spLocks noGrp="1"/>
          </p:cNvSpPr>
          <p:nvPr>
            <p:ph idx="1" hasCustomPrompt="1"/>
          </p:nvPr>
        </p:nvSpPr>
        <p:spPr>
          <a:xfrm>
            <a:off x="1265881" y="2378246"/>
            <a:ext cx="7725720" cy="3101289"/>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0088770C-F459-64D8-EBCA-329BD3560267}"/>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4" name="TextBox 3">
            <a:extLst>
              <a:ext uri="{FF2B5EF4-FFF2-40B4-BE49-F238E27FC236}">
                <a16:creationId xmlns:a16="http://schemas.microsoft.com/office/drawing/2014/main" id="{B1F4A6BA-A9F0-67CE-89E6-919E037C6215}"/>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6" name="Picture 5">
            <a:extLst>
              <a:ext uri="{FF2B5EF4-FFF2-40B4-BE49-F238E27FC236}">
                <a16:creationId xmlns:a16="http://schemas.microsoft.com/office/drawing/2014/main" id="{82DBF71B-52CC-6259-FED4-4DE5277F9BE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9" name="Rectangle 8">
            <a:extLst>
              <a:ext uri="{FF2B5EF4-FFF2-40B4-BE49-F238E27FC236}">
                <a16:creationId xmlns:a16="http://schemas.microsoft.com/office/drawing/2014/main" id="{13A19605-552C-EEDB-EA16-19A1FE30FAE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989750"/>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_Reverse">
    <p:bg>
      <p:bgPr>
        <a:solidFill>
          <a:srgbClr val="00274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874A0-6969-EA8A-6039-E28F49F39837}"/>
              </a:ext>
            </a:extLst>
          </p:cNvPr>
          <p:cNvSpPr>
            <a:spLocks noGrp="1"/>
          </p:cNvSpPr>
          <p:nvPr>
            <p:ph type="title" hasCustomPrompt="1"/>
          </p:nvPr>
        </p:nvSpPr>
        <p:spPr>
          <a:xfrm>
            <a:off x="1265881" y="917746"/>
            <a:ext cx="7725720" cy="1325563"/>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75800D1A-76D9-2931-F182-1211B20AC558}"/>
              </a:ext>
            </a:extLst>
          </p:cNvPr>
          <p:cNvSpPr>
            <a:spLocks noGrp="1"/>
          </p:cNvSpPr>
          <p:nvPr>
            <p:ph idx="1" hasCustomPrompt="1"/>
          </p:nvPr>
        </p:nvSpPr>
        <p:spPr>
          <a:xfrm>
            <a:off x="1265881" y="2378246"/>
            <a:ext cx="7725720" cy="31012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EA67C19-81EF-EB6E-EA1E-B07DF1A8DE8E}"/>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6" name="TextBox 5">
            <a:extLst>
              <a:ext uri="{FF2B5EF4-FFF2-40B4-BE49-F238E27FC236}">
                <a16:creationId xmlns:a16="http://schemas.microsoft.com/office/drawing/2014/main" id="{1A785191-97CA-8A07-F5B2-EA8970E61071}"/>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8" name="Picture 7">
            <a:extLst>
              <a:ext uri="{FF2B5EF4-FFF2-40B4-BE49-F238E27FC236}">
                <a16:creationId xmlns:a16="http://schemas.microsoft.com/office/drawing/2014/main" id="{64B75099-340E-2F84-E4E3-8C03B74F28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229B8B0A-3487-0DA3-970F-9067C4D576F8}"/>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479727"/>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2F7C84D-1E9C-12EA-7D4E-97D1320FC0D6}"/>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
        <p:nvSpPr>
          <p:cNvPr id="11" name="Text Placeholder 2">
            <a:extLst>
              <a:ext uri="{FF2B5EF4-FFF2-40B4-BE49-F238E27FC236}">
                <a16:creationId xmlns:a16="http://schemas.microsoft.com/office/drawing/2014/main" id="{089C19F6-B00E-DEE4-1991-D2AF1D7E4FAC}"/>
              </a:ext>
            </a:extLst>
          </p:cNvPr>
          <p:cNvSpPr>
            <a:spLocks noGrp="1"/>
          </p:cNvSpPr>
          <p:nvPr>
            <p:ph type="body" idx="1" hasCustomPrompt="1"/>
          </p:nvPr>
        </p:nvSpPr>
        <p:spPr>
          <a:xfrm>
            <a:off x="788988" y="2049422"/>
            <a:ext cx="9220673" cy="1499757"/>
          </a:xfrm>
        </p:spPr>
        <p:txBody>
          <a:bodyPr anchor="t"/>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4" name="TextBox 3">
            <a:extLst>
              <a:ext uri="{FF2B5EF4-FFF2-40B4-BE49-F238E27FC236}">
                <a16:creationId xmlns:a16="http://schemas.microsoft.com/office/drawing/2014/main" id="{9904999F-CF50-7BB9-AF02-94927BED7A93}"/>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9D499320-AA8C-EEDB-7D3F-D232419B711C}"/>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22EA52ED-084A-883A-2585-610160654C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623661427"/>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tx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ABD3799-C3B9-1009-07A5-A1ED4618EB53}"/>
              </a:ext>
            </a:extLst>
          </p:cNvPr>
          <p:cNvSpPr>
            <a:spLocks noGrp="1"/>
          </p:cNvSpPr>
          <p:nvPr>
            <p:ph type="title" hasCustomPrompt="1"/>
          </p:nvPr>
        </p:nvSpPr>
        <p:spPr>
          <a:xfrm>
            <a:off x="788988" y="563312"/>
            <a:ext cx="9220673" cy="1499758"/>
          </a:xfrm>
        </p:spPr>
        <p:txBody>
          <a:bodyPr anchor="t">
            <a:normAutofit/>
          </a:bodyPr>
          <a:lstStyle>
            <a:lvl1pPr>
              <a:defRPr sz="4400">
                <a:solidFill>
                  <a:schemeClr val="bg1"/>
                </a:solidFill>
              </a:defRPr>
            </a:lvl1pPr>
          </a:lstStyle>
          <a:p>
            <a:r>
              <a:rPr lang="en-US"/>
              <a:t>Click to Edit Master Title Style</a:t>
            </a:r>
          </a:p>
        </p:txBody>
      </p:sp>
      <p:sp>
        <p:nvSpPr>
          <p:cNvPr id="15" name="Text Placeholder 2">
            <a:extLst>
              <a:ext uri="{FF2B5EF4-FFF2-40B4-BE49-F238E27FC236}">
                <a16:creationId xmlns:a16="http://schemas.microsoft.com/office/drawing/2014/main" id="{0E41C5B3-FB99-3562-3ADB-69024BAEDE85}"/>
              </a:ext>
            </a:extLst>
          </p:cNvPr>
          <p:cNvSpPr>
            <a:spLocks noGrp="1"/>
          </p:cNvSpPr>
          <p:nvPr>
            <p:ph type="body" idx="1" hasCustomPrompt="1"/>
          </p:nvPr>
        </p:nvSpPr>
        <p:spPr>
          <a:xfrm>
            <a:off x="788988" y="2049422"/>
            <a:ext cx="9220673" cy="1499757"/>
          </a:xfrm>
        </p:spPr>
        <p:txBody>
          <a:bodyPr anchor="t"/>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2" name="TextBox 1">
            <a:extLst>
              <a:ext uri="{FF2B5EF4-FFF2-40B4-BE49-F238E27FC236}">
                <a16:creationId xmlns:a16="http://schemas.microsoft.com/office/drawing/2014/main" id="{56460F00-FBEA-CDB1-BB39-AC42D304AD3B}"/>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3" name="TextBox 2">
            <a:extLst>
              <a:ext uri="{FF2B5EF4-FFF2-40B4-BE49-F238E27FC236}">
                <a16:creationId xmlns:a16="http://schemas.microsoft.com/office/drawing/2014/main" id="{269A9EE7-163E-07C9-852A-F408C071163A}"/>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4" name="Picture 3">
            <a:extLst>
              <a:ext uri="{FF2B5EF4-FFF2-40B4-BE49-F238E27FC236}">
                <a16:creationId xmlns:a16="http://schemas.microsoft.com/office/drawing/2014/main" id="{249BC47B-051F-073D-94AB-D320977C56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Tree>
    <p:extLst>
      <p:ext uri="{BB962C8B-B14F-4D97-AF65-F5344CB8AC3E}">
        <p14:creationId xmlns:p14="http://schemas.microsoft.com/office/powerpoint/2010/main" val="2810103744"/>
      </p:ext>
    </p:extLst>
  </p:cSld>
  <p:clrMapOvr>
    <a:masterClrMapping/>
  </p:clrMapOvr>
  <p:extLst>
    <p:ext uri="{DCECCB84-F9BA-43D5-87BE-67443E8EF086}">
      <p15:sldGuideLst xmlns:p15="http://schemas.microsoft.com/office/powerpoint/2012/main">
        <p15:guide id="1" orient="horz" pos="641" userDrawn="1">
          <p15:clr>
            <a:srgbClr val="FBAE40"/>
          </p15:clr>
        </p15:guide>
        <p15:guide id="2" orient="horz" pos="145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_Gray Bkgrnd">
    <p:bg>
      <p:bgPr>
        <a:solidFill>
          <a:srgbClr val="EFEFEF"/>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01120FB-95D8-DA0F-5084-368849C322D0}"/>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
        <p:nvSpPr>
          <p:cNvPr id="11" name="Text Placeholder 2">
            <a:extLst>
              <a:ext uri="{FF2B5EF4-FFF2-40B4-BE49-F238E27FC236}">
                <a16:creationId xmlns:a16="http://schemas.microsoft.com/office/drawing/2014/main" id="{173033BF-78F7-9725-90E4-2725015A83A6}"/>
              </a:ext>
            </a:extLst>
          </p:cNvPr>
          <p:cNvSpPr>
            <a:spLocks noGrp="1"/>
          </p:cNvSpPr>
          <p:nvPr>
            <p:ph type="body" idx="1" hasCustomPrompt="1"/>
          </p:nvPr>
        </p:nvSpPr>
        <p:spPr>
          <a:xfrm>
            <a:off x="786709" y="2049422"/>
            <a:ext cx="9222952" cy="1499757"/>
          </a:xfrm>
        </p:spPr>
        <p:txBody>
          <a:bodyPr anchor="t"/>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4" name="TextBox 3">
            <a:extLst>
              <a:ext uri="{FF2B5EF4-FFF2-40B4-BE49-F238E27FC236}">
                <a16:creationId xmlns:a16="http://schemas.microsoft.com/office/drawing/2014/main" id="{5BAB82E0-5569-6C21-9177-E9F0123C755F}"/>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389A7C61-76F2-91B5-2D46-A7B78C330EAB}"/>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9" name="Picture 8">
            <a:extLst>
              <a:ext uri="{FF2B5EF4-FFF2-40B4-BE49-F238E27FC236}">
                <a16:creationId xmlns:a16="http://schemas.microsoft.com/office/drawing/2014/main" id="{B207ACFA-7E4B-9C1E-9E26-4AE188584A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764839202"/>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2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264611" y="1122363"/>
            <a:ext cx="9144000" cy="2387600"/>
          </a:xfrm>
        </p:spPr>
        <p:txBody>
          <a:bodyPr anchor="t"/>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64611" y="3602038"/>
            <a:ext cx="91440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6867599A-504D-6094-3B76-883367F1DA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82080" y="6125481"/>
            <a:ext cx="1265881" cy="737095"/>
          </a:xfrm>
          <a:prstGeom prst="rect">
            <a:avLst/>
          </a:prstGeom>
        </p:spPr>
      </p:pic>
      <p:sp>
        <p:nvSpPr>
          <p:cNvPr id="4" name="TextBox 3">
            <a:extLst>
              <a:ext uri="{FF2B5EF4-FFF2-40B4-BE49-F238E27FC236}">
                <a16:creationId xmlns:a16="http://schemas.microsoft.com/office/drawing/2014/main" id="{3AAEA832-84C0-50C8-4545-D40485C95415}"/>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5" name="TextBox 4">
            <a:extLst>
              <a:ext uri="{FF2B5EF4-FFF2-40B4-BE49-F238E27FC236}">
                <a16:creationId xmlns:a16="http://schemas.microsoft.com/office/drawing/2014/main" id="{55165FF6-EDDE-BD54-0AE6-2DAE53D26D8F}"/>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sp>
        <p:nvSpPr>
          <p:cNvPr id="11" name="Rectangle 10">
            <a:extLst>
              <a:ext uri="{FF2B5EF4-FFF2-40B4-BE49-F238E27FC236}">
                <a16:creationId xmlns:a16="http://schemas.microsoft.com/office/drawing/2014/main" id="{22660A56-F638-7E69-858E-E1A183759735}"/>
              </a:ext>
            </a:extLst>
          </p:cNvPr>
          <p:cNvSpPr/>
          <p:nvPr userDrawn="1"/>
        </p:nvSpPr>
        <p:spPr>
          <a:xfrm>
            <a:off x="1173480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185105"/>
      </p:ext>
    </p:extLst>
  </p:cSld>
  <p:clrMapOvr>
    <a:masterClrMapping/>
  </p:clrMapOvr>
  <p:extLst>
    <p:ext uri="{DCECCB84-F9BA-43D5-87BE-67443E8EF086}">
      <p15:sldGuideLst xmlns:p15="http://schemas.microsoft.com/office/powerpoint/2012/main">
        <p15:guide id="1" orient="horz" pos="1100" userDrawn="1">
          <p15:clr>
            <a:srgbClr val="FBAE40"/>
          </p15:clr>
        </p15:guide>
        <p15:guide id="2" orient="horz" pos="24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1FF2-E2F6-165C-EB93-D1B986440B03}"/>
              </a:ext>
            </a:extLst>
          </p:cNvPr>
          <p:cNvSpPr>
            <a:spLocks noGrp="1"/>
          </p:cNvSpPr>
          <p:nvPr>
            <p:ph type="title" hasCustomPrompt="1"/>
          </p:nvPr>
        </p:nvSpPr>
        <p:spPr>
          <a:xfrm>
            <a:off x="788988" y="556192"/>
            <a:ext cx="10602912" cy="1325563"/>
          </a:xfrm>
        </p:spPr>
        <p:txBody>
          <a:bodyPr/>
          <a:lstStyle>
            <a:lvl1pPr>
              <a:defRPr>
                <a:solidFill>
                  <a:schemeClr val="tx2"/>
                </a:solidFill>
              </a:defRPr>
            </a:lvl1pPr>
          </a:lstStyle>
          <a:p>
            <a:r>
              <a:rPr lang="en-US"/>
              <a:t>Click to Edit Master Title Style</a:t>
            </a:r>
          </a:p>
        </p:txBody>
      </p:sp>
      <p:sp>
        <p:nvSpPr>
          <p:cNvPr id="8" name="TextBox 7">
            <a:extLst>
              <a:ext uri="{FF2B5EF4-FFF2-40B4-BE49-F238E27FC236}">
                <a16:creationId xmlns:a16="http://schemas.microsoft.com/office/drawing/2014/main" id="{1F84DBAF-77C8-1953-CEAB-68C02C2035BC}"/>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BF2BD7C7-3931-D450-F05C-C5FD0CF136FE}"/>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DE7DAF41-1235-974B-8592-CAD4F1E7F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15318676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F53E-FA97-816C-8CFD-CD04AD7C253A}"/>
              </a:ext>
            </a:extLst>
          </p:cNvPr>
          <p:cNvSpPr>
            <a:spLocks noGrp="1"/>
          </p:cNvSpPr>
          <p:nvPr>
            <p:ph type="title" hasCustomPrompt="1"/>
          </p:nvPr>
        </p:nvSpPr>
        <p:spPr>
          <a:xfrm>
            <a:off x="788988" y="545614"/>
            <a:ext cx="10602912" cy="1325563"/>
          </a:xfrm>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D386420-1D6F-4E77-6D25-9D66BFD2AC4D}"/>
              </a:ext>
            </a:extLst>
          </p:cNvPr>
          <p:cNvSpPr>
            <a:spLocks noGrp="1"/>
          </p:cNvSpPr>
          <p:nvPr>
            <p:ph sz="half" idx="1" hasCustomPrompt="1"/>
          </p:nvPr>
        </p:nvSpPr>
        <p:spPr>
          <a:xfrm>
            <a:off x="786709"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91D165-1D98-F679-0830-8E8A900574AA}"/>
              </a:ext>
            </a:extLst>
          </p:cNvPr>
          <p:cNvSpPr>
            <a:spLocks noGrp="1"/>
          </p:cNvSpPr>
          <p:nvPr>
            <p:ph sz="half" idx="2" hasCustomPrompt="1"/>
          </p:nvPr>
        </p:nvSpPr>
        <p:spPr>
          <a:xfrm>
            <a:off x="6223693"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15EF283C-B7A3-0DCD-8B2A-E0F4A5B1CA39}"/>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939CD963-F222-83BB-3C6D-B1953D0587B6}"/>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0CD90884-5449-E161-513B-54EF0250A9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069273108"/>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9380-E958-9608-60A4-B27B89129601}"/>
              </a:ext>
            </a:extLst>
          </p:cNvPr>
          <p:cNvSpPr>
            <a:spLocks noGrp="1"/>
          </p:cNvSpPr>
          <p:nvPr>
            <p:ph type="title" hasCustomPrompt="1"/>
          </p:nvPr>
        </p:nvSpPr>
        <p:spPr>
          <a:xfrm>
            <a:off x="788988" y="545910"/>
            <a:ext cx="10602912" cy="981002"/>
          </a:xfrm>
        </p:spPr>
        <p:txBody>
          <a:bodyPr/>
          <a:lstStyle>
            <a:lvl1pPr>
              <a:defRPr>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FD64447D-4CE6-3152-9D2A-500DD8D4D9BD}"/>
              </a:ext>
            </a:extLst>
          </p:cNvPr>
          <p:cNvSpPr>
            <a:spLocks noGrp="1"/>
          </p:cNvSpPr>
          <p:nvPr>
            <p:ph type="body" idx="1" hasCustomPrompt="1"/>
          </p:nvPr>
        </p:nvSpPr>
        <p:spPr>
          <a:xfrm>
            <a:off x="788988" y="1517387"/>
            <a:ext cx="5157787"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2F54B5-55A1-D322-94F1-DD01BA28E1FD}"/>
              </a:ext>
            </a:extLst>
          </p:cNvPr>
          <p:cNvSpPr>
            <a:spLocks noGrp="1"/>
          </p:cNvSpPr>
          <p:nvPr>
            <p:ph sz="half" idx="2" hasCustomPrompt="1"/>
          </p:nvPr>
        </p:nvSpPr>
        <p:spPr>
          <a:xfrm>
            <a:off x="788988" y="2432739"/>
            <a:ext cx="5157787"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460027-95EC-214D-57DC-FAC081736B8B}"/>
              </a:ext>
            </a:extLst>
          </p:cNvPr>
          <p:cNvSpPr>
            <a:spLocks noGrp="1"/>
          </p:cNvSpPr>
          <p:nvPr>
            <p:ph type="body" sz="quarter" idx="3" hasCustomPrompt="1"/>
          </p:nvPr>
        </p:nvSpPr>
        <p:spPr>
          <a:xfrm>
            <a:off x="6208712" y="1517387"/>
            <a:ext cx="5183188"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AD2B6E-A872-DFAE-29DC-5C016043384F}"/>
              </a:ext>
            </a:extLst>
          </p:cNvPr>
          <p:cNvSpPr>
            <a:spLocks noGrp="1"/>
          </p:cNvSpPr>
          <p:nvPr>
            <p:ph sz="quarter" idx="4" hasCustomPrompt="1"/>
          </p:nvPr>
        </p:nvSpPr>
        <p:spPr>
          <a:xfrm>
            <a:off x="6208712" y="2432739"/>
            <a:ext cx="5183188"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550BB1DE-CB6C-1B99-25DE-6AB056BF253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A387CAFC-2EDF-E96D-5188-704B7EC8AE57}"/>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D954CE75-C730-CA23-ABC9-49AA212E291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4098499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B6C47A-F05A-5342-C885-7312BEDC7DA7}"/>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6" name="TextBox 5">
            <a:extLst>
              <a:ext uri="{FF2B5EF4-FFF2-40B4-BE49-F238E27FC236}">
                <a16:creationId xmlns:a16="http://schemas.microsoft.com/office/drawing/2014/main" id="{8DFF02C9-78DE-1C56-FDD2-49B0552B9B9B}"/>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7D335DC1-8125-E493-FA2A-26CFF74C53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550165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33DE-74EB-D234-5FDC-2011E1798430}"/>
              </a:ext>
            </a:extLst>
          </p:cNvPr>
          <p:cNvSpPr>
            <a:spLocks noGrp="1"/>
          </p:cNvSpPr>
          <p:nvPr>
            <p:ph type="title" hasCustomPrompt="1"/>
          </p:nvPr>
        </p:nvSpPr>
        <p:spPr>
          <a:xfrm>
            <a:off x="766446" y="978408"/>
            <a:ext cx="3932237" cy="890587"/>
          </a:xfrm>
        </p:spPr>
        <p:txBody>
          <a:bodyPr anchor="t" anchorCtr="0"/>
          <a:lstStyle>
            <a:lvl1pP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78AA105-F79A-BDC3-B591-EF96F3EF7C5E}"/>
              </a:ext>
            </a:extLst>
          </p:cNvPr>
          <p:cNvSpPr>
            <a:spLocks noGrp="1"/>
          </p:cNvSpPr>
          <p:nvPr>
            <p:ph idx="1" hasCustomPrompt="1"/>
          </p:nvPr>
        </p:nvSpPr>
        <p:spPr>
          <a:xfrm>
            <a:off x="5219700" y="987425"/>
            <a:ext cx="6172200" cy="4873625"/>
          </a:xfrm>
        </p:spPr>
        <p:txBody>
          <a:bodyPr/>
          <a:lstStyle>
            <a:lvl1pPr>
              <a:buClr>
                <a:schemeClr val="tx2"/>
              </a:buClr>
              <a:defRPr sz="3200">
                <a:solidFill>
                  <a:schemeClr val="tx2"/>
                </a:solidFill>
              </a:defRPr>
            </a:lvl1pPr>
            <a:lvl2pPr>
              <a:buClr>
                <a:schemeClr val="tx2"/>
              </a:buClr>
              <a:defRPr sz="2800">
                <a:solidFill>
                  <a:schemeClr val="tx2"/>
                </a:solidFill>
              </a:defRPr>
            </a:lvl2pPr>
            <a:lvl3pPr>
              <a:buClr>
                <a:schemeClr val="tx2"/>
              </a:buClr>
              <a:defRPr sz="2400">
                <a:solidFill>
                  <a:schemeClr val="tx2"/>
                </a:solidFill>
              </a:defRPr>
            </a:lvl3pPr>
            <a:lvl4pPr>
              <a:buClr>
                <a:schemeClr val="tx2"/>
              </a:buClr>
              <a:defRPr sz="2000">
                <a:solidFill>
                  <a:schemeClr val="tx2"/>
                </a:solidFill>
              </a:defRPr>
            </a:lvl4pPr>
            <a:lvl5pPr>
              <a:buClr>
                <a:schemeClr val="tx2"/>
              </a:buClr>
              <a:defRPr sz="2000">
                <a:solidFill>
                  <a:schemeClr val="tx2"/>
                </a:solidFill>
              </a:defRPr>
            </a:lvl5pPr>
            <a:lvl6pPr>
              <a:defRPr sz="2000"/>
            </a:lvl6pPr>
            <a:lvl7pPr>
              <a:defRPr sz="2000"/>
            </a:lvl7pPr>
            <a:lvl8pPr>
              <a:defRPr sz="2000"/>
            </a:lvl8pPr>
            <a:lvl9pPr>
              <a:defRPr sz="2000"/>
            </a:lvl9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36C6E4-8826-F3FE-6531-31EAD21A063A}"/>
              </a:ext>
            </a:extLst>
          </p:cNvPr>
          <p:cNvSpPr>
            <a:spLocks noGrp="1"/>
          </p:cNvSpPr>
          <p:nvPr>
            <p:ph type="body" sz="half" idx="2" hasCustomPrompt="1"/>
          </p:nvPr>
        </p:nvSpPr>
        <p:spPr>
          <a:xfrm>
            <a:off x="788988" y="1969452"/>
            <a:ext cx="3909695" cy="3811588"/>
          </a:xfrm>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5F9FB4F7-FB61-19E6-B17D-6E25B229E2A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89CDE1B3-53E6-7037-C0F7-17FB69078E1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FCF35B60-7066-3672-3B15-9337A1F6AB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1627501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78408"/>
            <a:ext cx="3932237" cy="1138140"/>
          </a:xfrm>
        </p:spPr>
        <p:txBody>
          <a:bodyPr anchor="t" anchorCtr="0"/>
          <a:lstStyle>
            <a:lvl1pPr>
              <a:defRPr sz="3200">
                <a:solidFill>
                  <a:srgbClr val="00274C"/>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5230812"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7400" y="2116548"/>
            <a:ext cx="3910965" cy="3811588"/>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739544898"/>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2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81188"/>
            <a:ext cx="5139852" cy="1115756"/>
          </a:xfrm>
        </p:spPr>
        <p:txBody>
          <a:bodyPr anchor="t" anchorCtr="0"/>
          <a:lstStyle>
            <a:lvl1pPr>
              <a:defRPr sz="3200">
                <a:solidFill>
                  <a:schemeClr val="tx2"/>
                </a:solidFill>
              </a:defRPr>
            </a:lvl1pPr>
          </a:lstStyle>
          <a:p>
            <a:r>
              <a:rPr lang="en-US"/>
              <a:t>Click to Edit </a:t>
            </a:r>
            <a:br>
              <a:rPr lang="en-US"/>
            </a:br>
            <a:r>
              <a:rPr lang="en-US"/>
              <a:t>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6273801" y="3572540"/>
            <a:ext cx="5118100"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8988" y="2115342"/>
            <a:ext cx="5116992" cy="1115756"/>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1" name="Picture Placeholder 2">
            <a:extLst>
              <a:ext uri="{FF2B5EF4-FFF2-40B4-BE49-F238E27FC236}">
                <a16:creationId xmlns:a16="http://schemas.microsoft.com/office/drawing/2014/main" id="{5437F607-60F9-A4D0-D732-3E4F8F00B158}"/>
              </a:ext>
            </a:extLst>
          </p:cNvPr>
          <p:cNvSpPr>
            <a:spLocks noGrp="1"/>
          </p:cNvSpPr>
          <p:nvPr>
            <p:ph type="pic" idx="10"/>
          </p:nvPr>
        </p:nvSpPr>
        <p:spPr>
          <a:xfrm>
            <a:off x="6286022" y="1029956"/>
            <a:ext cx="5105878" cy="228273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587652274"/>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7" y="979932"/>
            <a:ext cx="10625773" cy="734882"/>
          </a:xfrm>
        </p:spPr>
        <p:txBody>
          <a:bodyPr anchor="t" anchorCtr="0"/>
          <a:lstStyle>
            <a:lvl1pPr>
              <a:defRPr sz="3200">
                <a:solidFill>
                  <a:schemeClr val="tx2"/>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788987" y="1772922"/>
            <a:ext cx="3434965"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800853"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2" name="Picture Placeholder 2">
            <a:extLst>
              <a:ext uri="{FF2B5EF4-FFF2-40B4-BE49-F238E27FC236}">
                <a16:creationId xmlns:a16="http://schemas.microsoft.com/office/drawing/2014/main" id="{E76CFDD9-DBC7-2D68-7ACF-0318AA3BF045}"/>
              </a:ext>
            </a:extLst>
          </p:cNvPr>
          <p:cNvSpPr>
            <a:spLocks noGrp="1"/>
          </p:cNvSpPr>
          <p:nvPr>
            <p:ph type="pic" idx="13"/>
          </p:nvPr>
        </p:nvSpPr>
        <p:spPr>
          <a:xfrm>
            <a:off x="4381523" y="1772922"/>
            <a:ext cx="3434964"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3" name="Picture Placeholder 2">
            <a:extLst>
              <a:ext uri="{FF2B5EF4-FFF2-40B4-BE49-F238E27FC236}">
                <a16:creationId xmlns:a16="http://schemas.microsoft.com/office/drawing/2014/main" id="{AA41F9DE-2499-49A3-7D06-72DCFB636DDF}"/>
              </a:ext>
            </a:extLst>
          </p:cNvPr>
          <p:cNvSpPr>
            <a:spLocks noGrp="1"/>
          </p:cNvSpPr>
          <p:nvPr>
            <p:ph type="pic" idx="14"/>
          </p:nvPr>
        </p:nvSpPr>
        <p:spPr>
          <a:xfrm>
            <a:off x="7974059" y="1772922"/>
            <a:ext cx="3424044"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4" name="Text Placeholder 3">
            <a:extLst>
              <a:ext uri="{FF2B5EF4-FFF2-40B4-BE49-F238E27FC236}">
                <a16:creationId xmlns:a16="http://schemas.microsoft.com/office/drawing/2014/main" id="{7756DCD9-5331-4644-4682-A05CAF6D5697}"/>
              </a:ext>
            </a:extLst>
          </p:cNvPr>
          <p:cNvSpPr>
            <a:spLocks noGrp="1"/>
          </p:cNvSpPr>
          <p:nvPr>
            <p:ph type="body" sz="half" idx="15" hasCustomPrompt="1"/>
          </p:nvPr>
        </p:nvSpPr>
        <p:spPr>
          <a:xfrm>
            <a:off x="800853"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5" name="Text Placeholder 3">
            <a:extLst>
              <a:ext uri="{FF2B5EF4-FFF2-40B4-BE49-F238E27FC236}">
                <a16:creationId xmlns:a16="http://schemas.microsoft.com/office/drawing/2014/main" id="{E66FF04C-0264-B7CD-9979-02CF51187AB8}"/>
              </a:ext>
            </a:extLst>
          </p:cNvPr>
          <p:cNvSpPr>
            <a:spLocks noGrp="1"/>
          </p:cNvSpPr>
          <p:nvPr>
            <p:ph type="body" sz="half" idx="16" hasCustomPrompt="1"/>
          </p:nvPr>
        </p:nvSpPr>
        <p:spPr>
          <a:xfrm>
            <a:off x="4380255"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6" name="Text Placeholder 3">
            <a:extLst>
              <a:ext uri="{FF2B5EF4-FFF2-40B4-BE49-F238E27FC236}">
                <a16:creationId xmlns:a16="http://schemas.microsoft.com/office/drawing/2014/main" id="{D1AFFD23-3836-1B71-0C34-C530B77AA9C4}"/>
              </a:ext>
            </a:extLst>
          </p:cNvPr>
          <p:cNvSpPr>
            <a:spLocks noGrp="1"/>
          </p:cNvSpPr>
          <p:nvPr>
            <p:ph type="body" sz="half" idx="17" hasCustomPrompt="1"/>
          </p:nvPr>
        </p:nvSpPr>
        <p:spPr>
          <a:xfrm>
            <a:off x="4380255"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7" name="Text Placeholder 3">
            <a:extLst>
              <a:ext uri="{FF2B5EF4-FFF2-40B4-BE49-F238E27FC236}">
                <a16:creationId xmlns:a16="http://schemas.microsoft.com/office/drawing/2014/main" id="{0D944E00-C64F-FC0F-A3CA-49848E0E098B}"/>
              </a:ext>
            </a:extLst>
          </p:cNvPr>
          <p:cNvSpPr>
            <a:spLocks noGrp="1"/>
          </p:cNvSpPr>
          <p:nvPr>
            <p:ph type="body" sz="half" idx="18" hasCustomPrompt="1"/>
          </p:nvPr>
        </p:nvSpPr>
        <p:spPr>
          <a:xfrm>
            <a:off x="7974059"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8" name="Text Placeholder 3">
            <a:extLst>
              <a:ext uri="{FF2B5EF4-FFF2-40B4-BE49-F238E27FC236}">
                <a16:creationId xmlns:a16="http://schemas.microsoft.com/office/drawing/2014/main" id="{7DA8A6F9-EEA6-B500-C9F9-7FF126F8C968}"/>
              </a:ext>
            </a:extLst>
          </p:cNvPr>
          <p:cNvSpPr>
            <a:spLocks noGrp="1"/>
          </p:cNvSpPr>
          <p:nvPr>
            <p:ph type="body" sz="half" idx="19" hasCustomPrompt="1"/>
          </p:nvPr>
        </p:nvSpPr>
        <p:spPr>
          <a:xfrm>
            <a:off x="7974059"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Tree>
    <p:extLst>
      <p:ext uri="{BB962C8B-B14F-4D97-AF65-F5344CB8AC3E}">
        <p14:creationId xmlns:p14="http://schemas.microsoft.com/office/powerpoint/2010/main" val="152687093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4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8988" y="721982"/>
            <a:ext cx="10756836" cy="1338466"/>
          </a:xfrm>
        </p:spPr>
        <p:txBody>
          <a:bodyPr/>
          <a:lstStyle>
            <a:lvl1pPr>
              <a:defRPr spc="-50" baseline="0">
                <a:solidFill>
                  <a:schemeClr val="tx2"/>
                </a:solidFill>
              </a:defRPr>
            </a:lvl1pPr>
          </a:lstStyle>
          <a:p>
            <a:r>
              <a:rPr lang="en-US"/>
              <a:t>CLICK TO EDIT MASTER TITLE STYLE</a:t>
            </a:r>
          </a:p>
        </p:txBody>
      </p:sp>
    </p:spTree>
    <p:extLst>
      <p:ext uri="{BB962C8B-B14F-4D97-AF65-F5344CB8AC3E}">
        <p14:creationId xmlns:p14="http://schemas.microsoft.com/office/powerpoint/2010/main" val="349468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_RP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R</a:t>
            </a:r>
            <a:r>
              <a:rPr lang="en-US" dirty="0"/>
              <a:t>etail</a:t>
            </a:r>
            <a:br>
              <a:rPr lang="en-US" dirty="0"/>
            </a:br>
            <a:r>
              <a:rPr lang="en-US" dirty="0">
                <a:solidFill>
                  <a:srgbClr val="F8971D"/>
                </a:solidFill>
              </a:rPr>
              <a:t>P</a:t>
            </a:r>
            <a:r>
              <a:rPr lang="en-US" dirty="0"/>
              <a:t>erformance</a:t>
            </a:r>
            <a:br>
              <a:rPr lang="en-US" dirty="0"/>
            </a:br>
            <a:r>
              <a:rPr lang="en-US" dirty="0">
                <a:solidFill>
                  <a:srgbClr val="F8971D"/>
                </a:solidFill>
              </a:rPr>
              <a:t>E</a:t>
            </a:r>
            <a:r>
              <a:rPr lang="en-US" dirty="0"/>
              <a:t>ngine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03939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Title Slide_AR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A</a:t>
            </a:r>
            <a:r>
              <a:rPr lang="en-US" dirty="0"/>
              <a:t>ccount </a:t>
            </a:r>
            <a:br>
              <a:rPr lang="en-US" dirty="0"/>
            </a:br>
            <a:r>
              <a:rPr lang="en-US" dirty="0">
                <a:solidFill>
                  <a:srgbClr val="F8971D"/>
                </a:solidFill>
              </a:rPr>
              <a:t>R</a:t>
            </a:r>
            <a:r>
              <a:rPr lang="en-US" dirty="0"/>
              <a:t>evenue</a:t>
            </a:r>
            <a:br>
              <a:rPr lang="en-US" dirty="0"/>
            </a:br>
            <a:r>
              <a:rPr lang="en-US" dirty="0">
                <a:solidFill>
                  <a:srgbClr val="F8971D"/>
                </a:solidFill>
              </a:rPr>
              <a:t>S</a:t>
            </a:r>
            <a:r>
              <a:rPr lang="en-US" dirty="0"/>
              <a:t>olution</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53827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Title Slide_IC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I</a:t>
            </a:r>
            <a:r>
              <a:rPr lang="en-US" dirty="0"/>
              <a:t>nvitation</a:t>
            </a:r>
            <a:br>
              <a:rPr lang="en-US" dirty="0"/>
            </a:br>
            <a:r>
              <a:rPr lang="en-US" dirty="0">
                <a:solidFill>
                  <a:srgbClr val="F8971D"/>
                </a:solidFill>
              </a:rPr>
              <a:t>C</a:t>
            </a:r>
            <a:r>
              <a:rPr lang="en-US" dirty="0"/>
              <a:t>hecking</a:t>
            </a:r>
            <a:br>
              <a:rPr lang="en-US" dirty="0"/>
            </a:br>
            <a:r>
              <a:rPr lang="en-US" dirty="0">
                <a:solidFill>
                  <a:srgbClr val="F8971D"/>
                </a:solidFill>
              </a:rPr>
              <a:t>S</a:t>
            </a:r>
            <a:r>
              <a:rPr lang="en-US" dirty="0"/>
              <a:t>ystem</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45252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11581-9BE5-69CD-2E9B-65456CE9B686}"/>
              </a:ext>
            </a:extLst>
          </p:cNvPr>
          <p:cNvSpPr>
            <a:spLocks noGrp="1"/>
          </p:cNvSpPr>
          <p:nvPr>
            <p:ph type="title"/>
          </p:nvPr>
        </p:nvSpPr>
        <p:spPr>
          <a:xfrm>
            <a:off x="788988" y="721982"/>
            <a:ext cx="10602912" cy="697386"/>
          </a:xfrm>
          <a:prstGeom prst="rect">
            <a:avLst/>
          </a:prstGeom>
        </p:spPr>
        <p:txBody>
          <a:bodyPr vert="horz" lIns="0" tIns="0" rIns="0" bIns="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86525387-BE89-357B-55FE-551E5442445E}"/>
              </a:ext>
            </a:extLst>
          </p:cNvPr>
          <p:cNvSpPr>
            <a:spLocks noGrp="1"/>
          </p:cNvSpPr>
          <p:nvPr>
            <p:ph type="body" idx="1"/>
          </p:nvPr>
        </p:nvSpPr>
        <p:spPr>
          <a:xfrm>
            <a:off x="788988" y="1825625"/>
            <a:ext cx="10602912" cy="4351338"/>
          </a:xfrm>
          <a:prstGeom prst="rect">
            <a:avLst/>
          </a:prstGeom>
        </p:spPr>
        <p:txBody>
          <a:bodyPr vert="horz" lIns="0" tIns="0" rIns="0" bIns="0" rtlCol="0">
            <a:normAutofit/>
          </a:body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668415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5" r:id="rId3"/>
    <p:sldLayoutId id="2147483661" r:id="rId4"/>
    <p:sldLayoutId id="2147483666" r:id="rId5"/>
    <p:sldLayoutId id="2147483670" r:id="rId6"/>
    <p:sldLayoutId id="2147483667" r:id="rId7"/>
    <p:sldLayoutId id="2147483664" r:id="rId8"/>
    <p:sldLayoutId id="2147483663" r:id="rId9"/>
    <p:sldLayoutId id="2147483652" r:id="rId10"/>
    <p:sldLayoutId id="2147483653" r:id="rId11"/>
    <p:sldLayoutId id="2147483655" r:id="rId12"/>
    <p:sldLayoutId id="2147483656" r:id="rId13"/>
    <p:sldLayoutId id="2147483671" r:id="rId14"/>
    <p:sldLayoutId id="2147483657" r:id="rId15"/>
    <p:sldLayoutId id="2147483672" r:id="rId16"/>
    <p:sldLayoutId id="2147483673" r:id="rId17"/>
    <p:sldLayoutId id="2147483674" r:id="rId18"/>
    <p:sldLayoutId id="2147483677" r:id="rId19"/>
    <p:sldLayoutId id="2147483678" r:id="rId20"/>
  </p:sldLayoutIdLst>
  <p:hf hdr="0" dt="0"/>
  <p:txStyles>
    <p:titleStyle>
      <a:lvl1pPr algn="l" defTabSz="914400" rtl="0" eaLnBrk="1" latinLnBrk="0" hangingPunct="1">
        <a:lnSpc>
          <a:spcPct val="90000"/>
        </a:lnSpc>
        <a:spcBef>
          <a:spcPct val="0"/>
        </a:spcBef>
        <a:buNone/>
        <a:defRPr sz="4400" b="1" i="0" kern="1200">
          <a:solidFill>
            <a:srgbClr val="00274C"/>
          </a:solidFill>
          <a:latin typeface="Montserrat ExtraBold"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176" userDrawn="1">
          <p15:clr>
            <a:srgbClr val="F26B43"/>
          </p15:clr>
        </p15:guide>
        <p15:guide id="3" pos="497" userDrawn="1">
          <p15:clr>
            <a:srgbClr val="F26B43"/>
          </p15:clr>
        </p15:guide>
        <p15:guide id="6" pos="281" userDrawn="1">
          <p15:clr>
            <a:srgbClr val="F26B43"/>
          </p15:clr>
        </p15:guide>
        <p15:guide id="7" pos="7387" userDrawn="1">
          <p15:clr>
            <a:srgbClr val="F26B43"/>
          </p15:clr>
        </p15:guide>
        <p15:guide id="8" pos="496" userDrawn="1">
          <p15:clr>
            <a:srgbClr val="F26B43"/>
          </p15:clr>
        </p15:guide>
        <p15:guide id="10" pos="792" userDrawn="1">
          <p15:clr>
            <a:srgbClr val="F26B43"/>
          </p15:clr>
        </p15:guide>
        <p15:guide id="11" orient="horz" pos="2160" userDrawn="1">
          <p15:clr>
            <a:srgbClr val="F26B43"/>
          </p15:clr>
        </p15:guide>
        <p15:guide id="12" orient="horz" pos="7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10.emf"/><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1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18" Type="http://schemas.openxmlformats.org/officeDocument/2006/relationships/image" Target="../media/image46.sv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png"/><Relationship Id="rId2" Type="http://schemas.openxmlformats.org/officeDocument/2006/relationships/notesSlide" Target="../notesSlides/notesSlide11.xml"/><Relationship Id="rId16" Type="http://schemas.openxmlformats.org/officeDocument/2006/relationships/image" Target="../media/image44.svg"/><Relationship Id="rId20" Type="http://schemas.openxmlformats.org/officeDocument/2006/relationships/image" Target="../media/image48.svg"/><Relationship Id="rId1" Type="http://schemas.openxmlformats.org/officeDocument/2006/relationships/slideLayout" Target="../slideLayouts/slideLayout5.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svg"/><Relationship Id="rId19" Type="http://schemas.openxmlformats.org/officeDocument/2006/relationships/image" Target="../media/image47.pn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6" Type="http://schemas.openxmlformats.org/officeDocument/2006/relationships/image" Target="../media/image80.svg"/><Relationship Id="rId21" Type="http://schemas.openxmlformats.org/officeDocument/2006/relationships/image" Target="../media/image75.png"/><Relationship Id="rId42" Type="http://schemas.openxmlformats.org/officeDocument/2006/relationships/image" Target="../media/image96.svg"/><Relationship Id="rId47" Type="http://schemas.openxmlformats.org/officeDocument/2006/relationships/image" Target="../media/image101.png"/><Relationship Id="rId63" Type="http://schemas.openxmlformats.org/officeDocument/2006/relationships/image" Target="../media/image117.png"/><Relationship Id="rId68" Type="http://schemas.openxmlformats.org/officeDocument/2006/relationships/image" Target="../media/image122.svg"/><Relationship Id="rId84" Type="http://schemas.openxmlformats.org/officeDocument/2006/relationships/image" Target="../media/image138.svg"/><Relationship Id="rId89" Type="http://schemas.openxmlformats.org/officeDocument/2006/relationships/image" Target="../media/image143.png"/><Relationship Id="rId16" Type="http://schemas.openxmlformats.org/officeDocument/2006/relationships/image" Target="../media/image70.svg"/><Relationship Id="rId11" Type="http://schemas.openxmlformats.org/officeDocument/2006/relationships/image" Target="../media/image65.png"/><Relationship Id="rId32" Type="http://schemas.openxmlformats.org/officeDocument/2006/relationships/image" Target="../media/image86.svg"/><Relationship Id="rId37" Type="http://schemas.openxmlformats.org/officeDocument/2006/relationships/image" Target="../media/image91.png"/><Relationship Id="rId53" Type="http://schemas.openxmlformats.org/officeDocument/2006/relationships/image" Target="../media/image107.png"/><Relationship Id="rId58" Type="http://schemas.openxmlformats.org/officeDocument/2006/relationships/image" Target="../media/image112.svg"/><Relationship Id="rId74" Type="http://schemas.openxmlformats.org/officeDocument/2006/relationships/image" Target="../media/image128.svg"/><Relationship Id="rId79" Type="http://schemas.openxmlformats.org/officeDocument/2006/relationships/image" Target="../media/image133.png"/><Relationship Id="rId102" Type="http://schemas.openxmlformats.org/officeDocument/2006/relationships/image" Target="../media/image156.svg"/><Relationship Id="rId5" Type="http://schemas.openxmlformats.org/officeDocument/2006/relationships/image" Target="../media/image59.png"/><Relationship Id="rId90" Type="http://schemas.openxmlformats.org/officeDocument/2006/relationships/image" Target="../media/image144.svg"/><Relationship Id="rId95" Type="http://schemas.openxmlformats.org/officeDocument/2006/relationships/image" Target="../media/image149.png"/><Relationship Id="rId22" Type="http://schemas.openxmlformats.org/officeDocument/2006/relationships/image" Target="../media/image76.svg"/><Relationship Id="rId27" Type="http://schemas.openxmlformats.org/officeDocument/2006/relationships/image" Target="../media/image81.png"/><Relationship Id="rId43" Type="http://schemas.openxmlformats.org/officeDocument/2006/relationships/image" Target="../media/image97.png"/><Relationship Id="rId48" Type="http://schemas.openxmlformats.org/officeDocument/2006/relationships/image" Target="../media/image102.svg"/><Relationship Id="rId64" Type="http://schemas.openxmlformats.org/officeDocument/2006/relationships/image" Target="../media/image118.svg"/><Relationship Id="rId69" Type="http://schemas.openxmlformats.org/officeDocument/2006/relationships/image" Target="../media/image123.png"/><Relationship Id="rId80" Type="http://schemas.openxmlformats.org/officeDocument/2006/relationships/image" Target="../media/image134.svg"/><Relationship Id="rId85" Type="http://schemas.openxmlformats.org/officeDocument/2006/relationships/image" Target="../media/image139.png"/><Relationship Id="rId12" Type="http://schemas.openxmlformats.org/officeDocument/2006/relationships/image" Target="../media/image66.svg"/><Relationship Id="rId17" Type="http://schemas.openxmlformats.org/officeDocument/2006/relationships/image" Target="../media/image71.png"/><Relationship Id="rId33" Type="http://schemas.openxmlformats.org/officeDocument/2006/relationships/image" Target="../media/image87.png"/><Relationship Id="rId38" Type="http://schemas.openxmlformats.org/officeDocument/2006/relationships/image" Target="../media/image92.svg"/><Relationship Id="rId59" Type="http://schemas.openxmlformats.org/officeDocument/2006/relationships/image" Target="../media/image113.png"/><Relationship Id="rId103" Type="http://schemas.openxmlformats.org/officeDocument/2006/relationships/image" Target="../media/image157.png"/><Relationship Id="rId20" Type="http://schemas.openxmlformats.org/officeDocument/2006/relationships/image" Target="../media/image74.svg"/><Relationship Id="rId41" Type="http://schemas.openxmlformats.org/officeDocument/2006/relationships/image" Target="../media/image95.png"/><Relationship Id="rId54" Type="http://schemas.openxmlformats.org/officeDocument/2006/relationships/image" Target="../media/image108.svg"/><Relationship Id="rId62" Type="http://schemas.openxmlformats.org/officeDocument/2006/relationships/image" Target="../media/image116.svg"/><Relationship Id="rId70" Type="http://schemas.openxmlformats.org/officeDocument/2006/relationships/image" Target="../media/image124.svg"/><Relationship Id="rId75" Type="http://schemas.openxmlformats.org/officeDocument/2006/relationships/image" Target="../media/image129.png"/><Relationship Id="rId83" Type="http://schemas.openxmlformats.org/officeDocument/2006/relationships/image" Target="../media/image137.png"/><Relationship Id="rId88" Type="http://schemas.openxmlformats.org/officeDocument/2006/relationships/image" Target="../media/image142.svg"/><Relationship Id="rId91" Type="http://schemas.openxmlformats.org/officeDocument/2006/relationships/image" Target="../media/image145.png"/><Relationship Id="rId96" Type="http://schemas.openxmlformats.org/officeDocument/2006/relationships/image" Target="../media/image150.svg"/><Relationship Id="rId1" Type="http://schemas.openxmlformats.org/officeDocument/2006/relationships/slideLayout" Target="../slideLayouts/slideLayout5.xml"/><Relationship Id="rId6" Type="http://schemas.openxmlformats.org/officeDocument/2006/relationships/image" Target="../media/image60.sv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svg"/><Relationship Id="rId36" Type="http://schemas.openxmlformats.org/officeDocument/2006/relationships/image" Target="../media/image90.svg"/><Relationship Id="rId49" Type="http://schemas.openxmlformats.org/officeDocument/2006/relationships/image" Target="../media/image103.png"/><Relationship Id="rId57" Type="http://schemas.openxmlformats.org/officeDocument/2006/relationships/image" Target="../media/image111.png"/><Relationship Id="rId106" Type="http://schemas.openxmlformats.org/officeDocument/2006/relationships/image" Target="../media/image160.svg"/><Relationship Id="rId10" Type="http://schemas.openxmlformats.org/officeDocument/2006/relationships/image" Target="../media/image64.svg"/><Relationship Id="rId31" Type="http://schemas.openxmlformats.org/officeDocument/2006/relationships/image" Target="../media/image85.png"/><Relationship Id="rId44" Type="http://schemas.openxmlformats.org/officeDocument/2006/relationships/image" Target="../media/image98.svg"/><Relationship Id="rId52" Type="http://schemas.openxmlformats.org/officeDocument/2006/relationships/image" Target="../media/image106.svg"/><Relationship Id="rId60" Type="http://schemas.openxmlformats.org/officeDocument/2006/relationships/image" Target="../media/image114.svg"/><Relationship Id="rId65" Type="http://schemas.openxmlformats.org/officeDocument/2006/relationships/image" Target="../media/image119.png"/><Relationship Id="rId73" Type="http://schemas.openxmlformats.org/officeDocument/2006/relationships/image" Target="../media/image127.png"/><Relationship Id="rId78" Type="http://schemas.openxmlformats.org/officeDocument/2006/relationships/image" Target="../media/image132.svg"/><Relationship Id="rId81" Type="http://schemas.openxmlformats.org/officeDocument/2006/relationships/image" Target="../media/image135.png"/><Relationship Id="rId86" Type="http://schemas.openxmlformats.org/officeDocument/2006/relationships/image" Target="../media/image140.svg"/><Relationship Id="rId94" Type="http://schemas.openxmlformats.org/officeDocument/2006/relationships/image" Target="../media/image148.svg"/><Relationship Id="rId99" Type="http://schemas.openxmlformats.org/officeDocument/2006/relationships/image" Target="../media/image153.png"/><Relationship Id="rId101" Type="http://schemas.openxmlformats.org/officeDocument/2006/relationships/image" Target="../media/image155.png"/><Relationship Id="rId4" Type="http://schemas.openxmlformats.org/officeDocument/2006/relationships/image" Target="../media/image58.svg"/><Relationship Id="rId9" Type="http://schemas.openxmlformats.org/officeDocument/2006/relationships/image" Target="../media/image63.png"/><Relationship Id="rId13" Type="http://schemas.openxmlformats.org/officeDocument/2006/relationships/image" Target="../media/image67.png"/><Relationship Id="rId18" Type="http://schemas.openxmlformats.org/officeDocument/2006/relationships/image" Target="../media/image72.svg"/><Relationship Id="rId39" Type="http://schemas.openxmlformats.org/officeDocument/2006/relationships/image" Target="../media/image93.png"/><Relationship Id="rId34" Type="http://schemas.openxmlformats.org/officeDocument/2006/relationships/image" Target="../media/image88.svg"/><Relationship Id="rId50" Type="http://schemas.openxmlformats.org/officeDocument/2006/relationships/image" Target="../media/image104.svg"/><Relationship Id="rId55" Type="http://schemas.openxmlformats.org/officeDocument/2006/relationships/image" Target="../media/image109.png"/><Relationship Id="rId76" Type="http://schemas.openxmlformats.org/officeDocument/2006/relationships/image" Target="../media/image130.svg"/><Relationship Id="rId97" Type="http://schemas.openxmlformats.org/officeDocument/2006/relationships/image" Target="../media/image151.png"/><Relationship Id="rId104" Type="http://schemas.openxmlformats.org/officeDocument/2006/relationships/image" Target="../media/image158.svg"/><Relationship Id="rId7" Type="http://schemas.openxmlformats.org/officeDocument/2006/relationships/image" Target="../media/image61.png"/><Relationship Id="rId71" Type="http://schemas.openxmlformats.org/officeDocument/2006/relationships/image" Target="../media/image125.png"/><Relationship Id="rId92" Type="http://schemas.openxmlformats.org/officeDocument/2006/relationships/image" Target="../media/image146.svg"/><Relationship Id="rId2" Type="http://schemas.openxmlformats.org/officeDocument/2006/relationships/notesSlide" Target="../notesSlides/notesSlide15.xml"/><Relationship Id="rId29" Type="http://schemas.openxmlformats.org/officeDocument/2006/relationships/image" Target="../media/image83.png"/><Relationship Id="rId24" Type="http://schemas.openxmlformats.org/officeDocument/2006/relationships/image" Target="../media/image78.svg"/><Relationship Id="rId40" Type="http://schemas.openxmlformats.org/officeDocument/2006/relationships/image" Target="../media/image94.svg"/><Relationship Id="rId45" Type="http://schemas.openxmlformats.org/officeDocument/2006/relationships/image" Target="../media/image99.png"/><Relationship Id="rId66" Type="http://schemas.openxmlformats.org/officeDocument/2006/relationships/image" Target="../media/image120.svg"/><Relationship Id="rId87" Type="http://schemas.openxmlformats.org/officeDocument/2006/relationships/image" Target="../media/image141.png"/><Relationship Id="rId61" Type="http://schemas.openxmlformats.org/officeDocument/2006/relationships/image" Target="../media/image115.png"/><Relationship Id="rId82" Type="http://schemas.openxmlformats.org/officeDocument/2006/relationships/image" Target="../media/image136.svg"/><Relationship Id="rId19" Type="http://schemas.openxmlformats.org/officeDocument/2006/relationships/image" Target="../media/image73.png"/><Relationship Id="rId14" Type="http://schemas.openxmlformats.org/officeDocument/2006/relationships/image" Target="../media/image68.svg"/><Relationship Id="rId30" Type="http://schemas.openxmlformats.org/officeDocument/2006/relationships/image" Target="../media/image84.svg"/><Relationship Id="rId35" Type="http://schemas.openxmlformats.org/officeDocument/2006/relationships/image" Target="../media/image89.png"/><Relationship Id="rId56" Type="http://schemas.openxmlformats.org/officeDocument/2006/relationships/image" Target="../media/image110.svg"/><Relationship Id="rId77" Type="http://schemas.openxmlformats.org/officeDocument/2006/relationships/image" Target="../media/image131.png"/><Relationship Id="rId100" Type="http://schemas.openxmlformats.org/officeDocument/2006/relationships/image" Target="../media/image154.svg"/><Relationship Id="rId105" Type="http://schemas.openxmlformats.org/officeDocument/2006/relationships/image" Target="../media/image159.png"/><Relationship Id="rId8" Type="http://schemas.openxmlformats.org/officeDocument/2006/relationships/image" Target="../media/image62.svg"/><Relationship Id="rId51" Type="http://schemas.openxmlformats.org/officeDocument/2006/relationships/image" Target="../media/image105.png"/><Relationship Id="rId72" Type="http://schemas.openxmlformats.org/officeDocument/2006/relationships/image" Target="../media/image126.svg"/><Relationship Id="rId93" Type="http://schemas.openxmlformats.org/officeDocument/2006/relationships/image" Target="../media/image147.png"/><Relationship Id="rId98" Type="http://schemas.openxmlformats.org/officeDocument/2006/relationships/image" Target="../media/image152.svg"/><Relationship Id="rId3" Type="http://schemas.openxmlformats.org/officeDocument/2006/relationships/image" Target="../media/image57.png"/><Relationship Id="rId25" Type="http://schemas.openxmlformats.org/officeDocument/2006/relationships/image" Target="../media/image79.png"/><Relationship Id="rId46" Type="http://schemas.openxmlformats.org/officeDocument/2006/relationships/image" Target="../media/image100.svg"/><Relationship Id="rId67" Type="http://schemas.openxmlformats.org/officeDocument/2006/relationships/image" Target="../media/image121.png"/></Relationships>
</file>

<file path=ppt/slides/_rels/slide16.xml.rels><?xml version="1.0" encoding="UTF-8" standalone="yes"?>
<Relationships xmlns="http://schemas.openxmlformats.org/package/2006/relationships"><Relationship Id="rId117" Type="http://schemas.openxmlformats.org/officeDocument/2006/relationships/image" Target="../media/image275.png"/><Relationship Id="rId21" Type="http://schemas.openxmlformats.org/officeDocument/2006/relationships/image" Target="../media/image179.png"/><Relationship Id="rId42" Type="http://schemas.openxmlformats.org/officeDocument/2006/relationships/image" Target="../media/image200.svg"/><Relationship Id="rId63" Type="http://schemas.openxmlformats.org/officeDocument/2006/relationships/image" Target="../media/image221.png"/><Relationship Id="rId84" Type="http://schemas.openxmlformats.org/officeDocument/2006/relationships/image" Target="../media/image242.svg"/><Relationship Id="rId138" Type="http://schemas.openxmlformats.org/officeDocument/2006/relationships/image" Target="../media/image296.svg"/><Relationship Id="rId107" Type="http://schemas.openxmlformats.org/officeDocument/2006/relationships/image" Target="../media/image265.png"/><Relationship Id="rId11" Type="http://schemas.openxmlformats.org/officeDocument/2006/relationships/image" Target="../media/image169.png"/><Relationship Id="rId32" Type="http://schemas.openxmlformats.org/officeDocument/2006/relationships/image" Target="../media/image190.svg"/><Relationship Id="rId53" Type="http://schemas.openxmlformats.org/officeDocument/2006/relationships/image" Target="../media/image211.png"/><Relationship Id="rId74" Type="http://schemas.openxmlformats.org/officeDocument/2006/relationships/image" Target="../media/image232.svg"/><Relationship Id="rId128" Type="http://schemas.openxmlformats.org/officeDocument/2006/relationships/image" Target="../media/image286.svg"/><Relationship Id="rId149" Type="http://schemas.openxmlformats.org/officeDocument/2006/relationships/image" Target="../media/image307.png"/><Relationship Id="rId5" Type="http://schemas.openxmlformats.org/officeDocument/2006/relationships/image" Target="../media/image163.png"/><Relationship Id="rId95" Type="http://schemas.openxmlformats.org/officeDocument/2006/relationships/image" Target="../media/image253.png"/><Relationship Id="rId22" Type="http://schemas.openxmlformats.org/officeDocument/2006/relationships/image" Target="../media/image180.svg"/><Relationship Id="rId43" Type="http://schemas.openxmlformats.org/officeDocument/2006/relationships/image" Target="../media/image201.png"/><Relationship Id="rId64" Type="http://schemas.openxmlformats.org/officeDocument/2006/relationships/image" Target="../media/image222.svg"/><Relationship Id="rId118" Type="http://schemas.openxmlformats.org/officeDocument/2006/relationships/image" Target="../media/image276.svg"/><Relationship Id="rId139" Type="http://schemas.openxmlformats.org/officeDocument/2006/relationships/image" Target="../media/image297.png"/><Relationship Id="rId80" Type="http://schemas.openxmlformats.org/officeDocument/2006/relationships/image" Target="../media/image238.svg"/><Relationship Id="rId85" Type="http://schemas.openxmlformats.org/officeDocument/2006/relationships/image" Target="../media/image243.png"/><Relationship Id="rId150" Type="http://schemas.openxmlformats.org/officeDocument/2006/relationships/image" Target="../media/image308.svg"/><Relationship Id="rId155" Type="http://schemas.openxmlformats.org/officeDocument/2006/relationships/image" Target="../media/image313.png"/><Relationship Id="rId12" Type="http://schemas.openxmlformats.org/officeDocument/2006/relationships/image" Target="../media/image170.svg"/><Relationship Id="rId17" Type="http://schemas.openxmlformats.org/officeDocument/2006/relationships/image" Target="../media/image175.png"/><Relationship Id="rId33" Type="http://schemas.openxmlformats.org/officeDocument/2006/relationships/image" Target="../media/image191.png"/><Relationship Id="rId38" Type="http://schemas.openxmlformats.org/officeDocument/2006/relationships/image" Target="../media/image196.svg"/><Relationship Id="rId59" Type="http://schemas.openxmlformats.org/officeDocument/2006/relationships/image" Target="../media/image217.png"/><Relationship Id="rId103" Type="http://schemas.openxmlformats.org/officeDocument/2006/relationships/image" Target="../media/image261.png"/><Relationship Id="rId108" Type="http://schemas.openxmlformats.org/officeDocument/2006/relationships/image" Target="../media/image266.svg"/><Relationship Id="rId124" Type="http://schemas.openxmlformats.org/officeDocument/2006/relationships/image" Target="../media/image282.svg"/><Relationship Id="rId129" Type="http://schemas.openxmlformats.org/officeDocument/2006/relationships/image" Target="../media/image287.png"/><Relationship Id="rId54" Type="http://schemas.openxmlformats.org/officeDocument/2006/relationships/image" Target="../media/image212.svg"/><Relationship Id="rId70" Type="http://schemas.openxmlformats.org/officeDocument/2006/relationships/image" Target="../media/image228.svg"/><Relationship Id="rId75" Type="http://schemas.openxmlformats.org/officeDocument/2006/relationships/image" Target="../media/image233.png"/><Relationship Id="rId91" Type="http://schemas.openxmlformats.org/officeDocument/2006/relationships/image" Target="../media/image249.png"/><Relationship Id="rId96" Type="http://schemas.openxmlformats.org/officeDocument/2006/relationships/image" Target="../media/image254.svg"/><Relationship Id="rId140" Type="http://schemas.openxmlformats.org/officeDocument/2006/relationships/image" Target="../media/image298.svg"/><Relationship Id="rId145" Type="http://schemas.openxmlformats.org/officeDocument/2006/relationships/image" Target="../media/image303.png"/><Relationship Id="rId1" Type="http://schemas.openxmlformats.org/officeDocument/2006/relationships/slideLayout" Target="../slideLayouts/slideLayout5.xml"/><Relationship Id="rId6" Type="http://schemas.openxmlformats.org/officeDocument/2006/relationships/image" Target="../media/image164.svg"/><Relationship Id="rId23" Type="http://schemas.openxmlformats.org/officeDocument/2006/relationships/image" Target="../media/image181.png"/><Relationship Id="rId28" Type="http://schemas.openxmlformats.org/officeDocument/2006/relationships/image" Target="../media/image186.svg"/><Relationship Id="rId49" Type="http://schemas.openxmlformats.org/officeDocument/2006/relationships/image" Target="../media/image207.png"/><Relationship Id="rId114" Type="http://schemas.openxmlformats.org/officeDocument/2006/relationships/image" Target="../media/image272.svg"/><Relationship Id="rId119" Type="http://schemas.openxmlformats.org/officeDocument/2006/relationships/image" Target="../media/image277.png"/><Relationship Id="rId44" Type="http://schemas.openxmlformats.org/officeDocument/2006/relationships/image" Target="../media/image202.svg"/><Relationship Id="rId60" Type="http://schemas.openxmlformats.org/officeDocument/2006/relationships/image" Target="../media/image218.svg"/><Relationship Id="rId65" Type="http://schemas.openxmlformats.org/officeDocument/2006/relationships/image" Target="../media/image223.png"/><Relationship Id="rId81" Type="http://schemas.openxmlformats.org/officeDocument/2006/relationships/image" Target="../media/image239.png"/><Relationship Id="rId86" Type="http://schemas.openxmlformats.org/officeDocument/2006/relationships/image" Target="../media/image244.svg"/><Relationship Id="rId130" Type="http://schemas.openxmlformats.org/officeDocument/2006/relationships/image" Target="../media/image288.svg"/><Relationship Id="rId135" Type="http://schemas.openxmlformats.org/officeDocument/2006/relationships/image" Target="../media/image293.png"/><Relationship Id="rId151" Type="http://schemas.openxmlformats.org/officeDocument/2006/relationships/image" Target="../media/image309.png"/><Relationship Id="rId156" Type="http://schemas.openxmlformats.org/officeDocument/2006/relationships/image" Target="../media/image314.svg"/><Relationship Id="rId13" Type="http://schemas.openxmlformats.org/officeDocument/2006/relationships/image" Target="../media/image171.png"/><Relationship Id="rId18" Type="http://schemas.openxmlformats.org/officeDocument/2006/relationships/image" Target="../media/image176.svg"/><Relationship Id="rId39" Type="http://schemas.openxmlformats.org/officeDocument/2006/relationships/image" Target="../media/image197.png"/><Relationship Id="rId109" Type="http://schemas.openxmlformats.org/officeDocument/2006/relationships/image" Target="../media/image267.png"/><Relationship Id="rId34" Type="http://schemas.openxmlformats.org/officeDocument/2006/relationships/image" Target="../media/image192.svg"/><Relationship Id="rId50" Type="http://schemas.openxmlformats.org/officeDocument/2006/relationships/image" Target="../media/image208.svg"/><Relationship Id="rId55" Type="http://schemas.openxmlformats.org/officeDocument/2006/relationships/image" Target="../media/image213.png"/><Relationship Id="rId76" Type="http://schemas.openxmlformats.org/officeDocument/2006/relationships/image" Target="../media/image234.svg"/><Relationship Id="rId97" Type="http://schemas.openxmlformats.org/officeDocument/2006/relationships/image" Target="../media/image255.png"/><Relationship Id="rId104" Type="http://schemas.openxmlformats.org/officeDocument/2006/relationships/image" Target="../media/image262.svg"/><Relationship Id="rId120" Type="http://schemas.openxmlformats.org/officeDocument/2006/relationships/image" Target="../media/image278.svg"/><Relationship Id="rId125" Type="http://schemas.openxmlformats.org/officeDocument/2006/relationships/image" Target="../media/image283.png"/><Relationship Id="rId141" Type="http://schemas.openxmlformats.org/officeDocument/2006/relationships/image" Target="../media/image299.png"/><Relationship Id="rId146" Type="http://schemas.openxmlformats.org/officeDocument/2006/relationships/image" Target="../media/image304.svg"/><Relationship Id="rId7" Type="http://schemas.openxmlformats.org/officeDocument/2006/relationships/image" Target="../media/image165.png"/><Relationship Id="rId71" Type="http://schemas.openxmlformats.org/officeDocument/2006/relationships/image" Target="../media/image229.png"/><Relationship Id="rId92" Type="http://schemas.openxmlformats.org/officeDocument/2006/relationships/image" Target="../media/image250.svg"/><Relationship Id="rId2" Type="http://schemas.openxmlformats.org/officeDocument/2006/relationships/notesSlide" Target="../notesSlides/notesSlide16.xml"/><Relationship Id="rId29" Type="http://schemas.openxmlformats.org/officeDocument/2006/relationships/image" Target="../media/image187.png"/><Relationship Id="rId24" Type="http://schemas.openxmlformats.org/officeDocument/2006/relationships/image" Target="../media/image182.svg"/><Relationship Id="rId40" Type="http://schemas.openxmlformats.org/officeDocument/2006/relationships/image" Target="../media/image198.svg"/><Relationship Id="rId45" Type="http://schemas.openxmlformats.org/officeDocument/2006/relationships/image" Target="../media/image203.png"/><Relationship Id="rId66" Type="http://schemas.openxmlformats.org/officeDocument/2006/relationships/image" Target="../media/image224.svg"/><Relationship Id="rId87" Type="http://schemas.openxmlformats.org/officeDocument/2006/relationships/image" Target="../media/image245.png"/><Relationship Id="rId110" Type="http://schemas.openxmlformats.org/officeDocument/2006/relationships/image" Target="../media/image268.svg"/><Relationship Id="rId115" Type="http://schemas.openxmlformats.org/officeDocument/2006/relationships/image" Target="../media/image273.png"/><Relationship Id="rId131" Type="http://schemas.openxmlformats.org/officeDocument/2006/relationships/image" Target="../media/image289.png"/><Relationship Id="rId136" Type="http://schemas.openxmlformats.org/officeDocument/2006/relationships/image" Target="../media/image294.svg"/><Relationship Id="rId157" Type="http://schemas.openxmlformats.org/officeDocument/2006/relationships/image" Target="../media/image315.png"/><Relationship Id="rId61" Type="http://schemas.openxmlformats.org/officeDocument/2006/relationships/image" Target="../media/image219.png"/><Relationship Id="rId82" Type="http://schemas.openxmlformats.org/officeDocument/2006/relationships/image" Target="../media/image240.svg"/><Relationship Id="rId152" Type="http://schemas.openxmlformats.org/officeDocument/2006/relationships/image" Target="../media/image310.svg"/><Relationship Id="rId19" Type="http://schemas.openxmlformats.org/officeDocument/2006/relationships/image" Target="../media/image177.png"/><Relationship Id="rId14" Type="http://schemas.openxmlformats.org/officeDocument/2006/relationships/image" Target="../media/image172.svg"/><Relationship Id="rId30" Type="http://schemas.openxmlformats.org/officeDocument/2006/relationships/image" Target="../media/image188.svg"/><Relationship Id="rId35" Type="http://schemas.openxmlformats.org/officeDocument/2006/relationships/image" Target="../media/image193.png"/><Relationship Id="rId56" Type="http://schemas.openxmlformats.org/officeDocument/2006/relationships/image" Target="../media/image214.svg"/><Relationship Id="rId77" Type="http://schemas.openxmlformats.org/officeDocument/2006/relationships/image" Target="../media/image235.png"/><Relationship Id="rId100" Type="http://schemas.openxmlformats.org/officeDocument/2006/relationships/image" Target="../media/image258.svg"/><Relationship Id="rId105" Type="http://schemas.openxmlformats.org/officeDocument/2006/relationships/image" Target="../media/image263.png"/><Relationship Id="rId126" Type="http://schemas.openxmlformats.org/officeDocument/2006/relationships/image" Target="../media/image284.svg"/><Relationship Id="rId147" Type="http://schemas.openxmlformats.org/officeDocument/2006/relationships/image" Target="../media/image305.png"/><Relationship Id="rId8" Type="http://schemas.openxmlformats.org/officeDocument/2006/relationships/image" Target="../media/image166.svg"/><Relationship Id="rId51" Type="http://schemas.openxmlformats.org/officeDocument/2006/relationships/image" Target="../media/image209.png"/><Relationship Id="rId72" Type="http://schemas.openxmlformats.org/officeDocument/2006/relationships/image" Target="../media/image230.svg"/><Relationship Id="rId93" Type="http://schemas.openxmlformats.org/officeDocument/2006/relationships/image" Target="../media/image251.png"/><Relationship Id="rId98" Type="http://schemas.openxmlformats.org/officeDocument/2006/relationships/image" Target="../media/image256.svg"/><Relationship Id="rId121" Type="http://schemas.openxmlformats.org/officeDocument/2006/relationships/image" Target="../media/image279.png"/><Relationship Id="rId142" Type="http://schemas.openxmlformats.org/officeDocument/2006/relationships/image" Target="../media/image300.svg"/><Relationship Id="rId3" Type="http://schemas.openxmlformats.org/officeDocument/2006/relationships/image" Target="../media/image161.png"/><Relationship Id="rId25" Type="http://schemas.openxmlformats.org/officeDocument/2006/relationships/image" Target="../media/image183.png"/><Relationship Id="rId46" Type="http://schemas.openxmlformats.org/officeDocument/2006/relationships/image" Target="../media/image204.svg"/><Relationship Id="rId67" Type="http://schemas.openxmlformats.org/officeDocument/2006/relationships/image" Target="../media/image225.png"/><Relationship Id="rId116" Type="http://schemas.openxmlformats.org/officeDocument/2006/relationships/image" Target="../media/image274.svg"/><Relationship Id="rId137" Type="http://schemas.openxmlformats.org/officeDocument/2006/relationships/image" Target="../media/image295.png"/><Relationship Id="rId158" Type="http://schemas.openxmlformats.org/officeDocument/2006/relationships/image" Target="../media/image316.svg"/><Relationship Id="rId20" Type="http://schemas.openxmlformats.org/officeDocument/2006/relationships/image" Target="../media/image178.svg"/><Relationship Id="rId41" Type="http://schemas.openxmlformats.org/officeDocument/2006/relationships/image" Target="../media/image199.png"/><Relationship Id="rId62" Type="http://schemas.openxmlformats.org/officeDocument/2006/relationships/image" Target="../media/image220.svg"/><Relationship Id="rId83" Type="http://schemas.openxmlformats.org/officeDocument/2006/relationships/image" Target="../media/image241.png"/><Relationship Id="rId88" Type="http://schemas.openxmlformats.org/officeDocument/2006/relationships/image" Target="../media/image246.svg"/><Relationship Id="rId111" Type="http://schemas.openxmlformats.org/officeDocument/2006/relationships/image" Target="../media/image269.png"/><Relationship Id="rId132" Type="http://schemas.openxmlformats.org/officeDocument/2006/relationships/image" Target="../media/image290.svg"/><Relationship Id="rId153" Type="http://schemas.openxmlformats.org/officeDocument/2006/relationships/image" Target="../media/image311.png"/><Relationship Id="rId15" Type="http://schemas.openxmlformats.org/officeDocument/2006/relationships/image" Target="../media/image173.png"/><Relationship Id="rId36" Type="http://schemas.openxmlformats.org/officeDocument/2006/relationships/image" Target="../media/image194.svg"/><Relationship Id="rId57" Type="http://schemas.openxmlformats.org/officeDocument/2006/relationships/image" Target="../media/image215.png"/><Relationship Id="rId106" Type="http://schemas.openxmlformats.org/officeDocument/2006/relationships/image" Target="../media/image264.svg"/><Relationship Id="rId127" Type="http://schemas.openxmlformats.org/officeDocument/2006/relationships/image" Target="../media/image285.png"/><Relationship Id="rId10" Type="http://schemas.openxmlformats.org/officeDocument/2006/relationships/image" Target="../media/image168.svg"/><Relationship Id="rId31" Type="http://schemas.openxmlformats.org/officeDocument/2006/relationships/image" Target="../media/image189.png"/><Relationship Id="rId52" Type="http://schemas.openxmlformats.org/officeDocument/2006/relationships/image" Target="../media/image210.svg"/><Relationship Id="rId73" Type="http://schemas.openxmlformats.org/officeDocument/2006/relationships/image" Target="../media/image231.png"/><Relationship Id="rId78" Type="http://schemas.openxmlformats.org/officeDocument/2006/relationships/image" Target="../media/image236.svg"/><Relationship Id="rId94" Type="http://schemas.openxmlformats.org/officeDocument/2006/relationships/image" Target="../media/image252.svg"/><Relationship Id="rId99" Type="http://schemas.openxmlformats.org/officeDocument/2006/relationships/image" Target="../media/image257.png"/><Relationship Id="rId101" Type="http://schemas.openxmlformats.org/officeDocument/2006/relationships/image" Target="../media/image259.png"/><Relationship Id="rId122" Type="http://schemas.openxmlformats.org/officeDocument/2006/relationships/image" Target="../media/image280.svg"/><Relationship Id="rId143" Type="http://schemas.openxmlformats.org/officeDocument/2006/relationships/image" Target="../media/image301.png"/><Relationship Id="rId148" Type="http://schemas.openxmlformats.org/officeDocument/2006/relationships/image" Target="../media/image306.svg"/><Relationship Id="rId4" Type="http://schemas.openxmlformats.org/officeDocument/2006/relationships/image" Target="../media/image162.svg"/><Relationship Id="rId9" Type="http://schemas.openxmlformats.org/officeDocument/2006/relationships/image" Target="../media/image167.png"/><Relationship Id="rId26" Type="http://schemas.openxmlformats.org/officeDocument/2006/relationships/image" Target="../media/image184.svg"/><Relationship Id="rId47" Type="http://schemas.openxmlformats.org/officeDocument/2006/relationships/image" Target="../media/image205.png"/><Relationship Id="rId68" Type="http://schemas.openxmlformats.org/officeDocument/2006/relationships/image" Target="../media/image226.svg"/><Relationship Id="rId89" Type="http://schemas.openxmlformats.org/officeDocument/2006/relationships/image" Target="../media/image247.png"/><Relationship Id="rId112" Type="http://schemas.openxmlformats.org/officeDocument/2006/relationships/image" Target="../media/image270.svg"/><Relationship Id="rId133" Type="http://schemas.openxmlformats.org/officeDocument/2006/relationships/image" Target="../media/image291.png"/><Relationship Id="rId154" Type="http://schemas.openxmlformats.org/officeDocument/2006/relationships/image" Target="../media/image312.svg"/><Relationship Id="rId16" Type="http://schemas.openxmlformats.org/officeDocument/2006/relationships/image" Target="../media/image174.svg"/><Relationship Id="rId37" Type="http://schemas.openxmlformats.org/officeDocument/2006/relationships/image" Target="../media/image195.png"/><Relationship Id="rId58" Type="http://schemas.openxmlformats.org/officeDocument/2006/relationships/image" Target="../media/image216.svg"/><Relationship Id="rId79" Type="http://schemas.openxmlformats.org/officeDocument/2006/relationships/image" Target="../media/image237.png"/><Relationship Id="rId102" Type="http://schemas.openxmlformats.org/officeDocument/2006/relationships/image" Target="../media/image260.svg"/><Relationship Id="rId123" Type="http://schemas.openxmlformats.org/officeDocument/2006/relationships/image" Target="../media/image281.png"/><Relationship Id="rId144" Type="http://schemas.openxmlformats.org/officeDocument/2006/relationships/image" Target="../media/image302.svg"/><Relationship Id="rId90" Type="http://schemas.openxmlformats.org/officeDocument/2006/relationships/image" Target="../media/image248.svg"/><Relationship Id="rId27" Type="http://schemas.openxmlformats.org/officeDocument/2006/relationships/image" Target="../media/image185.png"/><Relationship Id="rId48" Type="http://schemas.openxmlformats.org/officeDocument/2006/relationships/image" Target="../media/image206.svg"/><Relationship Id="rId69" Type="http://schemas.openxmlformats.org/officeDocument/2006/relationships/image" Target="../media/image227.png"/><Relationship Id="rId113" Type="http://schemas.openxmlformats.org/officeDocument/2006/relationships/image" Target="../media/image271.png"/><Relationship Id="rId134" Type="http://schemas.openxmlformats.org/officeDocument/2006/relationships/image" Target="../media/image292.svg"/></Relationships>
</file>

<file path=ppt/slides/_rels/slide17.xml.rels><?xml version="1.0" encoding="UTF-8" standalone="yes"?>
<Relationships xmlns="http://schemas.openxmlformats.org/package/2006/relationships"><Relationship Id="rId117" Type="http://schemas.openxmlformats.org/officeDocument/2006/relationships/image" Target="../media/image431.png"/><Relationship Id="rId21" Type="http://schemas.openxmlformats.org/officeDocument/2006/relationships/image" Target="../media/image335.png"/><Relationship Id="rId42" Type="http://schemas.openxmlformats.org/officeDocument/2006/relationships/image" Target="../media/image356.svg"/><Relationship Id="rId63" Type="http://schemas.openxmlformats.org/officeDocument/2006/relationships/image" Target="../media/image377.png"/><Relationship Id="rId84" Type="http://schemas.openxmlformats.org/officeDocument/2006/relationships/image" Target="../media/image398.svg"/><Relationship Id="rId138" Type="http://schemas.openxmlformats.org/officeDocument/2006/relationships/image" Target="../media/image452.svg"/><Relationship Id="rId107" Type="http://schemas.openxmlformats.org/officeDocument/2006/relationships/image" Target="../media/image421.png"/><Relationship Id="rId11" Type="http://schemas.openxmlformats.org/officeDocument/2006/relationships/image" Target="../media/image325.png"/><Relationship Id="rId32" Type="http://schemas.openxmlformats.org/officeDocument/2006/relationships/image" Target="../media/image346.svg"/><Relationship Id="rId53" Type="http://schemas.openxmlformats.org/officeDocument/2006/relationships/image" Target="../media/image367.png"/><Relationship Id="rId74" Type="http://schemas.openxmlformats.org/officeDocument/2006/relationships/image" Target="../media/image388.svg"/><Relationship Id="rId128" Type="http://schemas.openxmlformats.org/officeDocument/2006/relationships/image" Target="../media/image442.svg"/><Relationship Id="rId149" Type="http://schemas.openxmlformats.org/officeDocument/2006/relationships/image" Target="../media/image463.png"/><Relationship Id="rId5" Type="http://schemas.openxmlformats.org/officeDocument/2006/relationships/image" Target="../media/image319.png"/><Relationship Id="rId95" Type="http://schemas.openxmlformats.org/officeDocument/2006/relationships/image" Target="../media/image409.png"/><Relationship Id="rId22" Type="http://schemas.openxmlformats.org/officeDocument/2006/relationships/image" Target="../media/image336.svg"/><Relationship Id="rId43" Type="http://schemas.openxmlformats.org/officeDocument/2006/relationships/image" Target="../media/image357.png"/><Relationship Id="rId64" Type="http://schemas.openxmlformats.org/officeDocument/2006/relationships/image" Target="../media/image378.svg"/><Relationship Id="rId118" Type="http://schemas.openxmlformats.org/officeDocument/2006/relationships/image" Target="../media/image432.svg"/><Relationship Id="rId139" Type="http://schemas.openxmlformats.org/officeDocument/2006/relationships/image" Target="../media/image453.png"/><Relationship Id="rId80" Type="http://schemas.openxmlformats.org/officeDocument/2006/relationships/image" Target="../media/image394.svg"/><Relationship Id="rId85" Type="http://schemas.openxmlformats.org/officeDocument/2006/relationships/image" Target="../media/image399.png"/><Relationship Id="rId150" Type="http://schemas.openxmlformats.org/officeDocument/2006/relationships/image" Target="../media/image464.svg"/><Relationship Id="rId155" Type="http://schemas.openxmlformats.org/officeDocument/2006/relationships/image" Target="../media/image469.png"/><Relationship Id="rId12" Type="http://schemas.openxmlformats.org/officeDocument/2006/relationships/image" Target="../media/image326.svg"/><Relationship Id="rId17" Type="http://schemas.openxmlformats.org/officeDocument/2006/relationships/image" Target="../media/image331.png"/><Relationship Id="rId33" Type="http://schemas.openxmlformats.org/officeDocument/2006/relationships/image" Target="../media/image347.png"/><Relationship Id="rId38" Type="http://schemas.openxmlformats.org/officeDocument/2006/relationships/image" Target="../media/image352.svg"/><Relationship Id="rId59" Type="http://schemas.openxmlformats.org/officeDocument/2006/relationships/image" Target="../media/image373.png"/><Relationship Id="rId103" Type="http://schemas.openxmlformats.org/officeDocument/2006/relationships/image" Target="../media/image417.png"/><Relationship Id="rId108" Type="http://schemas.openxmlformats.org/officeDocument/2006/relationships/image" Target="../media/image422.svg"/><Relationship Id="rId124" Type="http://schemas.openxmlformats.org/officeDocument/2006/relationships/image" Target="../media/image438.svg"/><Relationship Id="rId129" Type="http://schemas.openxmlformats.org/officeDocument/2006/relationships/image" Target="../media/image443.png"/><Relationship Id="rId54" Type="http://schemas.openxmlformats.org/officeDocument/2006/relationships/image" Target="../media/image368.svg"/><Relationship Id="rId70" Type="http://schemas.openxmlformats.org/officeDocument/2006/relationships/image" Target="../media/image384.svg"/><Relationship Id="rId75" Type="http://schemas.openxmlformats.org/officeDocument/2006/relationships/image" Target="../media/image389.png"/><Relationship Id="rId91" Type="http://schemas.openxmlformats.org/officeDocument/2006/relationships/image" Target="../media/image405.png"/><Relationship Id="rId96" Type="http://schemas.openxmlformats.org/officeDocument/2006/relationships/image" Target="../media/image410.svg"/><Relationship Id="rId140" Type="http://schemas.openxmlformats.org/officeDocument/2006/relationships/image" Target="../media/image454.svg"/><Relationship Id="rId145" Type="http://schemas.openxmlformats.org/officeDocument/2006/relationships/image" Target="../media/image459.png"/><Relationship Id="rId1" Type="http://schemas.openxmlformats.org/officeDocument/2006/relationships/slideLayout" Target="../slideLayouts/slideLayout5.xml"/><Relationship Id="rId6" Type="http://schemas.openxmlformats.org/officeDocument/2006/relationships/image" Target="../media/image320.svg"/><Relationship Id="rId23" Type="http://schemas.openxmlformats.org/officeDocument/2006/relationships/image" Target="../media/image337.png"/><Relationship Id="rId28" Type="http://schemas.openxmlformats.org/officeDocument/2006/relationships/image" Target="../media/image342.svg"/><Relationship Id="rId49" Type="http://schemas.openxmlformats.org/officeDocument/2006/relationships/image" Target="../media/image363.png"/><Relationship Id="rId114" Type="http://schemas.openxmlformats.org/officeDocument/2006/relationships/image" Target="../media/image428.svg"/><Relationship Id="rId119" Type="http://schemas.openxmlformats.org/officeDocument/2006/relationships/image" Target="../media/image433.png"/><Relationship Id="rId44" Type="http://schemas.openxmlformats.org/officeDocument/2006/relationships/image" Target="../media/image358.svg"/><Relationship Id="rId60" Type="http://schemas.openxmlformats.org/officeDocument/2006/relationships/image" Target="../media/image374.svg"/><Relationship Id="rId65" Type="http://schemas.openxmlformats.org/officeDocument/2006/relationships/image" Target="../media/image379.png"/><Relationship Id="rId81" Type="http://schemas.openxmlformats.org/officeDocument/2006/relationships/image" Target="../media/image395.png"/><Relationship Id="rId86" Type="http://schemas.openxmlformats.org/officeDocument/2006/relationships/image" Target="../media/image400.svg"/><Relationship Id="rId130" Type="http://schemas.openxmlformats.org/officeDocument/2006/relationships/image" Target="../media/image444.svg"/><Relationship Id="rId135" Type="http://schemas.openxmlformats.org/officeDocument/2006/relationships/image" Target="../media/image449.png"/><Relationship Id="rId151" Type="http://schemas.openxmlformats.org/officeDocument/2006/relationships/image" Target="../media/image465.png"/><Relationship Id="rId156" Type="http://schemas.openxmlformats.org/officeDocument/2006/relationships/image" Target="../media/image470.svg"/><Relationship Id="rId13" Type="http://schemas.openxmlformats.org/officeDocument/2006/relationships/image" Target="../media/image327.png"/><Relationship Id="rId18" Type="http://schemas.openxmlformats.org/officeDocument/2006/relationships/image" Target="../media/image332.svg"/><Relationship Id="rId39" Type="http://schemas.openxmlformats.org/officeDocument/2006/relationships/image" Target="../media/image353.png"/><Relationship Id="rId109" Type="http://schemas.openxmlformats.org/officeDocument/2006/relationships/image" Target="../media/image423.png"/><Relationship Id="rId34" Type="http://schemas.openxmlformats.org/officeDocument/2006/relationships/image" Target="../media/image348.svg"/><Relationship Id="rId50" Type="http://schemas.openxmlformats.org/officeDocument/2006/relationships/image" Target="../media/image364.svg"/><Relationship Id="rId55" Type="http://schemas.openxmlformats.org/officeDocument/2006/relationships/image" Target="../media/image369.png"/><Relationship Id="rId76" Type="http://schemas.openxmlformats.org/officeDocument/2006/relationships/image" Target="../media/image390.svg"/><Relationship Id="rId97" Type="http://schemas.openxmlformats.org/officeDocument/2006/relationships/image" Target="../media/image411.png"/><Relationship Id="rId104" Type="http://schemas.openxmlformats.org/officeDocument/2006/relationships/image" Target="../media/image418.svg"/><Relationship Id="rId120" Type="http://schemas.openxmlformats.org/officeDocument/2006/relationships/image" Target="../media/image434.svg"/><Relationship Id="rId125" Type="http://schemas.openxmlformats.org/officeDocument/2006/relationships/image" Target="../media/image439.png"/><Relationship Id="rId141" Type="http://schemas.openxmlformats.org/officeDocument/2006/relationships/image" Target="../media/image455.png"/><Relationship Id="rId146" Type="http://schemas.openxmlformats.org/officeDocument/2006/relationships/image" Target="../media/image460.svg"/><Relationship Id="rId7" Type="http://schemas.openxmlformats.org/officeDocument/2006/relationships/image" Target="../media/image321.png"/><Relationship Id="rId71" Type="http://schemas.openxmlformats.org/officeDocument/2006/relationships/image" Target="../media/image385.png"/><Relationship Id="rId92" Type="http://schemas.openxmlformats.org/officeDocument/2006/relationships/image" Target="../media/image406.svg"/><Relationship Id="rId2" Type="http://schemas.openxmlformats.org/officeDocument/2006/relationships/notesSlide" Target="../notesSlides/notesSlide17.xml"/><Relationship Id="rId29" Type="http://schemas.openxmlformats.org/officeDocument/2006/relationships/image" Target="../media/image343.png"/><Relationship Id="rId24" Type="http://schemas.openxmlformats.org/officeDocument/2006/relationships/image" Target="../media/image338.svg"/><Relationship Id="rId40" Type="http://schemas.openxmlformats.org/officeDocument/2006/relationships/image" Target="../media/image354.svg"/><Relationship Id="rId45" Type="http://schemas.openxmlformats.org/officeDocument/2006/relationships/image" Target="../media/image359.png"/><Relationship Id="rId66" Type="http://schemas.openxmlformats.org/officeDocument/2006/relationships/image" Target="../media/image380.svg"/><Relationship Id="rId87" Type="http://schemas.openxmlformats.org/officeDocument/2006/relationships/image" Target="../media/image401.png"/><Relationship Id="rId110" Type="http://schemas.openxmlformats.org/officeDocument/2006/relationships/image" Target="../media/image424.svg"/><Relationship Id="rId115" Type="http://schemas.openxmlformats.org/officeDocument/2006/relationships/image" Target="../media/image429.png"/><Relationship Id="rId131" Type="http://schemas.openxmlformats.org/officeDocument/2006/relationships/image" Target="../media/image445.png"/><Relationship Id="rId136" Type="http://schemas.openxmlformats.org/officeDocument/2006/relationships/image" Target="../media/image450.svg"/><Relationship Id="rId157" Type="http://schemas.openxmlformats.org/officeDocument/2006/relationships/image" Target="../media/image471.png"/><Relationship Id="rId61" Type="http://schemas.openxmlformats.org/officeDocument/2006/relationships/image" Target="../media/image375.png"/><Relationship Id="rId82" Type="http://schemas.openxmlformats.org/officeDocument/2006/relationships/image" Target="../media/image396.svg"/><Relationship Id="rId152" Type="http://schemas.openxmlformats.org/officeDocument/2006/relationships/image" Target="../media/image466.svg"/><Relationship Id="rId19" Type="http://schemas.openxmlformats.org/officeDocument/2006/relationships/image" Target="../media/image333.png"/><Relationship Id="rId14" Type="http://schemas.openxmlformats.org/officeDocument/2006/relationships/image" Target="../media/image328.svg"/><Relationship Id="rId30" Type="http://schemas.openxmlformats.org/officeDocument/2006/relationships/image" Target="../media/image344.svg"/><Relationship Id="rId35" Type="http://schemas.openxmlformats.org/officeDocument/2006/relationships/image" Target="../media/image349.png"/><Relationship Id="rId56" Type="http://schemas.openxmlformats.org/officeDocument/2006/relationships/image" Target="../media/image370.svg"/><Relationship Id="rId77" Type="http://schemas.openxmlformats.org/officeDocument/2006/relationships/image" Target="../media/image391.png"/><Relationship Id="rId100" Type="http://schemas.openxmlformats.org/officeDocument/2006/relationships/image" Target="../media/image414.svg"/><Relationship Id="rId105" Type="http://schemas.openxmlformats.org/officeDocument/2006/relationships/image" Target="../media/image419.png"/><Relationship Id="rId126" Type="http://schemas.openxmlformats.org/officeDocument/2006/relationships/image" Target="../media/image440.svg"/><Relationship Id="rId147" Type="http://schemas.openxmlformats.org/officeDocument/2006/relationships/image" Target="../media/image461.png"/><Relationship Id="rId8" Type="http://schemas.openxmlformats.org/officeDocument/2006/relationships/image" Target="../media/image322.svg"/><Relationship Id="rId51" Type="http://schemas.openxmlformats.org/officeDocument/2006/relationships/image" Target="../media/image365.png"/><Relationship Id="rId72" Type="http://schemas.openxmlformats.org/officeDocument/2006/relationships/image" Target="../media/image386.svg"/><Relationship Id="rId93" Type="http://schemas.openxmlformats.org/officeDocument/2006/relationships/image" Target="../media/image407.png"/><Relationship Id="rId98" Type="http://schemas.openxmlformats.org/officeDocument/2006/relationships/image" Target="../media/image412.svg"/><Relationship Id="rId121" Type="http://schemas.openxmlformats.org/officeDocument/2006/relationships/image" Target="../media/image435.png"/><Relationship Id="rId142" Type="http://schemas.openxmlformats.org/officeDocument/2006/relationships/image" Target="../media/image456.svg"/><Relationship Id="rId3" Type="http://schemas.openxmlformats.org/officeDocument/2006/relationships/image" Target="../media/image317.png"/><Relationship Id="rId25" Type="http://schemas.openxmlformats.org/officeDocument/2006/relationships/image" Target="../media/image339.png"/><Relationship Id="rId46" Type="http://schemas.openxmlformats.org/officeDocument/2006/relationships/image" Target="../media/image360.svg"/><Relationship Id="rId67" Type="http://schemas.openxmlformats.org/officeDocument/2006/relationships/image" Target="../media/image381.png"/><Relationship Id="rId116" Type="http://schemas.openxmlformats.org/officeDocument/2006/relationships/image" Target="../media/image430.svg"/><Relationship Id="rId137" Type="http://schemas.openxmlformats.org/officeDocument/2006/relationships/image" Target="../media/image451.png"/><Relationship Id="rId158" Type="http://schemas.openxmlformats.org/officeDocument/2006/relationships/image" Target="../media/image472.svg"/><Relationship Id="rId20" Type="http://schemas.openxmlformats.org/officeDocument/2006/relationships/image" Target="../media/image334.svg"/><Relationship Id="rId41" Type="http://schemas.openxmlformats.org/officeDocument/2006/relationships/image" Target="../media/image355.png"/><Relationship Id="rId62" Type="http://schemas.openxmlformats.org/officeDocument/2006/relationships/image" Target="../media/image376.svg"/><Relationship Id="rId83" Type="http://schemas.openxmlformats.org/officeDocument/2006/relationships/image" Target="../media/image397.png"/><Relationship Id="rId88" Type="http://schemas.openxmlformats.org/officeDocument/2006/relationships/image" Target="../media/image402.svg"/><Relationship Id="rId111" Type="http://schemas.openxmlformats.org/officeDocument/2006/relationships/image" Target="../media/image425.png"/><Relationship Id="rId132" Type="http://schemas.openxmlformats.org/officeDocument/2006/relationships/image" Target="../media/image446.svg"/><Relationship Id="rId153" Type="http://schemas.openxmlformats.org/officeDocument/2006/relationships/image" Target="../media/image467.png"/><Relationship Id="rId15" Type="http://schemas.openxmlformats.org/officeDocument/2006/relationships/image" Target="../media/image329.png"/><Relationship Id="rId36" Type="http://schemas.openxmlformats.org/officeDocument/2006/relationships/image" Target="../media/image350.svg"/><Relationship Id="rId57" Type="http://schemas.openxmlformats.org/officeDocument/2006/relationships/image" Target="../media/image371.png"/><Relationship Id="rId106" Type="http://schemas.openxmlformats.org/officeDocument/2006/relationships/image" Target="../media/image420.svg"/><Relationship Id="rId127" Type="http://schemas.openxmlformats.org/officeDocument/2006/relationships/image" Target="../media/image441.png"/><Relationship Id="rId10" Type="http://schemas.openxmlformats.org/officeDocument/2006/relationships/image" Target="../media/image324.svg"/><Relationship Id="rId31" Type="http://schemas.openxmlformats.org/officeDocument/2006/relationships/image" Target="../media/image345.png"/><Relationship Id="rId52" Type="http://schemas.openxmlformats.org/officeDocument/2006/relationships/image" Target="../media/image366.svg"/><Relationship Id="rId73" Type="http://schemas.openxmlformats.org/officeDocument/2006/relationships/image" Target="../media/image387.png"/><Relationship Id="rId78" Type="http://schemas.openxmlformats.org/officeDocument/2006/relationships/image" Target="../media/image392.svg"/><Relationship Id="rId94" Type="http://schemas.openxmlformats.org/officeDocument/2006/relationships/image" Target="../media/image408.svg"/><Relationship Id="rId99" Type="http://schemas.openxmlformats.org/officeDocument/2006/relationships/image" Target="../media/image413.png"/><Relationship Id="rId101" Type="http://schemas.openxmlformats.org/officeDocument/2006/relationships/image" Target="../media/image415.png"/><Relationship Id="rId122" Type="http://schemas.openxmlformats.org/officeDocument/2006/relationships/image" Target="../media/image436.svg"/><Relationship Id="rId143" Type="http://schemas.openxmlformats.org/officeDocument/2006/relationships/image" Target="../media/image457.png"/><Relationship Id="rId148" Type="http://schemas.openxmlformats.org/officeDocument/2006/relationships/image" Target="../media/image462.svg"/><Relationship Id="rId4" Type="http://schemas.openxmlformats.org/officeDocument/2006/relationships/image" Target="../media/image318.svg"/><Relationship Id="rId9" Type="http://schemas.openxmlformats.org/officeDocument/2006/relationships/image" Target="../media/image323.png"/><Relationship Id="rId26" Type="http://schemas.openxmlformats.org/officeDocument/2006/relationships/image" Target="../media/image340.svg"/><Relationship Id="rId47" Type="http://schemas.openxmlformats.org/officeDocument/2006/relationships/image" Target="../media/image361.png"/><Relationship Id="rId68" Type="http://schemas.openxmlformats.org/officeDocument/2006/relationships/image" Target="../media/image382.svg"/><Relationship Id="rId89" Type="http://schemas.openxmlformats.org/officeDocument/2006/relationships/image" Target="../media/image403.png"/><Relationship Id="rId112" Type="http://schemas.openxmlformats.org/officeDocument/2006/relationships/image" Target="../media/image426.svg"/><Relationship Id="rId133" Type="http://schemas.openxmlformats.org/officeDocument/2006/relationships/image" Target="../media/image447.png"/><Relationship Id="rId154" Type="http://schemas.openxmlformats.org/officeDocument/2006/relationships/image" Target="../media/image468.svg"/><Relationship Id="rId16" Type="http://schemas.openxmlformats.org/officeDocument/2006/relationships/image" Target="../media/image330.svg"/><Relationship Id="rId37" Type="http://schemas.openxmlformats.org/officeDocument/2006/relationships/image" Target="../media/image351.png"/><Relationship Id="rId58" Type="http://schemas.openxmlformats.org/officeDocument/2006/relationships/image" Target="../media/image372.svg"/><Relationship Id="rId79" Type="http://schemas.openxmlformats.org/officeDocument/2006/relationships/image" Target="../media/image393.png"/><Relationship Id="rId102" Type="http://schemas.openxmlformats.org/officeDocument/2006/relationships/image" Target="../media/image416.svg"/><Relationship Id="rId123" Type="http://schemas.openxmlformats.org/officeDocument/2006/relationships/image" Target="../media/image437.png"/><Relationship Id="rId144" Type="http://schemas.openxmlformats.org/officeDocument/2006/relationships/image" Target="../media/image458.svg"/><Relationship Id="rId90" Type="http://schemas.openxmlformats.org/officeDocument/2006/relationships/image" Target="../media/image404.svg"/><Relationship Id="rId27" Type="http://schemas.openxmlformats.org/officeDocument/2006/relationships/image" Target="../media/image341.png"/><Relationship Id="rId48" Type="http://schemas.openxmlformats.org/officeDocument/2006/relationships/image" Target="../media/image362.svg"/><Relationship Id="rId69" Type="http://schemas.openxmlformats.org/officeDocument/2006/relationships/image" Target="../media/image383.png"/><Relationship Id="rId113" Type="http://schemas.openxmlformats.org/officeDocument/2006/relationships/image" Target="../media/image427.png"/><Relationship Id="rId134" Type="http://schemas.openxmlformats.org/officeDocument/2006/relationships/image" Target="../media/image448.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3F9D2C-16C3-F3D7-E7C1-B799DE703133}"/>
              </a:ext>
            </a:extLst>
          </p:cNvPr>
          <p:cNvSpPr>
            <a:spLocks noGrp="1"/>
          </p:cNvSpPr>
          <p:nvPr>
            <p:ph type="subTitle" idx="1"/>
          </p:nvPr>
        </p:nvSpPr>
        <p:spPr>
          <a:xfrm>
            <a:off x="1254450" y="3888641"/>
            <a:ext cx="10134601" cy="1655762"/>
          </a:xfrm>
        </p:spPr>
        <p:txBody>
          <a:bodyPr/>
          <a:lstStyle/>
          <a:p>
            <a:r>
              <a:rPr lang="en-US"/>
              <a:t>January 2026</a:t>
            </a:r>
          </a:p>
        </p:txBody>
      </p:sp>
      <p:sp>
        <p:nvSpPr>
          <p:cNvPr id="5" name="Title 4">
            <a:extLst>
              <a:ext uri="{FF2B5EF4-FFF2-40B4-BE49-F238E27FC236}">
                <a16:creationId xmlns:a16="http://schemas.microsoft.com/office/drawing/2014/main" id="{19FE3266-BEF1-10DA-8F12-622D82F0D88F}"/>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619194086"/>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8951-87F4-2B2B-3A18-9926FE5BDEE2}"/>
              </a:ext>
            </a:extLst>
          </p:cNvPr>
          <p:cNvSpPr>
            <a:spLocks noGrp="1"/>
          </p:cNvSpPr>
          <p:nvPr>
            <p:ph type="title"/>
          </p:nvPr>
        </p:nvSpPr>
        <p:spPr>
          <a:xfrm>
            <a:off x="1265881" y="917746"/>
            <a:ext cx="7725720" cy="1325563"/>
          </a:xfrm>
        </p:spPr>
        <p:txBody>
          <a:bodyPr/>
          <a:lstStyle/>
          <a:p>
            <a:r>
              <a:rPr lang="en-US"/>
              <a:t>Presentation Summary</a:t>
            </a:r>
          </a:p>
        </p:txBody>
      </p:sp>
      <p:sp>
        <p:nvSpPr>
          <p:cNvPr id="8" name="Content Placeholder 7">
            <a:extLst>
              <a:ext uri="{FF2B5EF4-FFF2-40B4-BE49-F238E27FC236}">
                <a16:creationId xmlns:a16="http://schemas.microsoft.com/office/drawing/2014/main" id="{B35B6DCE-0594-FF55-22EE-FAA3C587AC9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1629777"/>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85AE3-1822-254B-A87F-73C0347BBE80}"/>
              </a:ext>
            </a:extLst>
          </p:cNvPr>
          <p:cNvSpPr>
            <a:spLocks noGrp="1"/>
          </p:cNvSpPr>
          <p:nvPr>
            <p:ph type="ctrTitle"/>
          </p:nvPr>
        </p:nvSpPr>
        <p:spPr>
          <a:xfrm>
            <a:off x="1263451" y="1122363"/>
            <a:ext cx="9144000" cy="2387600"/>
          </a:xfrm>
        </p:spPr>
        <p:txBody>
          <a:bodyPr>
            <a:normAutofit/>
          </a:bodyPr>
          <a:lstStyle/>
          <a:p>
            <a:r>
              <a:rPr lang="en-US"/>
              <a:t>Section</a:t>
            </a:r>
            <a:br>
              <a:rPr lang="en-US"/>
            </a:br>
            <a:r>
              <a:rPr lang="en-US"/>
              <a:t>Title Slide</a:t>
            </a:r>
          </a:p>
        </p:txBody>
      </p:sp>
      <p:sp>
        <p:nvSpPr>
          <p:cNvPr id="3" name="Subtitle 2">
            <a:extLst>
              <a:ext uri="{FF2B5EF4-FFF2-40B4-BE49-F238E27FC236}">
                <a16:creationId xmlns:a16="http://schemas.microsoft.com/office/drawing/2014/main" id="{81924D63-74F1-B523-F052-83D5BDC6D7B0}"/>
              </a:ext>
            </a:extLst>
          </p:cNvPr>
          <p:cNvSpPr>
            <a:spLocks noGrp="1"/>
          </p:cNvSpPr>
          <p:nvPr>
            <p:ph type="subTitle" idx="1"/>
          </p:nvPr>
        </p:nvSpPr>
        <p:spPr>
          <a:xfrm>
            <a:off x="1251876" y="3602038"/>
            <a:ext cx="9144000" cy="1655762"/>
          </a:xfrm>
        </p:spPr>
        <p:txBody>
          <a:bodyPr/>
          <a:lstStyle/>
          <a:p>
            <a:r>
              <a:rPr lang="en-US"/>
              <a:t>Section Description or Subtitle</a:t>
            </a:r>
          </a:p>
        </p:txBody>
      </p:sp>
    </p:spTree>
    <p:extLst>
      <p:ext uri="{BB962C8B-B14F-4D97-AF65-F5344CB8AC3E}">
        <p14:creationId xmlns:p14="http://schemas.microsoft.com/office/powerpoint/2010/main" val="35986771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8" y="978408"/>
            <a:ext cx="3932237" cy="1138140"/>
          </a:xfrm>
        </p:spPr>
        <p:txBody>
          <a:bodyPr>
            <a:normAutofit/>
          </a:bodyPr>
          <a:lstStyle/>
          <a:p>
            <a:r>
              <a:rPr lang="en-US"/>
              <a:t>Using a Photo with Bulleted List</a:t>
            </a:r>
          </a:p>
        </p:txBody>
      </p:sp>
      <p:pic>
        <p:nvPicPr>
          <p:cNvPr id="6" name="Picture Placeholder 5" descr="A person holding a cell phone&#10;&#10;Description automatically generated">
            <a:extLst>
              <a:ext uri="{FF2B5EF4-FFF2-40B4-BE49-F238E27FC236}">
                <a16:creationId xmlns:a16="http://schemas.microsoft.com/office/drawing/2014/main" id="{3CCA29A5-58D6-851D-D4B4-6EAFDA59142C}"/>
              </a:ext>
            </a:extLst>
          </p:cNvPr>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a:stretch/>
        </p:blipFill>
        <p:spPr>
          <a:xfrm>
            <a:off x="5230812" y="987425"/>
            <a:ext cx="6172200" cy="4873625"/>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787400" y="2116548"/>
            <a:ext cx="3910965" cy="3811588"/>
          </a:xfrm>
        </p:spPr>
        <p:txBody>
          <a:bodyPr>
            <a:norm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spTree>
    <p:extLst>
      <p:ext uri="{BB962C8B-B14F-4D97-AF65-F5344CB8AC3E}">
        <p14:creationId xmlns:p14="http://schemas.microsoft.com/office/powerpoint/2010/main" val="511593479"/>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8" y="981188"/>
            <a:ext cx="5139852" cy="1115756"/>
          </a:xfrm>
        </p:spPr>
        <p:txBody>
          <a:bodyPr>
            <a:noAutofit/>
          </a:bodyPr>
          <a:lstStyle/>
          <a:p>
            <a:r>
              <a:rPr lang="en-US"/>
              <a:t>Using Two Photos </a:t>
            </a:r>
            <a:br>
              <a:rPr lang="en-US"/>
            </a:br>
            <a:r>
              <a:rPr lang="en-US"/>
              <a:t>with Bulleted List</a:t>
            </a:r>
          </a:p>
        </p:txBody>
      </p:sp>
      <p:pic>
        <p:nvPicPr>
          <p:cNvPr id="6" name="Picture Placeholder 5">
            <a:extLst>
              <a:ext uri="{FF2B5EF4-FFF2-40B4-BE49-F238E27FC236}">
                <a16:creationId xmlns:a16="http://schemas.microsoft.com/office/drawing/2014/main" id="{3CCA29A5-58D6-851D-D4B4-6EAFDA59142C}"/>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p:blipFill>
        <p:spPr>
          <a:xfrm>
            <a:off x="6273801" y="3572540"/>
            <a:ext cx="5118100" cy="2288510"/>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788988" y="2115342"/>
            <a:ext cx="5116992" cy="1115756"/>
          </a:xfrm>
        </p:spPr>
        <p:txBody>
          <a:bodyPr>
            <a:no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pic>
        <p:nvPicPr>
          <p:cNvPr id="19" name="Picture Placeholder 18" descr="A person and person standing in front of a screen&#10;&#10;Description automatically generated">
            <a:extLst>
              <a:ext uri="{FF2B5EF4-FFF2-40B4-BE49-F238E27FC236}">
                <a16:creationId xmlns:a16="http://schemas.microsoft.com/office/drawing/2014/main" id="{89EBCBCB-59A6-ECFD-78BB-F2EC993FE9A4}"/>
              </a:ext>
            </a:extLst>
          </p:cNvPr>
          <p:cNvPicPr>
            <a:picLocks noGrp="1" noChangeAspect="1"/>
          </p:cNvPicPr>
          <p:nvPr>
            <p:ph type="pic" idx="10"/>
          </p:nvPr>
        </p:nvPicPr>
        <p:blipFill>
          <a:blip r:embed="rId4" cstate="screen">
            <a:extLst>
              <a:ext uri="{28A0092B-C50C-407E-A947-70E740481C1C}">
                <a14:useLocalDpi xmlns:a14="http://schemas.microsoft.com/office/drawing/2010/main"/>
              </a:ext>
            </a:extLst>
          </a:blip>
          <a:srcRect/>
          <a:stretch/>
        </p:blipFill>
        <p:spPr>
          <a:xfrm>
            <a:off x="6286022" y="1029956"/>
            <a:ext cx="5105878" cy="2282730"/>
          </a:xfrm>
        </p:spPr>
      </p:pic>
    </p:spTree>
    <p:extLst>
      <p:ext uri="{BB962C8B-B14F-4D97-AF65-F5344CB8AC3E}">
        <p14:creationId xmlns:p14="http://schemas.microsoft.com/office/powerpoint/2010/main" val="2660171967"/>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7" y="979932"/>
            <a:ext cx="10625773" cy="734882"/>
          </a:xfrm>
        </p:spPr>
        <p:txBody>
          <a:bodyPr>
            <a:noAutofit/>
          </a:bodyPr>
          <a:lstStyle/>
          <a:p>
            <a:r>
              <a:rPr lang="en-US"/>
              <a:t>Using Three Photos with Bulleted Lists</a:t>
            </a:r>
          </a:p>
        </p:txBody>
      </p:sp>
      <p:pic>
        <p:nvPicPr>
          <p:cNvPr id="6" name="Picture Placeholder 5">
            <a:extLst>
              <a:ext uri="{FF2B5EF4-FFF2-40B4-BE49-F238E27FC236}">
                <a16:creationId xmlns:a16="http://schemas.microsoft.com/office/drawing/2014/main" id="{3CCA29A5-58D6-851D-D4B4-6EAFDA59142C}"/>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p:blipFill>
        <p:spPr>
          <a:xfrm>
            <a:off x="788987" y="1772922"/>
            <a:ext cx="3434965" cy="2288510"/>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800853" y="4251730"/>
            <a:ext cx="3423100" cy="309637"/>
          </a:xfrm>
        </p:spPr>
        <p:txBody>
          <a:bodyPr>
            <a:noAutofit/>
          </a:bodyPr>
          <a:lstStyle/>
          <a:p>
            <a:r>
              <a:rPr lang="en-US"/>
              <a:t>Add a Headline Here</a:t>
            </a:r>
          </a:p>
          <a:p>
            <a:endParaRPr lang="en-US"/>
          </a:p>
        </p:txBody>
      </p:sp>
      <p:pic>
        <p:nvPicPr>
          <p:cNvPr id="19" name="Picture Placeholder 18" descr="A person and person standing in front of a screen&#10;&#10;Description automatically generated">
            <a:extLst>
              <a:ext uri="{FF2B5EF4-FFF2-40B4-BE49-F238E27FC236}">
                <a16:creationId xmlns:a16="http://schemas.microsoft.com/office/drawing/2014/main" id="{89EBCBCB-59A6-ECFD-78BB-F2EC993FE9A4}"/>
              </a:ext>
            </a:extLst>
          </p:cNvPr>
          <p:cNvPicPr>
            <a:picLocks noGrp="1" noChangeAspect="1"/>
          </p:cNvPicPr>
          <p:nvPr>
            <p:ph type="pic" idx="13"/>
          </p:nvPr>
        </p:nvPicPr>
        <p:blipFill>
          <a:blip r:embed="rId4" cstate="screen">
            <a:extLst>
              <a:ext uri="{28A0092B-C50C-407E-A947-70E740481C1C}">
                <a14:useLocalDpi xmlns:a14="http://schemas.microsoft.com/office/drawing/2010/main"/>
              </a:ext>
            </a:extLst>
          </a:blip>
          <a:srcRect/>
          <a:stretch/>
        </p:blipFill>
        <p:spPr>
          <a:xfrm>
            <a:off x="4381523" y="1772922"/>
            <a:ext cx="3434964" cy="2288510"/>
          </a:xfrm>
        </p:spPr>
      </p:pic>
      <p:pic>
        <p:nvPicPr>
          <p:cNvPr id="12" name="Picture Placeholder 11" descr="A person talking to a person&#10;&#10;Description automatically generated">
            <a:extLst>
              <a:ext uri="{FF2B5EF4-FFF2-40B4-BE49-F238E27FC236}">
                <a16:creationId xmlns:a16="http://schemas.microsoft.com/office/drawing/2014/main" id="{75DD4871-CFE9-3E94-B848-5FB1651504BE}"/>
              </a:ext>
            </a:extLst>
          </p:cNvPr>
          <p:cNvPicPr>
            <a:picLocks noGrp="1" noChangeAspect="1"/>
          </p:cNvPicPr>
          <p:nvPr>
            <p:ph type="pic" idx="14"/>
          </p:nvPr>
        </p:nvPicPr>
        <p:blipFill>
          <a:blip r:embed="rId5" cstate="screen">
            <a:extLst>
              <a:ext uri="{28A0092B-C50C-407E-A947-70E740481C1C}">
                <a14:useLocalDpi xmlns:a14="http://schemas.microsoft.com/office/drawing/2010/main"/>
              </a:ext>
            </a:extLst>
          </a:blip>
          <a:srcRect/>
          <a:stretch/>
        </p:blipFill>
        <p:spPr>
          <a:xfrm>
            <a:off x="7974059" y="1772922"/>
            <a:ext cx="3424044" cy="2288510"/>
          </a:xfrm>
        </p:spPr>
      </p:pic>
      <p:sp>
        <p:nvSpPr>
          <p:cNvPr id="39" name="Text Placeholder 38">
            <a:extLst>
              <a:ext uri="{FF2B5EF4-FFF2-40B4-BE49-F238E27FC236}">
                <a16:creationId xmlns:a16="http://schemas.microsoft.com/office/drawing/2014/main" id="{ACC90720-EB06-56F7-F69E-6A36D0F01204}"/>
              </a:ext>
            </a:extLst>
          </p:cNvPr>
          <p:cNvSpPr>
            <a:spLocks noGrp="1"/>
          </p:cNvSpPr>
          <p:nvPr>
            <p:ph type="body" sz="half" idx="15"/>
          </p:nvPr>
        </p:nvSpPr>
        <p:spPr>
          <a:xfrm>
            <a:off x="800853" y="4570707"/>
            <a:ext cx="3423100" cy="309637"/>
          </a:xfrm>
        </p:spPr>
        <p:txBody>
          <a:bodyPr>
            <a:noAutofit/>
          </a:bodyPr>
          <a:lstStyle/>
          <a:p>
            <a:r>
              <a:rPr lang="en-US"/>
              <a:t>Keep it simple</a:t>
            </a:r>
          </a:p>
          <a:p>
            <a:r>
              <a:rPr lang="en-US"/>
              <a:t>Limited bullet points</a:t>
            </a:r>
          </a:p>
          <a:p>
            <a:r>
              <a:rPr lang="en-US"/>
              <a:t>Less is more</a:t>
            </a:r>
          </a:p>
          <a:p>
            <a:r>
              <a:rPr lang="en-US"/>
              <a:t>Clean and simple</a:t>
            </a:r>
          </a:p>
        </p:txBody>
      </p:sp>
      <p:sp>
        <p:nvSpPr>
          <p:cNvPr id="60" name="Text Placeholder 59">
            <a:extLst>
              <a:ext uri="{FF2B5EF4-FFF2-40B4-BE49-F238E27FC236}">
                <a16:creationId xmlns:a16="http://schemas.microsoft.com/office/drawing/2014/main" id="{FF540EBE-4B43-7451-7115-2DDF5306B4B9}"/>
              </a:ext>
            </a:extLst>
          </p:cNvPr>
          <p:cNvSpPr>
            <a:spLocks noGrp="1"/>
          </p:cNvSpPr>
          <p:nvPr>
            <p:ph type="body" sz="half" idx="16"/>
          </p:nvPr>
        </p:nvSpPr>
        <p:spPr>
          <a:xfrm>
            <a:off x="4380255" y="4251730"/>
            <a:ext cx="3423100" cy="309637"/>
          </a:xfrm>
        </p:spPr>
        <p:txBody>
          <a:bodyPr/>
          <a:lstStyle/>
          <a:p>
            <a:r>
              <a:rPr lang="en-US"/>
              <a:t>Add a Headline Here</a:t>
            </a:r>
          </a:p>
        </p:txBody>
      </p:sp>
      <p:sp>
        <p:nvSpPr>
          <p:cNvPr id="61" name="Text Placeholder 60">
            <a:extLst>
              <a:ext uri="{FF2B5EF4-FFF2-40B4-BE49-F238E27FC236}">
                <a16:creationId xmlns:a16="http://schemas.microsoft.com/office/drawing/2014/main" id="{C9780635-92CF-F952-5E75-36F93D053A27}"/>
              </a:ext>
            </a:extLst>
          </p:cNvPr>
          <p:cNvSpPr>
            <a:spLocks noGrp="1"/>
          </p:cNvSpPr>
          <p:nvPr>
            <p:ph type="body" sz="half" idx="17"/>
          </p:nvPr>
        </p:nvSpPr>
        <p:spPr>
          <a:xfrm>
            <a:off x="4380255" y="4570707"/>
            <a:ext cx="3423100" cy="309637"/>
          </a:xfrm>
        </p:spPr>
        <p:txBody>
          <a:bodyPr>
            <a:noAutofit/>
          </a:bodyPr>
          <a:lstStyle/>
          <a:p>
            <a:r>
              <a:rPr lang="en-US"/>
              <a:t>Keep it simple</a:t>
            </a:r>
          </a:p>
          <a:p>
            <a:r>
              <a:rPr lang="en-US"/>
              <a:t>Limited bullet points</a:t>
            </a:r>
          </a:p>
          <a:p>
            <a:r>
              <a:rPr lang="en-US"/>
              <a:t>Less is more</a:t>
            </a:r>
          </a:p>
          <a:p>
            <a:r>
              <a:rPr lang="en-US"/>
              <a:t>Clean and simple</a:t>
            </a:r>
          </a:p>
        </p:txBody>
      </p:sp>
      <p:sp>
        <p:nvSpPr>
          <p:cNvPr id="62" name="Text Placeholder 61">
            <a:extLst>
              <a:ext uri="{FF2B5EF4-FFF2-40B4-BE49-F238E27FC236}">
                <a16:creationId xmlns:a16="http://schemas.microsoft.com/office/drawing/2014/main" id="{9F6547D4-7B09-F9EA-125C-70634E6B28A8}"/>
              </a:ext>
            </a:extLst>
          </p:cNvPr>
          <p:cNvSpPr>
            <a:spLocks noGrp="1"/>
          </p:cNvSpPr>
          <p:nvPr>
            <p:ph type="body" sz="half" idx="18"/>
          </p:nvPr>
        </p:nvSpPr>
        <p:spPr>
          <a:xfrm>
            <a:off x="7974059" y="4251730"/>
            <a:ext cx="3423100" cy="309637"/>
          </a:xfrm>
        </p:spPr>
        <p:txBody>
          <a:bodyPr/>
          <a:lstStyle/>
          <a:p>
            <a:r>
              <a:rPr lang="en-US"/>
              <a:t>Add a Headline Here</a:t>
            </a:r>
          </a:p>
        </p:txBody>
      </p:sp>
      <p:sp>
        <p:nvSpPr>
          <p:cNvPr id="63" name="Text Placeholder 62">
            <a:extLst>
              <a:ext uri="{FF2B5EF4-FFF2-40B4-BE49-F238E27FC236}">
                <a16:creationId xmlns:a16="http://schemas.microsoft.com/office/drawing/2014/main" id="{CB6E6ECA-C4D0-7A7F-FC70-45505E9D2590}"/>
              </a:ext>
            </a:extLst>
          </p:cNvPr>
          <p:cNvSpPr>
            <a:spLocks noGrp="1"/>
          </p:cNvSpPr>
          <p:nvPr>
            <p:ph type="body" sz="half" idx="19"/>
          </p:nvPr>
        </p:nvSpPr>
        <p:spPr>
          <a:xfrm>
            <a:off x="7974059" y="4570707"/>
            <a:ext cx="3423100" cy="309637"/>
          </a:xfrm>
        </p:spPr>
        <p:txBody>
          <a:bodyPr>
            <a:noAutofit/>
          </a:bodyPr>
          <a:lstStyle/>
          <a:p>
            <a:r>
              <a:rPr lang="en-US"/>
              <a:t>Keep it simple</a:t>
            </a:r>
          </a:p>
          <a:p>
            <a:r>
              <a:rPr lang="en-US"/>
              <a:t>Limited bullet points</a:t>
            </a:r>
          </a:p>
          <a:p>
            <a:r>
              <a:rPr lang="en-US"/>
              <a:t>Less is more</a:t>
            </a:r>
          </a:p>
          <a:p>
            <a:r>
              <a:rPr lang="en-US"/>
              <a:t>Clean and simple</a:t>
            </a:r>
          </a:p>
        </p:txBody>
      </p:sp>
    </p:spTree>
    <p:extLst>
      <p:ext uri="{BB962C8B-B14F-4D97-AF65-F5344CB8AC3E}">
        <p14:creationId xmlns:p14="http://schemas.microsoft.com/office/powerpoint/2010/main" val="3225787900"/>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9E9F-15D1-FA69-6CCF-F2D6A6DA1C87}"/>
              </a:ext>
            </a:extLst>
          </p:cNvPr>
          <p:cNvSpPr>
            <a:spLocks noGrp="1"/>
          </p:cNvSpPr>
          <p:nvPr>
            <p:ph type="title"/>
          </p:nvPr>
        </p:nvSpPr>
        <p:spPr>
          <a:xfrm>
            <a:off x="1265881" y="972338"/>
            <a:ext cx="7725720" cy="1325563"/>
          </a:xfrm>
        </p:spPr>
        <p:txBody>
          <a:bodyPr>
            <a:normAutofit/>
          </a:bodyPr>
          <a:lstStyle/>
          <a:p>
            <a:r>
              <a:rPr lang="en-US"/>
              <a:t>Color Bar Content</a:t>
            </a:r>
          </a:p>
        </p:txBody>
      </p:sp>
      <p:sp>
        <p:nvSpPr>
          <p:cNvPr id="3" name="Content Placeholder 2">
            <a:extLst>
              <a:ext uri="{FF2B5EF4-FFF2-40B4-BE49-F238E27FC236}">
                <a16:creationId xmlns:a16="http://schemas.microsoft.com/office/drawing/2014/main" id="{6DC2EF5F-CE6D-BE1E-AAB1-2B2862EEAA99}"/>
              </a:ext>
            </a:extLst>
          </p:cNvPr>
          <p:cNvSpPr>
            <a:spLocks noGrp="1"/>
          </p:cNvSpPr>
          <p:nvPr>
            <p:ph idx="1"/>
          </p:nvPr>
        </p:nvSpPr>
        <p:spPr>
          <a:xfrm>
            <a:off x="1265881" y="2378246"/>
            <a:ext cx="7725720" cy="3101289"/>
          </a:xfrm>
        </p:spPr>
        <p:txBody>
          <a:bodyPr>
            <a:norm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spTree>
    <p:extLst>
      <p:ext uri="{BB962C8B-B14F-4D97-AF65-F5344CB8AC3E}">
        <p14:creationId xmlns:p14="http://schemas.microsoft.com/office/powerpoint/2010/main" val="2427039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C3C3C753-1D6E-F2FC-4922-44A9ABDA8269}"/>
              </a:ext>
            </a:extLst>
          </p:cNvPr>
          <p:cNvSpPr>
            <a:spLocks noGrp="1"/>
          </p:cNvSpPr>
          <p:nvPr>
            <p:ph type="title"/>
          </p:nvPr>
        </p:nvSpPr>
        <p:spPr/>
        <p:txBody>
          <a:bodyPr/>
          <a:lstStyle/>
          <a:p>
            <a:r>
              <a:rPr lang="en-US"/>
              <a:t>Gray Blank Slide</a:t>
            </a:r>
            <a:br>
              <a:rPr lang="en-US"/>
            </a:br>
            <a:r>
              <a:rPr lang="en-US"/>
              <a:t>for Mixing It Up</a:t>
            </a:r>
          </a:p>
        </p:txBody>
      </p:sp>
      <p:sp>
        <p:nvSpPr>
          <p:cNvPr id="38" name="Text Placeholder 37">
            <a:extLst>
              <a:ext uri="{FF2B5EF4-FFF2-40B4-BE49-F238E27FC236}">
                <a16:creationId xmlns:a16="http://schemas.microsoft.com/office/drawing/2014/main" id="{57956871-6FEC-859E-1B73-1E2B3B903F44}"/>
              </a:ext>
            </a:extLst>
          </p:cNvPr>
          <p:cNvSpPr>
            <a:spLocks noGrp="1"/>
          </p:cNvSpPr>
          <p:nvPr>
            <p:ph type="body" idx="1"/>
          </p:nvPr>
        </p:nvSpPr>
        <p:spPr>
          <a:xfrm>
            <a:off x="830279" y="2049422"/>
            <a:ext cx="5666774" cy="1499757"/>
          </a:xfrm>
        </p:spPr>
        <p:txBody>
          <a:bodyPr/>
          <a:lstStyle/>
          <a:p>
            <a:r>
              <a:rPr lang="en-US"/>
              <a:t>Use this to break up the monotony and add some visual interest</a:t>
            </a:r>
          </a:p>
        </p:txBody>
      </p:sp>
    </p:spTree>
    <p:extLst>
      <p:ext uri="{BB962C8B-B14F-4D97-AF65-F5344CB8AC3E}">
        <p14:creationId xmlns:p14="http://schemas.microsoft.com/office/powerpoint/2010/main" val="1376985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6065-739B-D991-9541-BF0C2B62B167}"/>
              </a:ext>
            </a:extLst>
          </p:cNvPr>
          <p:cNvSpPr>
            <a:spLocks noGrp="1"/>
          </p:cNvSpPr>
          <p:nvPr>
            <p:ph type="title"/>
          </p:nvPr>
        </p:nvSpPr>
        <p:spPr>
          <a:xfrm>
            <a:off x="786709" y="549664"/>
            <a:ext cx="9222952" cy="1499758"/>
          </a:xfrm>
        </p:spPr>
        <p:txBody>
          <a:bodyPr>
            <a:noAutofit/>
          </a:bodyPr>
          <a:lstStyle/>
          <a:p>
            <a:r>
              <a:rPr lang="en-US"/>
              <a:t>Slide for Stats</a:t>
            </a:r>
          </a:p>
        </p:txBody>
      </p:sp>
      <p:sp>
        <p:nvSpPr>
          <p:cNvPr id="3" name="Text Placeholder 2">
            <a:extLst>
              <a:ext uri="{FF2B5EF4-FFF2-40B4-BE49-F238E27FC236}">
                <a16:creationId xmlns:a16="http://schemas.microsoft.com/office/drawing/2014/main" id="{8FEB8A96-E2D9-12CE-ABDE-E1520AF84BDE}"/>
              </a:ext>
            </a:extLst>
          </p:cNvPr>
          <p:cNvSpPr>
            <a:spLocks noGrp="1"/>
          </p:cNvSpPr>
          <p:nvPr>
            <p:ph type="body" idx="1"/>
          </p:nvPr>
        </p:nvSpPr>
        <p:spPr>
          <a:xfrm>
            <a:off x="788988" y="1244516"/>
            <a:ext cx="9220200" cy="1500187"/>
          </a:xfrm>
        </p:spPr>
        <p:txBody>
          <a:bodyPr>
            <a:normAutofit/>
          </a:bodyPr>
          <a:lstStyle/>
          <a:p>
            <a:r>
              <a:rPr lang="en-US"/>
              <a:t>With a small area for a short description</a:t>
            </a:r>
          </a:p>
        </p:txBody>
      </p:sp>
      <p:sp>
        <p:nvSpPr>
          <p:cNvPr id="4" name="Text Placeholder 2">
            <a:extLst>
              <a:ext uri="{FF2B5EF4-FFF2-40B4-BE49-F238E27FC236}">
                <a16:creationId xmlns:a16="http://schemas.microsoft.com/office/drawing/2014/main" id="{0C87486C-A9D8-F4C6-E3BC-959436427078}"/>
              </a:ext>
            </a:extLst>
          </p:cNvPr>
          <p:cNvSpPr txBox="1">
            <a:spLocks/>
          </p:cNvSpPr>
          <p:nvPr/>
        </p:nvSpPr>
        <p:spPr>
          <a:xfrm>
            <a:off x="6914648" y="5164256"/>
            <a:ext cx="1921234" cy="741399"/>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t>X% US deposits </a:t>
            </a:r>
            <a:r>
              <a:rPr lang="en-US" sz="1400"/>
              <a:t>are with community banks</a:t>
            </a:r>
          </a:p>
        </p:txBody>
      </p:sp>
      <p:pic>
        <p:nvPicPr>
          <p:cNvPr id="6" name="Picture 5">
            <a:extLst>
              <a:ext uri="{FF2B5EF4-FFF2-40B4-BE49-F238E27FC236}">
                <a16:creationId xmlns:a16="http://schemas.microsoft.com/office/drawing/2014/main" id="{061971DF-8A56-7AAF-378A-75C75DC4085B}"/>
              </a:ext>
            </a:extLst>
          </p:cNvPr>
          <p:cNvPicPr>
            <a:picLocks noChangeAspect="1"/>
          </p:cNvPicPr>
          <p:nvPr/>
        </p:nvPicPr>
        <p:blipFill>
          <a:blip r:embed="rId3"/>
          <a:stretch>
            <a:fillRect/>
          </a:stretch>
        </p:blipFill>
        <p:spPr>
          <a:xfrm>
            <a:off x="4382308" y="2373168"/>
            <a:ext cx="3721100" cy="2298700"/>
          </a:xfrm>
          <a:prstGeom prst="rect">
            <a:avLst/>
          </a:prstGeom>
        </p:spPr>
      </p:pic>
      <p:sp>
        <p:nvSpPr>
          <p:cNvPr id="7" name="TextBox 6">
            <a:extLst>
              <a:ext uri="{FF2B5EF4-FFF2-40B4-BE49-F238E27FC236}">
                <a16:creationId xmlns:a16="http://schemas.microsoft.com/office/drawing/2014/main" id="{B723FB3E-13E9-795F-20F0-6D608C2BE3CA}"/>
              </a:ext>
            </a:extLst>
          </p:cNvPr>
          <p:cNvSpPr txBox="1"/>
          <p:nvPr/>
        </p:nvSpPr>
        <p:spPr>
          <a:xfrm>
            <a:off x="946611" y="2470072"/>
            <a:ext cx="2053242" cy="738664"/>
          </a:xfrm>
          <a:prstGeom prst="rect">
            <a:avLst/>
          </a:prstGeom>
          <a:noFill/>
        </p:spPr>
        <p:txBody>
          <a:bodyPr wrap="square" rtlCol="0">
            <a:spAutoFit/>
          </a:bodyPr>
          <a:lstStyle/>
          <a:p>
            <a:r>
              <a:rPr lang="en-US" sz="1400">
                <a:latin typeface="Montserrat" pitchFamily="2" charset="77"/>
              </a:rPr>
              <a:t>Community banks represent </a:t>
            </a:r>
            <a:r>
              <a:rPr lang="en-US" sz="1400" b="1">
                <a:latin typeface="Montserrat" pitchFamily="2" charset="77"/>
              </a:rPr>
              <a:t>97% of banking industry</a:t>
            </a:r>
          </a:p>
        </p:txBody>
      </p:sp>
      <p:pic>
        <p:nvPicPr>
          <p:cNvPr id="11" name="Graphic 10">
            <a:extLst>
              <a:ext uri="{FF2B5EF4-FFF2-40B4-BE49-F238E27FC236}">
                <a16:creationId xmlns:a16="http://schemas.microsoft.com/office/drawing/2014/main" id="{988C8CED-6286-E31F-833E-95A4C3C9BE5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659582" y="3032968"/>
            <a:ext cx="872836" cy="872836"/>
          </a:xfrm>
          <a:prstGeom prst="rect">
            <a:avLst/>
          </a:prstGeom>
        </p:spPr>
      </p:pic>
      <p:sp>
        <p:nvSpPr>
          <p:cNvPr id="12" name="TextBox 11">
            <a:extLst>
              <a:ext uri="{FF2B5EF4-FFF2-40B4-BE49-F238E27FC236}">
                <a16:creationId xmlns:a16="http://schemas.microsoft.com/office/drawing/2014/main" id="{6B23D853-B7B3-2DD1-F474-9983D04A76B9}"/>
              </a:ext>
            </a:extLst>
          </p:cNvPr>
          <p:cNvSpPr txBox="1"/>
          <p:nvPr/>
        </p:nvSpPr>
        <p:spPr>
          <a:xfrm>
            <a:off x="8750069" y="1193271"/>
            <a:ext cx="2053242" cy="738664"/>
          </a:xfrm>
          <a:prstGeom prst="rect">
            <a:avLst/>
          </a:prstGeom>
          <a:noFill/>
        </p:spPr>
        <p:txBody>
          <a:bodyPr wrap="square" rtlCol="0">
            <a:spAutoFit/>
          </a:bodyPr>
          <a:lstStyle/>
          <a:p>
            <a:r>
              <a:rPr kumimoji="0" lang="en-US" sz="1400" b="0" i="0" u="none" strike="noStrike" kern="1200" cap="none" spc="0" normalizeH="0" baseline="0" noProof="0">
                <a:ln>
                  <a:noFill/>
                </a:ln>
                <a:solidFill>
                  <a:prstClr val="black"/>
                </a:solidFill>
                <a:effectLst/>
                <a:uLnTx/>
                <a:uFillTx/>
                <a:latin typeface="Montserrat" pitchFamily="2" charset="77"/>
              </a:rPr>
              <a:t>Hold more than </a:t>
            </a:r>
            <a:r>
              <a:rPr kumimoji="0" lang="en-US" sz="1400" b="1" u="none" strike="noStrike" kern="1200" cap="none" spc="0" normalizeH="0" baseline="0" noProof="0">
                <a:ln>
                  <a:noFill/>
                </a:ln>
                <a:solidFill>
                  <a:prstClr val="black"/>
                </a:solidFill>
                <a:effectLst/>
                <a:uLnTx/>
                <a:uFillTx/>
                <a:latin typeface="Montserrat" pitchFamily="2" charset="77"/>
              </a:rPr>
              <a:t>$2.2 trillion in loans</a:t>
            </a:r>
            <a:r>
              <a:rPr kumimoji="0" lang="en-US" sz="1400" b="0" i="0" u="none" strike="noStrike" kern="1200" cap="none" spc="0" normalizeH="0" baseline="0" noProof="0">
                <a:ln>
                  <a:noFill/>
                </a:ln>
                <a:solidFill>
                  <a:prstClr val="black"/>
                </a:solidFill>
                <a:effectLst/>
                <a:uLnTx/>
                <a:uFillTx/>
                <a:latin typeface="Montserrat" pitchFamily="2" charset="77"/>
              </a:rPr>
              <a:t> for local communities</a:t>
            </a:r>
            <a:endParaRPr lang="en-US" sz="1400">
              <a:latin typeface="Montserrat" pitchFamily="2" charset="77"/>
            </a:endParaRPr>
          </a:p>
        </p:txBody>
      </p:sp>
      <p:sp>
        <p:nvSpPr>
          <p:cNvPr id="15" name="TextBox 14">
            <a:extLst>
              <a:ext uri="{FF2B5EF4-FFF2-40B4-BE49-F238E27FC236}">
                <a16:creationId xmlns:a16="http://schemas.microsoft.com/office/drawing/2014/main" id="{84E7274F-07AB-98A5-22DA-9573E8B3D12F}"/>
              </a:ext>
            </a:extLst>
          </p:cNvPr>
          <p:cNvSpPr txBox="1"/>
          <p:nvPr/>
        </p:nvSpPr>
        <p:spPr>
          <a:xfrm>
            <a:off x="9116175" y="3429545"/>
            <a:ext cx="2053242" cy="738664"/>
          </a:xfrm>
          <a:prstGeom prst="rect">
            <a:avLst/>
          </a:prstGeom>
          <a:noFill/>
        </p:spPr>
        <p:txBody>
          <a:bodyPr wrap="square">
            <a:spAutoFit/>
          </a:bodyPr>
          <a:lstStyle/>
          <a:p>
            <a:r>
              <a:rPr lang="en-US" sz="1400">
                <a:latin typeface="Montserrat" pitchFamily="2" charset="77"/>
              </a:rPr>
              <a:t>Employ nearly </a:t>
            </a:r>
            <a:r>
              <a:rPr lang="en-US" sz="1400" b="1">
                <a:latin typeface="Montserrat" pitchFamily="2" charset="77"/>
              </a:rPr>
              <a:t>half million employees </a:t>
            </a:r>
            <a:r>
              <a:rPr lang="en-US" sz="1400">
                <a:latin typeface="Montserrat" pitchFamily="2" charset="77"/>
              </a:rPr>
              <a:t>across the US</a:t>
            </a:r>
          </a:p>
        </p:txBody>
      </p:sp>
      <p:sp>
        <p:nvSpPr>
          <p:cNvPr id="16" name="Text Placeholder 2">
            <a:extLst>
              <a:ext uri="{FF2B5EF4-FFF2-40B4-BE49-F238E27FC236}">
                <a16:creationId xmlns:a16="http://schemas.microsoft.com/office/drawing/2014/main" id="{54403DAA-5B20-0E58-2BEF-B03F10E2F155}"/>
              </a:ext>
            </a:extLst>
          </p:cNvPr>
          <p:cNvSpPr txBox="1">
            <a:spLocks/>
          </p:cNvSpPr>
          <p:nvPr/>
        </p:nvSpPr>
        <p:spPr>
          <a:xfrm>
            <a:off x="1640272" y="4201998"/>
            <a:ext cx="1896296" cy="827502"/>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t>X% payments </a:t>
            </a:r>
            <a:r>
              <a:rPr lang="en-US" sz="1400"/>
              <a:t>are processed through community banks</a:t>
            </a:r>
          </a:p>
        </p:txBody>
      </p:sp>
      <p:cxnSp>
        <p:nvCxnSpPr>
          <p:cNvPr id="18" name="Straight Connector 17">
            <a:extLst>
              <a:ext uri="{FF2B5EF4-FFF2-40B4-BE49-F238E27FC236}">
                <a16:creationId xmlns:a16="http://schemas.microsoft.com/office/drawing/2014/main" id="{6098684E-5161-3852-40D1-06574CFAA7BE}"/>
              </a:ext>
            </a:extLst>
          </p:cNvPr>
          <p:cNvCxnSpPr/>
          <p:nvPr/>
        </p:nvCxnSpPr>
        <p:spPr>
          <a:xfrm>
            <a:off x="3624349" y="2852644"/>
            <a:ext cx="931026" cy="18032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D689C55-A115-2D30-2420-52C84A72C89C}"/>
              </a:ext>
            </a:extLst>
          </p:cNvPr>
          <p:cNvCxnSpPr>
            <a:cxnSpLocks/>
          </p:cNvCxnSpPr>
          <p:nvPr/>
        </p:nvCxnSpPr>
        <p:spPr>
          <a:xfrm flipV="1">
            <a:off x="4297681" y="3905804"/>
            <a:ext cx="644465" cy="59969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EAEB03-8344-42BC-6C67-CDB1304C8BC8}"/>
              </a:ext>
            </a:extLst>
          </p:cNvPr>
          <p:cNvCxnSpPr>
            <a:cxnSpLocks/>
            <a:stCxn id="33" idx="0"/>
          </p:cNvCxnSpPr>
          <p:nvPr/>
        </p:nvCxnSpPr>
        <p:spPr>
          <a:xfrm flipH="1" flipV="1">
            <a:off x="6306432" y="3984582"/>
            <a:ext cx="172992" cy="117967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F3C00F7-9CF9-B94D-9A58-0B18D21B92D7}"/>
              </a:ext>
            </a:extLst>
          </p:cNvPr>
          <p:cNvCxnSpPr>
            <a:cxnSpLocks/>
          </p:cNvCxnSpPr>
          <p:nvPr/>
        </p:nvCxnSpPr>
        <p:spPr>
          <a:xfrm flipH="1" flipV="1">
            <a:off x="7636625" y="3552227"/>
            <a:ext cx="998912" cy="279940"/>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B6E159E-47F4-43A6-5C5C-419EB8155A72}"/>
              </a:ext>
            </a:extLst>
          </p:cNvPr>
          <p:cNvCxnSpPr>
            <a:cxnSpLocks/>
            <a:stCxn id="31" idx="1"/>
          </p:cNvCxnSpPr>
          <p:nvPr/>
        </p:nvCxnSpPr>
        <p:spPr>
          <a:xfrm flipH="1">
            <a:off x="6620199" y="1562754"/>
            <a:ext cx="1389575" cy="1380052"/>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57D059A0-0BE6-1F7B-C328-3AFBD4BF97C6}"/>
              </a:ext>
            </a:extLst>
          </p:cNvPr>
          <p:cNvGrpSpPr/>
          <p:nvPr/>
        </p:nvGrpSpPr>
        <p:grpSpPr>
          <a:xfrm>
            <a:off x="2999853" y="2522827"/>
            <a:ext cx="633154" cy="633154"/>
            <a:chOff x="2999853" y="2522827"/>
            <a:chExt cx="633154" cy="633154"/>
          </a:xfrm>
        </p:grpSpPr>
        <p:sp>
          <p:nvSpPr>
            <p:cNvPr id="36" name="Rectangle 35">
              <a:extLst>
                <a:ext uri="{FF2B5EF4-FFF2-40B4-BE49-F238E27FC236}">
                  <a16:creationId xmlns:a16="http://schemas.microsoft.com/office/drawing/2014/main" id="{32FA0D42-C699-5952-23C1-D3E508497070}"/>
                </a:ext>
              </a:extLst>
            </p:cNvPr>
            <p:cNvSpPr/>
            <p:nvPr/>
          </p:nvSpPr>
          <p:spPr>
            <a:xfrm>
              <a:off x="2999853" y="2522827"/>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Graphic 37">
              <a:extLst>
                <a:ext uri="{FF2B5EF4-FFF2-40B4-BE49-F238E27FC236}">
                  <a16:creationId xmlns:a16="http://schemas.microsoft.com/office/drawing/2014/main" id="{91D35E77-6D8A-9663-4140-CD0D12A70B3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151701" y="2671639"/>
              <a:ext cx="329457" cy="329457"/>
            </a:xfrm>
            <a:prstGeom prst="rect">
              <a:avLst/>
            </a:prstGeom>
          </p:spPr>
        </p:pic>
      </p:grpSp>
      <p:grpSp>
        <p:nvGrpSpPr>
          <p:cNvPr id="44" name="Group 43">
            <a:extLst>
              <a:ext uri="{FF2B5EF4-FFF2-40B4-BE49-F238E27FC236}">
                <a16:creationId xmlns:a16="http://schemas.microsoft.com/office/drawing/2014/main" id="{3C4AFAC2-CFDD-7259-1E41-5D1E8BDC6BF7}"/>
              </a:ext>
            </a:extLst>
          </p:cNvPr>
          <p:cNvGrpSpPr/>
          <p:nvPr/>
        </p:nvGrpSpPr>
        <p:grpSpPr>
          <a:xfrm>
            <a:off x="3664872" y="4201998"/>
            <a:ext cx="633154" cy="633154"/>
            <a:chOff x="3664872" y="4201998"/>
            <a:chExt cx="633154" cy="633154"/>
          </a:xfrm>
        </p:grpSpPr>
        <p:sp>
          <p:nvSpPr>
            <p:cNvPr id="35" name="Rectangle 34">
              <a:extLst>
                <a:ext uri="{FF2B5EF4-FFF2-40B4-BE49-F238E27FC236}">
                  <a16:creationId xmlns:a16="http://schemas.microsoft.com/office/drawing/2014/main" id="{E297039B-3651-53AD-A544-298AA2ACC71A}"/>
                </a:ext>
              </a:extLst>
            </p:cNvPr>
            <p:cNvSpPr/>
            <p:nvPr/>
          </p:nvSpPr>
          <p:spPr>
            <a:xfrm>
              <a:off x="3664872" y="4201998"/>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a:extLst>
                <a:ext uri="{FF2B5EF4-FFF2-40B4-BE49-F238E27FC236}">
                  <a16:creationId xmlns:a16="http://schemas.microsoft.com/office/drawing/2014/main" id="{C86CE6FD-5F73-D6A7-2A91-6A28ED1968C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818672" y="4358293"/>
              <a:ext cx="331210" cy="294409"/>
            </a:xfrm>
            <a:prstGeom prst="rect">
              <a:avLst/>
            </a:prstGeom>
          </p:spPr>
        </p:pic>
      </p:grpSp>
      <p:grpSp>
        <p:nvGrpSpPr>
          <p:cNvPr id="45" name="Group 44">
            <a:extLst>
              <a:ext uri="{FF2B5EF4-FFF2-40B4-BE49-F238E27FC236}">
                <a16:creationId xmlns:a16="http://schemas.microsoft.com/office/drawing/2014/main" id="{6D1BD4C3-F4B4-1DD3-0990-4B69EC422648}"/>
              </a:ext>
            </a:extLst>
          </p:cNvPr>
          <p:cNvGrpSpPr/>
          <p:nvPr/>
        </p:nvGrpSpPr>
        <p:grpSpPr>
          <a:xfrm>
            <a:off x="6162847" y="5164256"/>
            <a:ext cx="633154" cy="633154"/>
            <a:chOff x="6162847" y="5164256"/>
            <a:chExt cx="633154" cy="633154"/>
          </a:xfrm>
        </p:grpSpPr>
        <p:sp>
          <p:nvSpPr>
            <p:cNvPr id="33" name="Rectangle 32">
              <a:extLst>
                <a:ext uri="{FF2B5EF4-FFF2-40B4-BE49-F238E27FC236}">
                  <a16:creationId xmlns:a16="http://schemas.microsoft.com/office/drawing/2014/main" id="{D00E15C9-2F05-960C-67B4-BC6DED8516BB}"/>
                </a:ext>
              </a:extLst>
            </p:cNvPr>
            <p:cNvSpPr/>
            <p:nvPr/>
          </p:nvSpPr>
          <p:spPr>
            <a:xfrm>
              <a:off x="6162847" y="5164256"/>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c 42">
              <a:extLst>
                <a:ext uri="{FF2B5EF4-FFF2-40B4-BE49-F238E27FC236}">
                  <a16:creationId xmlns:a16="http://schemas.microsoft.com/office/drawing/2014/main" id="{EFB36E26-1BDD-6C89-C706-29F50AD7083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306432" y="5331668"/>
              <a:ext cx="353243" cy="282594"/>
            </a:xfrm>
            <a:prstGeom prst="rect">
              <a:avLst/>
            </a:prstGeom>
          </p:spPr>
        </p:pic>
      </p:grpSp>
      <p:grpSp>
        <p:nvGrpSpPr>
          <p:cNvPr id="48" name="Group 47">
            <a:extLst>
              <a:ext uri="{FF2B5EF4-FFF2-40B4-BE49-F238E27FC236}">
                <a16:creationId xmlns:a16="http://schemas.microsoft.com/office/drawing/2014/main" id="{9A99E1BF-3447-C2AC-DE13-58E095586424}"/>
              </a:ext>
            </a:extLst>
          </p:cNvPr>
          <p:cNvGrpSpPr/>
          <p:nvPr/>
        </p:nvGrpSpPr>
        <p:grpSpPr>
          <a:xfrm>
            <a:off x="8358909" y="3482300"/>
            <a:ext cx="633154" cy="633154"/>
            <a:chOff x="8358909" y="3482300"/>
            <a:chExt cx="633154" cy="633154"/>
          </a:xfrm>
        </p:grpSpPr>
        <p:sp>
          <p:nvSpPr>
            <p:cNvPr id="30" name="Rectangle 29">
              <a:extLst>
                <a:ext uri="{FF2B5EF4-FFF2-40B4-BE49-F238E27FC236}">
                  <a16:creationId xmlns:a16="http://schemas.microsoft.com/office/drawing/2014/main" id="{E783E802-BFFB-F524-FB2D-3D7C2802AFA0}"/>
                </a:ext>
              </a:extLst>
            </p:cNvPr>
            <p:cNvSpPr/>
            <p:nvPr/>
          </p:nvSpPr>
          <p:spPr>
            <a:xfrm>
              <a:off x="8358909" y="3482300"/>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c 46">
              <a:extLst>
                <a:ext uri="{FF2B5EF4-FFF2-40B4-BE49-F238E27FC236}">
                  <a16:creationId xmlns:a16="http://schemas.microsoft.com/office/drawing/2014/main" id="{AB33E2AA-C31F-C15F-2AA2-BE66A78EDB8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500476" y="3654707"/>
              <a:ext cx="349925" cy="279940"/>
            </a:xfrm>
            <a:prstGeom prst="rect">
              <a:avLst/>
            </a:prstGeom>
          </p:spPr>
        </p:pic>
      </p:grpSp>
      <p:grpSp>
        <p:nvGrpSpPr>
          <p:cNvPr id="51" name="Group 50">
            <a:extLst>
              <a:ext uri="{FF2B5EF4-FFF2-40B4-BE49-F238E27FC236}">
                <a16:creationId xmlns:a16="http://schemas.microsoft.com/office/drawing/2014/main" id="{F948BB07-0370-4574-134D-7425D8F900DE}"/>
              </a:ext>
            </a:extLst>
          </p:cNvPr>
          <p:cNvGrpSpPr/>
          <p:nvPr/>
        </p:nvGrpSpPr>
        <p:grpSpPr>
          <a:xfrm>
            <a:off x="8009774" y="1246177"/>
            <a:ext cx="633154" cy="633154"/>
            <a:chOff x="8009774" y="1246177"/>
            <a:chExt cx="633154" cy="633154"/>
          </a:xfrm>
        </p:grpSpPr>
        <p:sp>
          <p:nvSpPr>
            <p:cNvPr id="31" name="Rectangle 30">
              <a:extLst>
                <a:ext uri="{FF2B5EF4-FFF2-40B4-BE49-F238E27FC236}">
                  <a16:creationId xmlns:a16="http://schemas.microsoft.com/office/drawing/2014/main" id="{71495C00-6AD9-D42B-4E7F-7F650D02EDE5}"/>
                </a:ext>
              </a:extLst>
            </p:cNvPr>
            <p:cNvSpPr/>
            <p:nvPr/>
          </p:nvSpPr>
          <p:spPr>
            <a:xfrm>
              <a:off x="8009774" y="1246177"/>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Graphic 49">
              <a:extLst>
                <a:ext uri="{FF2B5EF4-FFF2-40B4-BE49-F238E27FC236}">
                  <a16:creationId xmlns:a16="http://schemas.microsoft.com/office/drawing/2014/main" id="{B78F5F41-F997-0846-47F1-74C70DA65E94}"/>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233814" y="1413966"/>
              <a:ext cx="185073" cy="296117"/>
            </a:xfrm>
            <a:prstGeom prst="rect">
              <a:avLst/>
            </a:prstGeom>
          </p:spPr>
        </p:pic>
      </p:grpSp>
    </p:spTree>
    <p:extLst>
      <p:ext uri="{BB962C8B-B14F-4D97-AF65-F5344CB8AC3E}">
        <p14:creationId xmlns:p14="http://schemas.microsoft.com/office/powerpoint/2010/main" val="4111051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DBAE20D1-AB9D-4849-9C88-44C28F61A658}"/>
              </a:ext>
            </a:extLst>
          </p:cNvPr>
          <p:cNvSpPr>
            <a:spLocks noGrp="1"/>
          </p:cNvSpPr>
          <p:nvPr>
            <p:ph type="title"/>
          </p:nvPr>
        </p:nvSpPr>
        <p:spPr>
          <a:xfrm>
            <a:off x="769319" y="549664"/>
            <a:ext cx="4668153" cy="1788428"/>
          </a:xfrm>
        </p:spPr>
        <p:txBody>
          <a:bodyPr>
            <a:normAutofit/>
          </a:bodyPr>
          <a:lstStyle/>
          <a:p>
            <a:r>
              <a:rPr lang="en-US" sz="4400"/>
              <a:t>Making a List With Icons</a:t>
            </a:r>
          </a:p>
        </p:txBody>
      </p:sp>
      <p:sp>
        <p:nvSpPr>
          <p:cNvPr id="2" name="Text Placeholder 1">
            <a:extLst>
              <a:ext uri="{FF2B5EF4-FFF2-40B4-BE49-F238E27FC236}">
                <a16:creationId xmlns:a16="http://schemas.microsoft.com/office/drawing/2014/main" id="{967080C5-1733-60F5-1A82-EB0F820CA39A}"/>
              </a:ext>
            </a:extLst>
          </p:cNvPr>
          <p:cNvSpPr>
            <a:spLocks noGrp="1"/>
          </p:cNvSpPr>
          <p:nvPr>
            <p:ph type="body" idx="1"/>
          </p:nvPr>
        </p:nvSpPr>
        <p:spPr>
          <a:xfrm>
            <a:off x="1667417" y="2386860"/>
            <a:ext cx="7807882" cy="3053712"/>
          </a:xfrm>
        </p:spPr>
        <p:txBody>
          <a:bodyPr>
            <a:noAutofit/>
          </a:bodyPr>
          <a:lstStyle/>
          <a:p>
            <a:pPr marL="0" indent="0">
              <a:lnSpc>
                <a:spcPts val="3815"/>
              </a:lnSpc>
              <a:buNone/>
            </a:pPr>
            <a:r>
              <a:rPr lang="en-US" sz="1900"/>
              <a:t>You can use icons instead of bullet points.</a:t>
            </a:r>
          </a:p>
          <a:p>
            <a:pPr marL="0" indent="0">
              <a:lnSpc>
                <a:spcPts val="3815"/>
              </a:lnSpc>
              <a:buNone/>
            </a:pPr>
            <a:r>
              <a:rPr lang="en-US" sz="1900"/>
              <a:t>This helps add visual interest.</a:t>
            </a:r>
          </a:p>
          <a:p>
            <a:pPr marL="0" indent="0">
              <a:lnSpc>
                <a:spcPts val="3815"/>
              </a:lnSpc>
              <a:buNone/>
            </a:pPr>
            <a:r>
              <a:rPr lang="en-US" sz="1900"/>
              <a:t>It also adds more context to your list.</a:t>
            </a:r>
          </a:p>
          <a:p>
            <a:pPr marL="0" indent="0">
              <a:lnSpc>
                <a:spcPts val="3815"/>
              </a:lnSpc>
              <a:buNone/>
            </a:pPr>
            <a:r>
              <a:rPr lang="en-US" sz="1900"/>
              <a:t>There are more icons at the end of this file.</a:t>
            </a:r>
          </a:p>
          <a:p>
            <a:pPr marL="0" indent="0">
              <a:lnSpc>
                <a:spcPts val="3815"/>
              </a:lnSpc>
              <a:buNone/>
            </a:pPr>
            <a:r>
              <a:rPr lang="en-US" sz="1900"/>
              <a:t>You can put them in a shape, or not.</a:t>
            </a:r>
          </a:p>
        </p:txBody>
      </p:sp>
      <p:grpSp>
        <p:nvGrpSpPr>
          <p:cNvPr id="23" name="Group 22">
            <a:extLst>
              <a:ext uri="{FF2B5EF4-FFF2-40B4-BE49-F238E27FC236}">
                <a16:creationId xmlns:a16="http://schemas.microsoft.com/office/drawing/2014/main" id="{DA32510B-43A0-0098-C48C-EA2249B6AD2B}"/>
              </a:ext>
            </a:extLst>
          </p:cNvPr>
          <p:cNvGrpSpPr/>
          <p:nvPr/>
        </p:nvGrpSpPr>
        <p:grpSpPr>
          <a:xfrm>
            <a:off x="795131" y="2416072"/>
            <a:ext cx="653166" cy="501420"/>
            <a:chOff x="1026779" y="1866552"/>
            <a:chExt cx="653166" cy="501420"/>
          </a:xfrm>
        </p:grpSpPr>
        <p:sp>
          <p:nvSpPr>
            <p:cNvPr id="5" name="Rectangle 4">
              <a:extLst>
                <a:ext uri="{FF2B5EF4-FFF2-40B4-BE49-F238E27FC236}">
                  <a16:creationId xmlns:a16="http://schemas.microsoft.com/office/drawing/2014/main" id="{0DC7C431-333D-0EFB-C0B7-D16202C737F0}"/>
                </a:ext>
              </a:extLst>
            </p:cNvPr>
            <p:cNvSpPr/>
            <p:nvPr/>
          </p:nvSpPr>
          <p:spPr>
            <a:xfrm>
              <a:off x="1026779" y="186655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E6CD32CC-2875-8AC6-ADD6-A8DC12AA55FB}"/>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95341" y="1959241"/>
              <a:ext cx="316043" cy="316043"/>
            </a:xfrm>
            <a:prstGeom prst="rect">
              <a:avLst/>
            </a:prstGeom>
          </p:spPr>
        </p:pic>
      </p:grpSp>
      <p:grpSp>
        <p:nvGrpSpPr>
          <p:cNvPr id="22" name="Group 21">
            <a:extLst>
              <a:ext uri="{FF2B5EF4-FFF2-40B4-BE49-F238E27FC236}">
                <a16:creationId xmlns:a16="http://schemas.microsoft.com/office/drawing/2014/main" id="{1C428496-9F1B-C23A-3B66-922C9E1B3A79}"/>
              </a:ext>
            </a:extLst>
          </p:cNvPr>
          <p:cNvGrpSpPr/>
          <p:nvPr/>
        </p:nvGrpSpPr>
        <p:grpSpPr>
          <a:xfrm>
            <a:off x="795131" y="3028826"/>
            <a:ext cx="653166" cy="501420"/>
            <a:chOff x="1026779" y="2501982"/>
            <a:chExt cx="653166" cy="501420"/>
          </a:xfrm>
        </p:grpSpPr>
        <p:sp>
          <p:nvSpPr>
            <p:cNvPr id="8" name="Rectangle 7">
              <a:extLst>
                <a:ext uri="{FF2B5EF4-FFF2-40B4-BE49-F238E27FC236}">
                  <a16:creationId xmlns:a16="http://schemas.microsoft.com/office/drawing/2014/main" id="{7FD7131C-1541-7F45-4342-341DC108FBC1}"/>
                </a:ext>
              </a:extLst>
            </p:cNvPr>
            <p:cNvSpPr/>
            <p:nvPr/>
          </p:nvSpPr>
          <p:spPr>
            <a:xfrm>
              <a:off x="1026779" y="250198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15CC7F69-5A72-1AAC-B782-511BB923314C}"/>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05843" y="2634677"/>
              <a:ext cx="295038" cy="236030"/>
            </a:xfrm>
            <a:prstGeom prst="rect">
              <a:avLst/>
            </a:prstGeom>
          </p:spPr>
        </p:pic>
      </p:grpSp>
      <p:grpSp>
        <p:nvGrpSpPr>
          <p:cNvPr id="20" name="Group 19">
            <a:extLst>
              <a:ext uri="{FF2B5EF4-FFF2-40B4-BE49-F238E27FC236}">
                <a16:creationId xmlns:a16="http://schemas.microsoft.com/office/drawing/2014/main" id="{26C35D00-427E-BCA6-AF7F-0055E9C85175}"/>
              </a:ext>
            </a:extLst>
          </p:cNvPr>
          <p:cNvGrpSpPr/>
          <p:nvPr/>
        </p:nvGrpSpPr>
        <p:grpSpPr>
          <a:xfrm>
            <a:off x="795131" y="3664876"/>
            <a:ext cx="653166" cy="501420"/>
            <a:chOff x="1026779" y="3728485"/>
            <a:chExt cx="653166" cy="501420"/>
          </a:xfrm>
        </p:grpSpPr>
        <p:sp>
          <p:nvSpPr>
            <p:cNvPr id="12" name="Rectangle 11">
              <a:extLst>
                <a:ext uri="{FF2B5EF4-FFF2-40B4-BE49-F238E27FC236}">
                  <a16:creationId xmlns:a16="http://schemas.microsoft.com/office/drawing/2014/main" id="{68FE4DC4-FE9A-DB02-B40F-FBCF8AE45E01}"/>
                </a:ext>
              </a:extLst>
            </p:cNvPr>
            <p:cNvSpPr/>
            <p:nvPr/>
          </p:nvSpPr>
          <p:spPr>
            <a:xfrm>
              <a:off x="1026779" y="3728485"/>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0CE37E96-50C1-ABE7-8363-B4C889726375}"/>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219976" y="3845809"/>
              <a:ext cx="266772" cy="266772"/>
            </a:xfrm>
            <a:prstGeom prst="rect">
              <a:avLst/>
            </a:prstGeom>
          </p:spPr>
        </p:pic>
      </p:grpSp>
      <p:grpSp>
        <p:nvGrpSpPr>
          <p:cNvPr id="19" name="Group 18">
            <a:extLst>
              <a:ext uri="{FF2B5EF4-FFF2-40B4-BE49-F238E27FC236}">
                <a16:creationId xmlns:a16="http://schemas.microsoft.com/office/drawing/2014/main" id="{66A5F2EC-4565-3B3E-20D0-68967D2F3D4C}"/>
              </a:ext>
            </a:extLst>
          </p:cNvPr>
          <p:cNvGrpSpPr/>
          <p:nvPr/>
        </p:nvGrpSpPr>
        <p:grpSpPr>
          <a:xfrm>
            <a:off x="795131" y="4277630"/>
            <a:ext cx="653166" cy="501420"/>
            <a:chOff x="1026779" y="4315284"/>
            <a:chExt cx="653166" cy="501420"/>
          </a:xfrm>
        </p:grpSpPr>
        <p:sp>
          <p:nvSpPr>
            <p:cNvPr id="14" name="Rectangle 13">
              <a:extLst>
                <a:ext uri="{FF2B5EF4-FFF2-40B4-BE49-F238E27FC236}">
                  <a16:creationId xmlns:a16="http://schemas.microsoft.com/office/drawing/2014/main" id="{FE5362D8-929A-D981-018D-2FA9F9BA9701}"/>
                </a:ext>
              </a:extLst>
            </p:cNvPr>
            <p:cNvSpPr/>
            <p:nvPr/>
          </p:nvSpPr>
          <p:spPr>
            <a:xfrm>
              <a:off x="1026779" y="4315284"/>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E9F0820E-1CB3-9DFC-D1F9-1449B3897AF4}"/>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98486" y="4442093"/>
              <a:ext cx="309753" cy="247802"/>
            </a:xfrm>
            <a:prstGeom prst="rect">
              <a:avLst/>
            </a:prstGeom>
          </p:spPr>
        </p:pic>
      </p:grpSp>
      <p:grpSp>
        <p:nvGrpSpPr>
          <p:cNvPr id="18" name="Group 17">
            <a:extLst>
              <a:ext uri="{FF2B5EF4-FFF2-40B4-BE49-F238E27FC236}">
                <a16:creationId xmlns:a16="http://schemas.microsoft.com/office/drawing/2014/main" id="{1E409EAC-19F1-04EC-F2EC-41C541F85798}"/>
              </a:ext>
            </a:extLst>
          </p:cNvPr>
          <p:cNvGrpSpPr/>
          <p:nvPr/>
        </p:nvGrpSpPr>
        <p:grpSpPr>
          <a:xfrm>
            <a:off x="795131" y="4890384"/>
            <a:ext cx="653166" cy="501420"/>
            <a:chOff x="1026779" y="4926469"/>
            <a:chExt cx="653166" cy="501420"/>
          </a:xfrm>
        </p:grpSpPr>
        <p:sp>
          <p:nvSpPr>
            <p:cNvPr id="16" name="Rectangle 15">
              <a:extLst>
                <a:ext uri="{FF2B5EF4-FFF2-40B4-BE49-F238E27FC236}">
                  <a16:creationId xmlns:a16="http://schemas.microsoft.com/office/drawing/2014/main" id="{704EA27F-476E-F9CE-AC5C-2F8DE935A674}"/>
                </a:ext>
              </a:extLst>
            </p:cNvPr>
            <p:cNvSpPr/>
            <p:nvPr/>
          </p:nvSpPr>
          <p:spPr>
            <a:xfrm>
              <a:off x="1026779" y="4926469"/>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6F93CEF9-B507-C428-F156-57AF7740202D}"/>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181479" y="5024395"/>
              <a:ext cx="343766" cy="305569"/>
            </a:xfrm>
            <a:prstGeom prst="rect">
              <a:avLst/>
            </a:prstGeom>
          </p:spPr>
        </p:pic>
      </p:grpSp>
    </p:spTree>
    <p:extLst>
      <p:ext uri="{BB962C8B-B14F-4D97-AF65-F5344CB8AC3E}">
        <p14:creationId xmlns:p14="http://schemas.microsoft.com/office/powerpoint/2010/main" val="585281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772106B-7FED-9727-ED5C-3E775B1F8762}"/>
              </a:ext>
            </a:extLst>
          </p:cNvPr>
          <p:cNvSpPr txBox="1">
            <a:spLocks/>
          </p:cNvSpPr>
          <p:nvPr/>
        </p:nvSpPr>
        <p:spPr>
          <a:xfrm>
            <a:off x="2022595" y="507528"/>
            <a:ext cx="9566894" cy="10044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solidFill>
                  <a:schemeClr val="bg1"/>
                </a:solidFill>
              </a:rPr>
              <a:t>Brand Re-positioning</a:t>
            </a:r>
          </a:p>
        </p:txBody>
      </p:sp>
      <p:sp>
        <p:nvSpPr>
          <p:cNvPr id="8" name="Rectangle 7">
            <a:extLst>
              <a:ext uri="{FF2B5EF4-FFF2-40B4-BE49-F238E27FC236}">
                <a16:creationId xmlns:a16="http://schemas.microsoft.com/office/drawing/2014/main" id="{2E2AE01E-E7BA-F103-EC66-4E10003AB77C}"/>
              </a:ext>
            </a:extLst>
          </p:cNvPr>
          <p:cNvSpPr/>
          <p:nvPr/>
        </p:nvSpPr>
        <p:spPr>
          <a:xfrm>
            <a:off x="804607" y="479022"/>
            <a:ext cx="1039427" cy="1032915"/>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BE2A555D-5BA4-440F-FE4B-ED8944F48F6F}"/>
              </a:ext>
            </a:extLst>
          </p:cNvPr>
          <p:cNvSpPr txBox="1">
            <a:spLocks/>
          </p:cNvSpPr>
          <p:nvPr/>
        </p:nvSpPr>
        <p:spPr>
          <a:xfrm>
            <a:off x="1995299" y="507527"/>
            <a:ext cx="6969006" cy="74093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t>Brand Re-positioning</a:t>
            </a:r>
          </a:p>
        </p:txBody>
      </p:sp>
      <p:sp>
        <p:nvSpPr>
          <p:cNvPr id="7" name="Content Placeholder 2">
            <a:extLst>
              <a:ext uri="{FF2B5EF4-FFF2-40B4-BE49-F238E27FC236}">
                <a16:creationId xmlns:a16="http://schemas.microsoft.com/office/drawing/2014/main" id="{AC1DFF16-2FCE-10E9-B3C5-BB5A32764E04}"/>
              </a:ext>
            </a:extLst>
          </p:cNvPr>
          <p:cNvSpPr txBox="1">
            <a:spLocks/>
          </p:cNvSpPr>
          <p:nvPr/>
        </p:nvSpPr>
        <p:spPr>
          <a:xfrm>
            <a:off x="2022595" y="1187822"/>
            <a:ext cx="8659582" cy="45942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nSpc>
                <a:spcPct val="100000"/>
              </a:lnSpc>
            </a:pPr>
            <a:r>
              <a:rPr lang="en-US" sz="2000"/>
              <a:t>Bust the myth that CSI is a small Midwest core provider</a:t>
            </a:r>
          </a:p>
        </p:txBody>
      </p:sp>
      <p:pic>
        <p:nvPicPr>
          <p:cNvPr id="10" name="Graphic 9">
            <a:extLst>
              <a:ext uri="{FF2B5EF4-FFF2-40B4-BE49-F238E27FC236}">
                <a16:creationId xmlns:a16="http://schemas.microsoft.com/office/drawing/2014/main" id="{0BBA4074-C8D7-0521-8A56-2DBE1F578935}"/>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3301" y="772352"/>
            <a:ext cx="502037" cy="446254"/>
          </a:xfrm>
          <a:prstGeom prst="rect">
            <a:avLst/>
          </a:prstGeom>
        </p:spPr>
      </p:pic>
      <p:sp>
        <p:nvSpPr>
          <p:cNvPr id="13" name="Content Placeholder 2">
            <a:extLst>
              <a:ext uri="{FF2B5EF4-FFF2-40B4-BE49-F238E27FC236}">
                <a16:creationId xmlns:a16="http://schemas.microsoft.com/office/drawing/2014/main" id="{60C13C92-F168-BD26-E3CD-7E4458C32840}"/>
              </a:ext>
            </a:extLst>
          </p:cNvPr>
          <p:cNvSpPr>
            <a:spLocks noGrp="1"/>
          </p:cNvSpPr>
          <p:nvPr>
            <p:ph type="body" idx="1"/>
          </p:nvPr>
        </p:nvSpPr>
        <p:spPr>
          <a:xfrm>
            <a:off x="2589602" y="2366810"/>
            <a:ext cx="3523218" cy="2825612"/>
          </a:xfrm>
        </p:spPr>
        <p:txBody>
          <a:bodyPr>
            <a:normAutofit/>
          </a:bodyPr>
          <a:lstStyle/>
          <a:p>
            <a:pPr marL="0" indent="0">
              <a:lnSpc>
                <a:spcPct val="250000"/>
              </a:lnSpc>
              <a:buNone/>
            </a:pPr>
            <a:r>
              <a:rPr lang="en-US" sz="1400"/>
              <a:t>Media Relations Roadshow</a:t>
            </a:r>
          </a:p>
          <a:p>
            <a:pPr marL="0" indent="0">
              <a:lnSpc>
                <a:spcPct val="250000"/>
              </a:lnSpc>
              <a:buNone/>
            </a:pPr>
            <a:r>
              <a:rPr lang="en-US" sz="1400"/>
              <a:t>Consultant Strategy</a:t>
            </a:r>
          </a:p>
          <a:p>
            <a:pPr marL="0" indent="0">
              <a:lnSpc>
                <a:spcPct val="250000"/>
              </a:lnSpc>
              <a:buNone/>
            </a:pPr>
            <a:r>
              <a:rPr lang="en-US" sz="1400"/>
              <a:t>Increased Presence at Key Events</a:t>
            </a:r>
          </a:p>
          <a:p>
            <a:pPr marL="0" indent="0">
              <a:lnSpc>
                <a:spcPct val="250000"/>
              </a:lnSpc>
              <a:buNone/>
            </a:pPr>
            <a:r>
              <a:rPr lang="en-US" sz="1400"/>
              <a:t>Analyst Strategy</a:t>
            </a:r>
          </a:p>
        </p:txBody>
      </p:sp>
      <p:sp>
        <p:nvSpPr>
          <p:cNvPr id="14" name="Content Placeholder 2">
            <a:extLst>
              <a:ext uri="{FF2B5EF4-FFF2-40B4-BE49-F238E27FC236}">
                <a16:creationId xmlns:a16="http://schemas.microsoft.com/office/drawing/2014/main" id="{88D4B2A4-3A7D-F503-BB92-23740B0866AD}"/>
              </a:ext>
            </a:extLst>
          </p:cNvPr>
          <p:cNvSpPr txBox="1">
            <a:spLocks/>
          </p:cNvSpPr>
          <p:nvPr/>
        </p:nvSpPr>
        <p:spPr>
          <a:xfrm>
            <a:off x="6849543" y="2327538"/>
            <a:ext cx="3175591" cy="28569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50000"/>
              </a:lnSpc>
              <a:buFont typeface="Arial" panose="020B0604020202020204" pitchFamily="34" charset="0"/>
              <a:buNone/>
            </a:pPr>
            <a:r>
              <a:rPr lang="en-US" sz="1400"/>
              <a:t>Sales Enablement</a:t>
            </a:r>
          </a:p>
          <a:p>
            <a:pPr marL="0" indent="0">
              <a:lnSpc>
                <a:spcPct val="250000"/>
              </a:lnSpc>
              <a:buFont typeface="Arial" panose="020B0604020202020204" pitchFamily="34" charset="0"/>
              <a:buNone/>
            </a:pPr>
            <a:r>
              <a:rPr lang="en-US" sz="1400"/>
              <a:t>Targeted Campaigns (utilizing AI)</a:t>
            </a:r>
          </a:p>
          <a:p>
            <a:pPr marL="0" indent="0">
              <a:lnSpc>
                <a:spcPct val="250000"/>
              </a:lnSpc>
              <a:buFont typeface="Arial" panose="020B0604020202020204" pitchFamily="34" charset="0"/>
              <a:buNone/>
            </a:pPr>
            <a:r>
              <a:rPr lang="en-US" sz="1400"/>
              <a:t>Refresh Ad Campaign</a:t>
            </a:r>
          </a:p>
          <a:p>
            <a:pPr marL="0" indent="0">
              <a:lnSpc>
                <a:spcPct val="250000"/>
              </a:lnSpc>
              <a:buFont typeface="Arial" panose="020B0604020202020204" pitchFamily="34" charset="0"/>
              <a:buNone/>
            </a:pPr>
            <a:r>
              <a:rPr lang="en-US" sz="1400"/>
              <a:t>Visual Identity</a:t>
            </a:r>
          </a:p>
        </p:txBody>
      </p:sp>
      <p:pic>
        <p:nvPicPr>
          <p:cNvPr id="16" name="Graphic 15">
            <a:extLst>
              <a:ext uri="{FF2B5EF4-FFF2-40B4-BE49-F238E27FC236}">
                <a16:creationId xmlns:a16="http://schemas.microsoft.com/office/drawing/2014/main" id="{B93C4650-D425-D737-32B6-876E380C5E2B}"/>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47817" y="2612862"/>
            <a:ext cx="285305" cy="285305"/>
          </a:xfrm>
          <a:prstGeom prst="rect">
            <a:avLst/>
          </a:prstGeom>
        </p:spPr>
      </p:pic>
      <p:pic>
        <p:nvPicPr>
          <p:cNvPr id="18" name="Graphic 17">
            <a:extLst>
              <a:ext uri="{FF2B5EF4-FFF2-40B4-BE49-F238E27FC236}">
                <a16:creationId xmlns:a16="http://schemas.microsoft.com/office/drawing/2014/main" id="{CD225142-CF4B-21FB-1BBD-CEC123CD6A1C}"/>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12154" y="3245236"/>
            <a:ext cx="356631" cy="285305"/>
          </a:xfrm>
          <a:prstGeom prst="rect">
            <a:avLst/>
          </a:prstGeom>
        </p:spPr>
      </p:pic>
      <p:pic>
        <p:nvPicPr>
          <p:cNvPr id="20" name="Graphic 19">
            <a:extLst>
              <a:ext uri="{FF2B5EF4-FFF2-40B4-BE49-F238E27FC236}">
                <a16:creationId xmlns:a16="http://schemas.microsoft.com/office/drawing/2014/main" id="{BAB2BD8A-62A7-CB86-70FD-FF01CCC6EB0F}"/>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116057" y="3877610"/>
            <a:ext cx="348824" cy="348824"/>
          </a:xfrm>
          <a:prstGeom prst="rect">
            <a:avLst/>
          </a:prstGeom>
        </p:spPr>
      </p:pic>
      <p:pic>
        <p:nvPicPr>
          <p:cNvPr id="24" name="Graphic 23">
            <a:extLst>
              <a:ext uri="{FF2B5EF4-FFF2-40B4-BE49-F238E27FC236}">
                <a16:creationId xmlns:a16="http://schemas.microsoft.com/office/drawing/2014/main" id="{4AAEED90-9B92-0EBB-9269-A9B87AEA218A}"/>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101077" y="4573503"/>
            <a:ext cx="378785" cy="303028"/>
          </a:xfrm>
          <a:prstGeom prst="rect">
            <a:avLst/>
          </a:prstGeom>
        </p:spPr>
      </p:pic>
      <p:pic>
        <p:nvPicPr>
          <p:cNvPr id="26" name="Graphic 25">
            <a:extLst>
              <a:ext uri="{FF2B5EF4-FFF2-40B4-BE49-F238E27FC236}">
                <a16:creationId xmlns:a16="http://schemas.microsoft.com/office/drawing/2014/main" id="{AB5AE286-9436-F361-98D2-BDD9C19F8E2F}"/>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6410061" y="2541468"/>
            <a:ext cx="340242" cy="340242"/>
          </a:xfrm>
          <a:prstGeom prst="rect">
            <a:avLst/>
          </a:prstGeom>
        </p:spPr>
      </p:pic>
      <p:pic>
        <p:nvPicPr>
          <p:cNvPr id="28" name="Graphic 27">
            <a:extLst>
              <a:ext uri="{FF2B5EF4-FFF2-40B4-BE49-F238E27FC236}">
                <a16:creationId xmlns:a16="http://schemas.microsoft.com/office/drawing/2014/main" id="{13AE4F2E-EED3-008A-372E-C22EC39A2B29}"/>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419854" y="3916240"/>
            <a:ext cx="320656" cy="285028"/>
          </a:xfrm>
          <a:prstGeom prst="rect">
            <a:avLst/>
          </a:prstGeom>
        </p:spPr>
      </p:pic>
      <p:pic>
        <p:nvPicPr>
          <p:cNvPr id="30" name="Graphic 29">
            <a:extLst>
              <a:ext uri="{FF2B5EF4-FFF2-40B4-BE49-F238E27FC236}">
                <a16:creationId xmlns:a16="http://schemas.microsoft.com/office/drawing/2014/main" id="{17AF9249-4B4D-12B7-29B9-3386E4800218}"/>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385252" y="3204045"/>
            <a:ext cx="389860" cy="389860"/>
          </a:xfrm>
          <a:prstGeom prst="rect">
            <a:avLst/>
          </a:prstGeom>
        </p:spPr>
      </p:pic>
      <p:pic>
        <p:nvPicPr>
          <p:cNvPr id="32" name="Graphic 31">
            <a:extLst>
              <a:ext uri="{FF2B5EF4-FFF2-40B4-BE49-F238E27FC236}">
                <a16:creationId xmlns:a16="http://schemas.microsoft.com/office/drawing/2014/main" id="{9FE954F0-C051-A05D-9018-30D3C4118A7B}"/>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402040" y="4523604"/>
            <a:ext cx="356285" cy="285028"/>
          </a:xfrm>
          <a:prstGeom prst="rect">
            <a:avLst/>
          </a:prstGeom>
        </p:spPr>
      </p:pic>
    </p:spTree>
    <p:extLst>
      <p:ext uri="{BB962C8B-B14F-4D97-AF65-F5344CB8AC3E}">
        <p14:creationId xmlns:p14="http://schemas.microsoft.com/office/powerpoint/2010/main" val="47422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FD891-DD09-2522-C578-60598FE33BE8}"/>
              </a:ext>
            </a:extLst>
          </p:cNvPr>
          <p:cNvSpPr>
            <a:spLocks noGrp="1"/>
          </p:cNvSpPr>
          <p:nvPr>
            <p:ph type="title"/>
          </p:nvPr>
        </p:nvSpPr>
        <p:spPr>
          <a:xfrm>
            <a:off x="1265881" y="698014"/>
            <a:ext cx="6984984" cy="806480"/>
          </a:xfrm>
        </p:spPr>
        <p:txBody>
          <a:bodyPr anchor="t"/>
          <a:lstStyle/>
          <a:p>
            <a:r>
              <a:rPr lang="en-US"/>
              <a:t>Our Mission</a:t>
            </a:r>
          </a:p>
        </p:txBody>
      </p:sp>
      <p:sp>
        <p:nvSpPr>
          <p:cNvPr id="3" name="Content Placeholder 2">
            <a:extLst>
              <a:ext uri="{FF2B5EF4-FFF2-40B4-BE49-F238E27FC236}">
                <a16:creationId xmlns:a16="http://schemas.microsoft.com/office/drawing/2014/main" id="{DF68979B-8B5C-C776-D75B-FFE2DBDC75F5}"/>
              </a:ext>
            </a:extLst>
          </p:cNvPr>
          <p:cNvSpPr>
            <a:spLocks noGrp="1"/>
          </p:cNvSpPr>
          <p:nvPr>
            <p:ph idx="1"/>
          </p:nvPr>
        </p:nvSpPr>
        <p:spPr>
          <a:xfrm>
            <a:off x="1265881" y="1504493"/>
            <a:ext cx="6984984" cy="1334241"/>
          </a:xfrm>
        </p:spPr>
        <p:txBody>
          <a:bodyPr>
            <a:normAutofit/>
          </a:bodyPr>
          <a:lstStyle/>
          <a:p>
            <a:pPr marL="0" indent="0">
              <a:lnSpc>
                <a:spcPct val="100000"/>
              </a:lnSpc>
              <a:buNone/>
            </a:pPr>
            <a:r>
              <a:rPr lang="en-US" sz="1800"/>
              <a:t>We deliver comprehensive solutions and open technologies that empower community and regional banks to achieve their distinct goals. </a:t>
            </a:r>
          </a:p>
          <a:p>
            <a:pPr marL="0" indent="0">
              <a:lnSpc>
                <a:spcPct val="100000"/>
              </a:lnSpc>
              <a:buNone/>
            </a:pPr>
            <a:endParaRPr lang="en-US" sz="1800"/>
          </a:p>
        </p:txBody>
      </p:sp>
      <p:sp>
        <p:nvSpPr>
          <p:cNvPr id="4" name="Title 1">
            <a:extLst>
              <a:ext uri="{FF2B5EF4-FFF2-40B4-BE49-F238E27FC236}">
                <a16:creationId xmlns:a16="http://schemas.microsoft.com/office/drawing/2014/main" id="{5BF52EFC-1E4F-A6FD-BCCA-A2669A261171}"/>
              </a:ext>
            </a:extLst>
          </p:cNvPr>
          <p:cNvSpPr txBox="1">
            <a:spLocks/>
          </p:cNvSpPr>
          <p:nvPr/>
        </p:nvSpPr>
        <p:spPr>
          <a:xfrm>
            <a:off x="1156697" y="2998386"/>
            <a:ext cx="6984984" cy="77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t>Our Vision</a:t>
            </a:r>
          </a:p>
        </p:txBody>
      </p:sp>
      <p:sp>
        <p:nvSpPr>
          <p:cNvPr id="6" name="Content Placeholder 2">
            <a:extLst>
              <a:ext uri="{FF2B5EF4-FFF2-40B4-BE49-F238E27FC236}">
                <a16:creationId xmlns:a16="http://schemas.microsoft.com/office/drawing/2014/main" id="{E2C99280-72ED-7BF2-97C3-92891ED40C83}"/>
              </a:ext>
            </a:extLst>
          </p:cNvPr>
          <p:cNvSpPr txBox="1">
            <a:spLocks/>
          </p:cNvSpPr>
          <p:nvPr/>
        </p:nvSpPr>
        <p:spPr>
          <a:xfrm>
            <a:off x="1156697" y="3774760"/>
            <a:ext cx="6984984" cy="1738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a:t>We will cement our position as the preferred partner and help shape the future of banking by fueling growth and retention for our customers and delivering solutions that enable them to rival every competitor.</a:t>
            </a:r>
          </a:p>
        </p:txBody>
      </p:sp>
    </p:spTree>
    <p:extLst>
      <p:ext uri="{BB962C8B-B14F-4D97-AF65-F5344CB8AC3E}">
        <p14:creationId xmlns:p14="http://schemas.microsoft.com/office/powerpoint/2010/main" val="1872175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A58C2FF-7B0C-4DFD-189E-CADF8FEE84EF}"/>
              </a:ext>
            </a:extLst>
          </p:cNvPr>
          <p:cNvSpPr/>
          <p:nvPr/>
        </p:nvSpPr>
        <p:spPr>
          <a:xfrm>
            <a:off x="4942464"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2655FF7-5235-A7BE-F3C3-A3F318FCF9FC}"/>
              </a:ext>
            </a:extLst>
          </p:cNvPr>
          <p:cNvSpPr/>
          <p:nvPr/>
        </p:nvSpPr>
        <p:spPr>
          <a:xfrm>
            <a:off x="1986613"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76E9EA-A5CE-1E28-FB03-E1126A3FF8B3}"/>
              </a:ext>
            </a:extLst>
          </p:cNvPr>
          <p:cNvSpPr/>
          <p:nvPr/>
        </p:nvSpPr>
        <p:spPr>
          <a:xfrm>
            <a:off x="7898315"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0D019122-1316-F1F3-A5B3-F16D1F0D5754}"/>
              </a:ext>
            </a:extLst>
          </p:cNvPr>
          <p:cNvSpPr>
            <a:spLocks noGrp="1"/>
          </p:cNvSpPr>
          <p:nvPr>
            <p:ph type="title"/>
          </p:nvPr>
        </p:nvSpPr>
        <p:spPr>
          <a:xfrm>
            <a:off x="1265881" y="972338"/>
            <a:ext cx="7725720" cy="1325563"/>
          </a:xfrm>
        </p:spPr>
        <p:txBody>
          <a:bodyPr anchor="t"/>
          <a:lstStyle/>
          <a:p>
            <a:r>
              <a:rPr lang="en-US"/>
              <a:t>Our Values</a:t>
            </a:r>
          </a:p>
        </p:txBody>
      </p:sp>
      <p:pic>
        <p:nvPicPr>
          <p:cNvPr id="14" name="Graphic 13">
            <a:extLst>
              <a:ext uri="{FF2B5EF4-FFF2-40B4-BE49-F238E27FC236}">
                <a16:creationId xmlns:a16="http://schemas.microsoft.com/office/drawing/2014/main" id="{7093AABF-CA51-FB05-0006-24F1DF056B9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16000" y="2725375"/>
            <a:ext cx="1075437" cy="955944"/>
          </a:xfrm>
          <a:prstGeom prst="rect">
            <a:avLst/>
          </a:prstGeom>
        </p:spPr>
      </p:pic>
      <p:sp>
        <p:nvSpPr>
          <p:cNvPr id="15" name="Content Placeholder 2">
            <a:extLst>
              <a:ext uri="{FF2B5EF4-FFF2-40B4-BE49-F238E27FC236}">
                <a16:creationId xmlns:a16="http://schemas.microsoft.com/office/drawing/2014/main" id="{E2DAA4B2-696D-F385-3B2F-1E52BCE4849D}"/>
              </a:ext>
            </a:extLst>
          </p:cNvPr>
          <p:cNvSpPr txBox="1">
            <a:spLocks/>
          </p:cNvSpPr>
          <p:nvPr/>
        </p:nvSpPr>
        <p:spPr>
          <a:xfrm>
            <a:off x="1982877" y="4351852"/>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Embrace ambition</a:t>
            </a:r>
          </a:p>
        </p:txBody>
      </p:sp>
      <p:sp>
        <p:nvSpPr>
          <p:cNvPr id="16" name="Content Placeholder 2">
            <a:extLst>
              <a:ext uri="{FF2B5EF4-FFF2-40B4-BE49-F238E27FC236}">
                <a16:creationId xmlns:a16="http://schemas.microsoft.com/office/drawing/2014/main" id="{50C8F094-77C0-EB40-7F8E-C2BEEA59E267}"/>
              </a:ext>
            </a:extLst>
          </p:cNvPr>
          <p:cNvSpPr txBox="1">
            <a:spLocks/>
          </p:cNvSpPr>
          <p:nvPr/>
        </p:nvSpPr>
        <p:spPr>
          <a:xfrm>
            <a:off x="4960407" y="4351852"/>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Celebrate integrity</a:t>
            </a:r>
          </a:p>
        </p:txBody>
      </p:sp>
      <p:sp>
        <p:nvSpPr>
          <p:cNvPr id="17" name="Content Placeholder 2">
            <a:extLst>
              <a:ext uri="{FF2B5EF4-FFF2-40B4-BE49-F238E27FC236}">
                <a16:creationId xmlns:a16="http://schemas.microsoft.com/office/drawing/2014/main" id="{41C3AF6F-A16E-A82D-A1B0-B177F8F029B3}"/>
              </a:ext>
            </a:extLst>
          </p:cNvPr>
          <p:cNvSpPr txBox="1">
            <a:spLocks/>
          </p:cNvSpPr>
          <p:nvPr/>
        </p:nvSpPr>
        <p:spPr>
          <a:xfrm>
            <a:off x="7899145" y="4355597"/>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Work to serve</a:t>
            </a:r>
          </a:p>
        </p:txBody>
      </p:sp>
      <p:pic>
        <p:nvPicPr>
          <p:cNvPr id="2" name="Graphic 1">
            <a:extLst>
              <a:ext uri="{FF2B5EF4-FFF2-40B4-BE49-F238E27FC236}">
                <a16:creationId xmlns:a16="http://schemas.microsoft.com/office/drawing/2014/main" id="{B3A64E5F-1E46-76E7-DBC4-C720FC7098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57627" y="2524765"/>
            <a:ext cx="1361307" cy="1361307"/>
          </a:xfrm>
          <a:prstGeom prst="rect">
            <a:avLst/>
          </a:prstGeom>
        </p:spPr>
      </p:pic>
      <p:pic>
        <p:nvPicPr>
          <p:cNvPr id="3" name="Graphic 2">
            <a:extLst>
              <a:ext uri="{FF2B5EF4-FFF2-40B4-BE49-F238E27FC236}">
                <a16:creationId xmlns:a16="http://schemas.microsoft.com/office/drawing/2014/main" id="{3F7247C7-8D6D-C59F-EE98-26EE47AE2C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58063" y="2435398"/>
            <a:ext cx="1572126" cy="1572126"/>
          </a:xfrm>
          <a:prstGeom prst="rect">
            <a:avLst/>
          </a:prstGeom>
        </p:spPr>
      </p:pic>
      <p:pic>
        <p:nvPicPr>
          <p:cNvPr id="4" name="Graphic 3">
            <a:extLst>
              <a:ext uri="{FF2B5EF4-FFF2-40B4-BE49-F238E27FC236}">
                <a16:creationId xmlns:a16="http://schemas.microsoft.com/office/drawing/2014/main" id="{13B55A8F-7365-5F40-D70B-B0DD57D52D0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79793" y="2433327"/>
            <a:ext cx="1529074" cy="1529074"/>
          </a:xfrm>
          <a:prstGeom prst="rect">
            <a:avLst/>
          </a:prstGeom>
        </p:spPr>
      </p:pic>
    </p:spTree>
    <p:extLst>
      <p:ext uri="{BB962C8B-B14F-4D97-AF65-F5344CB8AC3E}">
        <p14:creationId xmlns:p14="http://schemas.microsoft.com/office/powerpoint/2010/main" val="1686047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3D88E7-1689-4690-BAE4-2D487F976B62}"/>
              </a:ext>
            </a:extLst>
          </p:cNvPr>
          <p:cNvSpPr txBox="1"/>
          <p:nvPr/>
        </p:nvSpPr>
        <p:spPr>
          <a:xfrm>
            <a:off x="3944911" y="5690014"/>
            <a:ext cx="430217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EC1C012-62F4-DC44-93DF-7213E0050C0F}"/>
              </a:ext>
            </a:extLst>
          </p:cNvPr>
          <p:cNvSpPr txBox="1"/>
          <p:nvPr/>
        </p:nvSpPr>
        <p:spPr>
          <a:xfrm>
            <a:off x="9365134" y="4318566"/>
            <a:ext cx="2281434" cy="1015663"/>
          </a:xfrm>
          <a:prstGeom prst="rect">
            <a:avLst/>
          </a:prstGeom>
          <a:noFill/>
        </p:spPr>
        <p:txBody>
          <a:bodyPr wrap="square" rtlCol="0">
            <a:spAutoFit/>
          </a:bodyPr>
          <a:lstStyle/>
          <a:p>
            <a:pPr algn="ctr"/>
            <a:r>
              <a:rPr lang="en-US" sz="2000">
                <a:solidFill>
                  <a:schemeClr val="bg1">
                    <a:lumMod val="50000"/>
                  </a:schemeClr>
                </a:solidFill>
                <a:latin typeface="Montserrat" pitchFamily="2" charset="77"/>
                <a:cs typeface="Arial" panose="020B0604020202020204" pitchFamily="34" charset="0"/>
              </a:rPr>
              <a:t>Core Coverage</a:t>
            </a:r>
          </a:p>
          <a:p>
            <a:pPr algn="ctr"/>
            <a:r>
              <a:rPr lang="en-US" sz="4000" b="1">
                <a:solidFill>
                  <a:schemeClr val="bg1">
                    <a:lumMod val="50000"/>
                  </a:schemeClr>
                </a:solidFill>
                <a:latin typeface="Montserrat" pitchFamily="2" charset="77"/>
                <a:cs typeface="Arial" panose="020B0604020202020204" pitchFamily="34" charset="0"/>
              </a:rPr>
              <a:t>2023</a:t>
            </a:r>
            <a:endParaRPr lang="en-US">
              <a:solidFill>
                <a:schemeClr val="bg1">
                  <a:lumMod val="50000"/>
                </a:schemeClr>
              </a:solidFill>
              <a:latin typeface="Montserrat" pitchFamily="2" charset="77"/>
              <a:cs typeface="Arial" panose="020B0604020202020204" pitchFamily="34" charset="0"/>
            </a:endParaRPr>
          </a:p>
        </p:txBody>
      </p:sp>
      <p:grpSp>
        <p:nvGrpSpPr>
          <p:cNvPr id="8" name="Shape 1384">
            <a:extLst>
              <a:ext uri="{FF2B5EF4-FFF2-40B4-BE49-F238E27FC236}">
                <a16:creationId xmlns:a16="http://schemas.microsoft.com/office/drawing/2014/main" id="{0D53D6A0-9F91-9F43-9A86-C645BA840EAE}"/>
              </a:ext>
            </a:extLst>
          </p:cNvPr>
          <p:cNvGrpSpPr/>
          <p:nvPr/>
        </p:nvGrpSpPr>
        <p:grpSpPr>
          <a:xfrm>
            <a:off x="2392249" y="1370675"/>
            <a:ext cx="7397762" cy="4836336"/>
            <a:chOff x="5157992" y="1665628"/>
            <a:chExt cx="2936367" cy="1919172"/>
          </a:xfrm>
          <a:solidFill>
            <a:schemeClr val="bg1">
              <a:lumMod val="85000"/>
            </a:schemeClr>
          </a:solidFill>
        </p:grpSpPr>
        <p:sp>
          <p:nvSpPr>
            <p:cNvPr id="9" name="Shape 1385">
              <a:extLst>
                <a:ext uri="{FF2B5EF4-FFF2-40B4-BE49-F238E27FC236}">
                  <a16:creationId xmlns:a16="http://schemas.microsoft.com/office/drawing/2014/main" id="{B7F3CA6B-93CF-9848-B85B-CAB0EB9C44DF}"/>
                </a:ext>
              </a:extLst>
            </p:cNvPr>
            <p:cNvSpPr/>
            <p:nvPr/>
          </p:nvSpPr>
          <p:spPr>
            <a:xfrm>
              <a:off x="5379187" y="1665628"/>
              <a:ext cx="365958" cy="271518"/>
            </a:xfrm>
            <a:custGeom>
              <a:avLst/>
              <a:gdLst/>
              <a:ahLst/>
              <a:cxnLst/>
              <a:rect l="0" t="0" r="0" b="0"/>
              <a:pathLst>
                <a:path w="120000" h="120000" extrusionOk="0">
                  <a:moveTo>
                    <a:pt x="120000" y="29684"/>
                  </a:moveTo>
                  <a:cubicBezTo>
                    <a:pt x="120000" y="29684"/>
                    <a:pt x="108793" y="101684"/>
                    <a:pt x="106459" y="105473"/>
                  </a:cubicBezTo>
                  <a:cubicBezTo>
                    <a:pt x="104591" y="109894"/>
                    <a:pt x="106926" y="108631"/>
                    <a:pt x="106926" y="113052"/>
                  </a:cubicBezTo>
                  <a:cubicBezTo>
                    <a:pt x="106926" y="116842"/>
                    <a:pt x="105992" y="120000"/>
                    <a:pt x="105992" y="120000"/>
                  </a:cubicBezTo>
                  <a:cubicBezTo>
                    <a:pt x="75175" y="109263"/>
                    <a:pt x="75175" y="109263"/>
                    <a:pt x="75175" y="109263"/>
                  </a:cubicBezTo>
                  <a:cubicBezTo>
                    <a:pt x="70038" y="108631"/>
                    <a:pt x="70038" y="108631"/>
                    <a:pt x="70038" y="108631"/>
                  </a:cubicBezTo>
                  <a:cubicBezTo>
                    <a:pt x="68171" y="109263"/>
                    <a:pt x="68171" y="109263"/>
                    <a:pt x="68171" y="109263"/>
                  </a:cubicBezTo>
                  <a:cubicBezTo>
                    <a:pt x="65836" y="108631"/>
                    <a:pt x="65836" y="108631"/>
                    <a:pt x="65836" y="108631"/>
                  </a:cubicBezTo>
                  <a:cubicBezTo>
                    <a:pt x="63968" y="109263"/>
                    <a:pt x="63968" y="109263"/>
                    <a:pt x="63968" y="109263"/>
                  </a:cubicBezTo>
                  <a:cubicBezTo>
                    <a:pt x="50428" y="109894"/>
                    <a:pt x="50428" y="109894"/>
                    <a:pt x="50428" y="109894"/>
                  </a:cubicBezTo>
                  <a:cubicBezTo>
                    <a:pt x="49027" y="108631"/>
                    <a:pt x="49027" y="108631"/>
                    <a:pt x="49027" y="108631"/>
                  </a:cubicBezTo>
                  <a:cubicBezTo>
                    <a:pt x="47626" y="109263"/>
                    <a:pt x="47626" y="109263"/>
                    <a:pt x="47626" y="109263"/>
                  </a:cubicBezTo>
                  <a:cubicBezTo>
                    <a:pt x="46225" y="109894"/>
                    <a:pt x="46225" y="109894"/>
                    <a:pt x="46225" y="109894"/>
                  </a:cubicBezTo>
                  <a:cubicBezTo>
                    <a:pt x="45291" y="109894"/>
                    <a:pt x="45291" y="109894"/>
                    <a:pt x="45291" y="109894"/>
                  </a:cubicBezTo>
                  <a:cubicBezTo>
                    <a:pt x="43891" y="109263"/>
                    <a:pt x="43891" y="109263"/>
                    <a:pt x="43891" y="109263"/>
                  </a:cubicBezTo>
                  <a:cubicBezTo>
                    <a:pt x="43891" y="108631"/>
                    <a:pt x="43891" y="108631"/>
                    <a:pt x="43891" y="108631"/>
                  </a:cubicBezTo>
                  <a:cubicBezTo>
                    <a:pt x="41556" y="108631"/>
                    <a:pt x="41556" y="108631"/>
                    <a:pt x="41556" y="108631"/>
                  </a:cubicBezTo>
                  <a:cubicBezTo>
                    <a:pt x="40155" y="108000"/>
                    <a:pt x="40155" y="108000"/>
                    <a:pt x="40155" y="108000"/>
                  </a:cubicBezTo>
                  <a:cubicBezTo>
                    <a:pt x="39688" y="106736"/>
                    <a:pt x="39688" y="106736"/>
                    <a:pt x="39688" y="106736"/>
                  </a:cubicBezTo>
                  <a:cubicBezTo>
                    <a:pt x="39688" y="106105"/>
                    <a:pt x="39688" y="106105"/>
                    <a:pt x="39688" y="106105"/>
                  </a:cubicBezTo>
                  <a:cubicBezTo>
                    <a:pt x="37821" y="105473"/>
                    <a:pt x="37821" y="105473"/>
                    <a:pt x="37821" y="105473"/>
                  </a:cubicBezTo>
                  <a:cubicBezTo>
                    <a:pt x="34085" y="104210"/>
                    <a:pt x="34085" y="104210"/>
                    <a:pt x="34085" y="104210"/>
                  </a:cubicBezTo>
                  <a:cubicBezTo>
                    <a:pt x="31750" y="102947"/>
                    <a:pt x="31750" y="102947"/>
                    <a:pt x="31750" y="102947"/>
                  </a:cubicBezTo>
                  <a:cubicBezTo>
                    <a:pt x="30817" y="102315"/>
                    <a:pt x="30817" y="102315"/>
                    <a:pt x="30817" y="102315"/>
                  </a:cubicBezTo>
                  <a:cubicBezTo>
                    <a:pt x="28015" y="102947"/>
                    <a:pt x="28015" y="102947"/>
                    <a:pt x="28015" y="102947"/>
                  </a:cubicBezTo>
                  <a:cubicBezTo>
                    <a:pt x="23813" y="104210"/>
                    <a:pt x="23813" y="104210"/>
                    <a:pt x="23813" y="104210"/>
                  </a:cubicBezTo>
                  <a:cubicBezTo>
                    <a:pt x="18677" y="102315"/>
                    <a:pt x="18677" y="102315"/>
                    <a:pt x="18677" y="102315"/>
                  </a:cubicBezTo>
                  <a:cubicBezTo>
                    <a:pt x="15408" y="98526"/>
                    <a:pt x="15408" y="98526"/>
                    <a:pt x="15408" y="98526"/>
                  </a:cubicBezTo>
                  <a:cubicBezTo>
                    <a:pt x="15408" y="98526"/>
                    <a:pt x="16809" y="94105"/>
                    <a:pt x="16342" y="88421"/>
                  </a:cubicBezTo>
                  <a:cubicBezTo>
                    <a:pt x="15875" y="82105"/>
                    <a:pt x="13540" y="80842"/>
                    <a:pt x="13540" y="80842"/>
                  </a:cubicBezTo>
                  <a:cubicBezTo>
                    <a:pt x="11206" y="80842"/>
                    <a:pt x="11206" y="80842"/>
                    <a:pt x="11206" y="80842"/>
                  </a:cubicBezTo>
                  <a:cubicBezTo>
                    <a:pt x="9338" y="79578"/>
                    <a:pt x="9338" y="79578"/>
                    <a:pt x="9338" y="79578"/>
                  </a:cubicBezTo>
                  <a:cubicBezTo>
                    <a:pt x="9338" y="79578"/>
                    <a:pt x="9338" y="75789"/>
                    <a:pt x="7003" y="75789"/>
                  </a:cubicBezTo>
                  <a:cubicBezTo>
                    <a:pt x="4669" y="75789"/>
                    <a:pt x="4669" y="75789"/>
                    <a:pt x="4669" y="75789"/>
                  </a:cubicBezTo>
                  <a:cubicBezTo>
                    <a:pt x="1867" y="75157"/>
                    <a:pt x="1867" y="75157"/>
                    <a:pt x="1867" y="75157"/>
                  </a:cubicBezTo>
                  <a:cubicBezTo>
                    <a:pt x="0" y="73263"/>
                    <a:pt x="0" y="73263"/>
                    <a:pt x="0" y="73263"/>
                  </a:cubicBezTo>
                  <a:cubicBezTo>
                    <a:pt x="466" y="68842"/>
                    <a:pt x="466" y="68842"/>
                    <a:pt x="466" y="68842"/>
                  </a:cubicBezTo>
                  <a:cubicBezTo>
                    <a:pt x="1400" y="65052"/>
                    <a:pt x="1400" y="65052"/>
                    <a:pt x="1400" y="65052"/>
                  </a:cubicBezTo>
                  <a:cubicBezTo>
                    <a:pt x="1867" y="64421"/>
                    <a:pt x="1867" y="64421"/>
                    <a:pt x="1867" y="64421"/>
                  </a:cubicBezTo>
                  <a:cubicBezTo>
                    <a:pt x="2334" y="66315"/>
                    <a:pt x="2334" y="66315"/>
                    <a:pt x="2334" y="66315"/>
                  </a:cubicBezTo>
                  <a:cubicBezTo>
                    <a:pt x="2801" y="66947"/>
                    <a:pt x="2801" y="66947"/>
                    <a:pt x="2801" y="66947"/>
                  </a:cubicBezTo>
                  <a:cubicBezTo>
                    <a:pt x="3268" y="66315"/>
                    <a:pt x="3268" y="66315"/>
                    <a:pt x="3268" y="66315"/>
                  </a:cubicBezTo>
                  <a:cubicBezTo>
                    <a:pt x="3268" y="63789"/>
                    <a:pt x="3268" y="63789"/>
                    <a:pt x="3268" y="63789"/>
                  </a:cubicBezTo>
                  <a:cubicBezTo>
                    <a:pt x="5136" y="62526"/>
                    <a:pt x="5136" y="62526"/>
                    <a:pt x="5136" y="62526"/>
                  </a:cubicBezTo>
                  <a:cubicBezTo>
                    <a:pt x="5136" y="61894"/>
                    <a:pt x="5136" y="61894"/>
                    <a:pt x="5136" y="61894"/>
                  </a:cubicBezTo>
                  <a:cubicBezTo>
                    <a:pt x="4202" y="60631"/>
                    <a:pt x="4202" y="60631"/>
                    <a:pt x="4202" y="60631"/>
                  </a:cubicBezTo>
                  <a:cubicBezTo>
                    <a:pt x="3735" y="60000"/>
                    <a:pt x="3735" y="60000"/>
                    <a:pt x="3735" y="60000"/>
                  </a:cubicBezTo>
                  <a:cubicBezTo>
                    <a:pt x="3268" y="55578"/>
                    <a:pt x="3268" y="55578"/>
                    <a:pt x="3268" y="55578"/>
                  </a:cubicBezTo>
                  <a:cubicBezTo>
                    <a:pt x="6536" y="54947"/>
                    <a:pt x="6536" y="54947"/>
                    <a:pt x="6536" y="54947"/>
                  </a:cubicBezTo>
                  <a:cubicBezTo>
                    <a:pt x="7470" y="53684"/>
                    <a:pt x="7470" y="53684"/>
                    <a:pt x="7470" y="53684"/>
                  </a:cubicBezTo>
                  <a:cubicBezTo>
                    <a:pt x="4669" y="50526"/>
                    <a:pt x="4669" y="50526"/>
                    <a:pt x="4669" y="50526"/>
                  </a:cubicBezTo>
                  <a:cubicBezTo>
                    <a:pt x="3735" y="49263"/>
                    <a:pt x="3735" y="49263"/>
                    <a:pt x="3735" y="49263"/>
                  </a:cubicBezTo>
                  <a:cubicBezTo>
                    <a:pt x="2801" y="40421"/>
                    <a:pt x="2801" y="40421"/>
                    <a:pt x="2801" y="40421"/>
                  </a:cubicBezTo>
                  <a:cubicBezTo>
                    <a:pt x="2801" y="37894"/>
                    <a:pt x="2801" y="37894"/>
                    <a:pt x="2801" y="37894"/>
                  </a:cubicBezTo>
                  <a:cubicBezTo>
                    <a:pt x="3735" y="37263"/>
                    <a:pt x="3735" y="37263"/>
                    <a:pt x="3735" y="37263"/>
                  </a:cubicBezTo>
                  <a:cubicBezTo>
                    <a:pt x="3735" y="25894"/>
                    <a:pt x="3735" y="25894"/>
                    <a:pt x="3735" y="25894"/>
                  </a:cubicBezTo>
                  <a:cubicBezTo>
                    <a:pt x="1400" y="23368"/>
                    <a:pt x="1400" y="23368"/>
                    <a:pt x="1400" y="23368"/>
                  </a:cubicBezTo>
                  <a:cubicBezTo>
                    <a:pt x="1400" y="14526"/>
                    <a:pt x="1400" y="14526"/>
                    <a:pt x="1400" y="14526"/>
                  </a:cubicBezTo>
                  <a:cubicBezTo>
                    <a:pt x="3735" y="10736"/>
                    <a:pt x="3735" y="10736"/>
                    <a:pt x="3735" y="10736"/>
                  </a:cubicBezTo>
                  <a:cubicBezTo>
                    <a:pt x="4669" y="6315"/>
                    <a:pt x="4669" y="6315"/>
                    <a:pt x="4669" y="6315"/>
                  </a:cubicBezTo>
                  <a:cubicBezTo>
                    <a:pt x="9805" y="13263"/>
                    <a:pt x="9805" y="13263"/>
                    <a:pt x="9805" y="13263"/>
                  </a:cubicBezTo>
                  <a:cubicBezTo>
                    <a:pt x="15408" y="18947"/>
                    <a:pt x="15408" y="18947"/>
                    <a:pt x="15408" y="18947"/>
                  </a:cubicBezTo>
                  <a:cubicBezTo>
                    <a:pt x="19610" y="21473"/>
                    <a:pt x="19610" y="21473"/>
                    <a:pt x="19610" y="21473"/>
                  </a:cubicBezTo>
                  <a:cubicBezTo>
                    <a:pt x="22879" y="22736"/>
                    <a:pt x="22879" y="22736"/>
                    <a:pt x="22879" y="22736"/>
                  </a:cubicBezTo>
                  <a:cubicBezTo>
                    <a:pt x="24280" y="22736"/>
                    <a:pt x="24280" y="22736"/>
                    <a:pt x="24280" y="22736"/>
                  </a:cubicBezTo>
                  <a:cubicBezTo>
                    <a:pt x="25680" y="22736"/>
                    <a:pt x="25680" y="22736"/>
                    <a:pt x="25680" y="22736"/>
                  </a:cubicBezTo>
                  <a:cubicBezTo>
                    <a:pt x="26614" y="27157"/>
                    <a:pt x="26614" y="27157"/>
                    <a:pt x="26614" y="27157"/>
                  </a:cubicBezTo>
                  <a:cubicBezTo>
                    <a:pt x="30350" y="26526"/>
                    <a:pt x="30350" y="26526"/>
                    <a:pt x="30350" y="26526"/>
                  </a:cubicBezTo>
                  <a:cubicBezTo>
                    <a:pt x="30817" y="32842"/>
                    <a:pt x="30817" y="32842"/>
                    <a:pt x="30817" y="32842"/>
                  </a:cubicBezTo>
                  <a:cubicBezTo>
                    <a:pt x="29416" y="35368"/>
                    <a:pt x="29416" y="35368"/>
                    <a:pt x="29416" y="35368"/>
                  </a:cubicBezTo>
                  <a:cubicBezTo>
                    <a:pt x="25214" y="38526"/>
                    <a:pt x="25214" y="38526"/>
                    <a:pt x="25214" y="38526"/>
                  </a:cubicBezTo>
                  <a:cubicBezTo>
                    <a:pt x="22412" y="43578"/>
                    <a:pt x="22412" y="43578"/>
                    <a:pt x="22412" y="43578"/>
                  </a:cubicBezTo>
                  <a:cubicBezTo>
                    <a:pt x="21478" y="46105"/>
                    <a:pt x="21478" y="46105"/>
                    <a:pt x="21478" y="46105"/>
                  </a:cubicBezTo>
                  <a:cubicBezTo>
                    <a:pt x="22412" y="46736"/>
                    <a:pt x="22412" y="46736"/>
                    <a:pt x="22412" y="46736"/>
                  </a:cubicBezTo>
                  <a:cubicBezTo>
                    <a:pt x="24280" y="44210"/>
                    <a:pt x="24280" y="44210"/>
                    <a:pt x="24280" y="44210"/>
                  </a:cubicBezTo>
                  <a:cubicBezTo>
                    <a:pt x="25680" y="41684"/>
                    <a:pt x="25680" y="41684"/>
                    <a:pt x="25680" y="41684"/>
                  </a:cubicBezTo>
                  <a:cubicBezTo>
                    <a:pt x="29883" y="37894"/>
                    <a:pt x="29883" y="37894"/>
                    <a:pt x="29883" y="37894"/>
                  </a:cubicBezTo>
                  <a:cubicBezTo>
                    <a:pt x="32684" y="36000"/>
                    <a:pt x="32684" y="36000"/>
                    <a:pt x="32684" y="36000"/>
                  </a:cubicBezTo>
                  <a:cubicBezTo>
                    <a:pt x="32217" y="38526"/>
                    <a:pt x="32217" y="38526"/>
                    <a:pt x="32217" y="38526"/>
                  </a:cubicBezTo>
                  <a:cubicBezTo>
                    <a:pt x="30817" y="40421"/>
                    <a:pt x="30817" y="40421"/>
                    <a:pt x="30817" y="40421"/>
                  </a:cubicBezTo>
                  <a:cubicBezTo>
                    <a:pt x="28949" y="46736"/>
                    <a:pt x="28949" y="46736"/>
                    <a:pt x="28949" y="46736"/>
                  </a:cubicBezTo>
                  <a:cubicBezTo>
                    <a:pt x="24280" y="50526"/>
                    <a:pt x="24280" y="50526"/>
                    <a:pt x="24280" y="50526"/>
                  </a:cubicBezTo>
                  <a:cubicBezTo>
                    <a:pt x="21478" y="54315"/>
                    <a:pt x="21478" y="54315"/>
                    <a:pt x="21478" y="54315"/>
                  </a:cubicBezTo>
                  <a:cubicBezTo>
                    <a:pt x="21478" y="57473"/>
                    <a:pt x="21478" y="57473"/>
                    <a:pt x="21478" y="57473"/>
                  </a:cubicBezTo>
                  <a:cubicBezTo>
                    <a:pt x="23346" y="58105"/>
                    <a:pt x="23346" y="58105"/>
                    <a:pt x="23346" y="58105"/>
                  </a:cubicBezTo>
                  <a:cubicBezTo>
                    <a:pt x="25680" y="54947"/>
                    <a:pt x="25680" y="54947"/>
                    <a:pt x="25680" y="54947"/>
                  </a:cubicBezTo>
                  <a:cubicBezTo>
                    <a:pt x="28015" y="52421"/>
                    <a:pt x="28015" y="52421"/>
                    <a:pt x="28015" y="52421"/>
                  </a:cubicBezTo>
                  <a:cubicBezTo>
                    <a:pt x="30350" y="51789"/>
                    <a:pt x="30350" y="51789"/>
                    <a:pt x="30350" y="51789"/>
                  </a:cubicBezTo>
                  <a:cubicBezTo>
                    <a:pt x="32217" y="49263"/>
                    <a:pt x="32217" y="49263"/>
                    <a:pt x="32217" y="49263"/>
                  </a:cubicBezTo>
                  <a:cubicBezTo>
                    <a:pt x="33151" y="42947"/>
                    <a:pt x="33151" y="42947"/>
                    <a:pt x="33151" y="42947"/>
                  </a:cubicBezTo>
                  <a:cubicBezTo>
                    <a:pt x="35019" y="37894"/>
                    <a:pt x="35019" y="37894"/>
                    <a:pt x="35019" y="37894"/>
                  </a:cubicBezTo>
                  <a:cubicBezTo>
                    <a:pt x="37354" y="34105"/>
                    <a:pt x="37354" y="34105"/>
                    <a:pt x="37354" y="34105"/>
                  </a:cubicBezTo>
                  <a:cubicBezTo>
                    <a:pt x="37821" y="31578"/>
                    <a:pt x="37821" y="31578"/>
                    <a:pt x="37821" y="31578"/>
                  </a:cubicBezTo>
                  <a:cubicBezTo>
                    <a:pt x="36420" y="26526"/>
                    <a:pt x="36420" y="26526"/>
                    <a:pt x="36420" y="26526"/>
                  </a:cubicBezTo>
                  <a:cubicBezTo>
                    <a:pt x="36420" y="21473"/>
                    <a:pt x="36420" y="21473"/>
                    <a:pt x="36420" y="21473"/>
                  </a:cubicBezTo>
                  <a:cubicBezTo>
                    <a:pt x="35019" y="22105"/>
                    <a:pt x="35019" y="22105"/>
                    <a:pt x="35019" y="22105"/>
                  </a:cubicBezTo>
                  <a:cubicBezTo>
                    <a:pt x="34085" y="24000"/>
                    <a:pt x="34085" y="24000"/>
                    <a:pt x="34085" y="24000"/>
                  </a:cubicBezTo>
                  <a:cubicBezTo>
                    <a:pt x="34552" y="29052"/>
                    <a:pt x="34552" y="29052"/>
                    <a:pt x="34552" y="29052"/>
                  </a:cubicBezTo>
                  <a:cubicBezTo>
                    <a:pt x="35486" y="32842"/>
                    <a:pt x="35486" y="32842"/>
                    <a:pt x="35486" y="32842"/>
                  </a:cubicBezTo>
                  <a:cubicBezTo>
                    <a:pt x="35486" y="34105"/>
                    <a:pt x="35486" y="34105"/>
                    <a:pt x="35486" y="34105"/>
                  </a:cubicBezTo>
                  <a:cubicBezTo>
                    <a:pt x="34552" y="33473"/>
                    <a:pt x="34552" y="33473"/>
                    <a:pt x="34552" y="33473"/>
                  </a:cubicBezTo>
                  <a:cubicBezTo>
                    <a:pt x="33618" y="32210"/>
                    <a:pt x="33618" y="32210"/>
                    <a:pt x="33618" y="32210"/>
                  </a:cubicBezTo>
                  <a:cubicBezTo>
                    <a:pt x="32684" y="29052"/>
                    <a:pt x="32684" y="29052"/>
                    <a:pt x="32684" y="29052"/>
                  </a:cubicBezTo>
                  <a:cubicBezTo>
                    <a:pt x="31750" y="25894"/>
                    <a:pt x="31750" y="25894"/>
                    <a:pt x="31750" y="25894"/>
                  </a:cubicBezTo>
                  <a:cubicBezTo>
                    <a:pt x="31750" y="23368"/>
                    <a:pt x="31750" y="23368"/>
                    <a:pt x="31750" y="23368"/>
                  </a:cubicBezTo>
                  <a:cubicBezTo>
                    <a:pt x="34085" y="20210"/>
                    <a:pt x="34085" y="20210"/>
                    <a:pt x="34085" y="20210"/>
                  </a:cubicBezTo>
                  <a:cubicBezTo>
                    <a:pt x="35019" y="17684"/>
                    <a:pt x="35019" y="17684"/>
                    <a:pt x="35019" y="17684"/>
                  </a:cubicBezTo>
                  <a:cubicBezTo>
                    <a:pt x="34552" y="15157"/>
                    <a:pt x="34552" y="15157"/>
                    <a:pt x="34552" y="15157"/>
                  </a:cubicBezTo>
                  <a:cubicBezTo>
                    <a:pt x="36887" y="18315"/>
                    <a:pt x="36887" y="18315"/>
                    <a:pt x="36887" y="18315"/>
                  </a:cubicBezTo>
                  <a:cubicBezTo>
                    <a:pt x="37354" y="18947"/>
                    <a:pt x="37354" y="18947"/>
                    <a:pt x="37354" y="18947"/>
                  </a:cubicBezTo>
                  <a:cubicBezTo>
                    <a:pt x="37821" y="15157"/>
                    <a:pt x="37821" y="15157"/>
                    <a:pt x="37821" y="15157"/>
                  </a:cubicBezTo>
                  <a:cubicBezTo>
                    <a:pt x="36887" y="9473"/>
                    <a:pt x="36887" y="9473"/>
                    <a:pt x="36887" y="9473"/>
                  </a:cubicBezTo>
                  <a:cubicBezTo>
                    <a:pt x="37354" y="7578"/>
                    <a:pt x="37354" y="7578"/>
                    <a:pt x="37354" y="7578"/>
                  </a:cubicBezTo>
                  <a:cubicBezTo>
                    <a:pt x="35953" y="6947"/>
                    <a:pt x="35953" y="6947"/>
                    <a:pt x="35953" y="6947"/>
                  </a:cubicBezTo>
                  <a:cubicBezTo>
                    <a:pt x="35486" y="0"/>
                    <a:pt x="35486" y="0"/>
                    <a:pt x="35486" y="0"/>
                  </a:cubicBezTo>
                  <a:cubicBezTo>
                    <a:pt x="35486" y="0"/>
                    <a:pt x="62101" y="10105"/>
                    <a:pt x="67704" y="12000"/>
                  </a:cubicBezTo>
                  <a:cubicBezTo>
                    <a:pt x="72840" y="13894"/>
                    <a:pt x="107392" y="26526"/>
                    <a:pt x="109727" y="27157"/>
                  </a:cubicBezTo>
                  <a:cubicBezTo>
                    <a:pt x="112062" y="28421"/>
                    <a:pt x="114863" y="28421"/>
                    <a:pt x="114863" y="28421"/>
                  </a:cubicBezTo>
                  <a:lnTo>
                    <a:pt x="120000" y="2968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0" name="Shape 1386">
              <a:extLst>
                <a:ext uri="{FF2B5EF4-FFF2-40B4-BE49-F238E27FC236}">
                  <a16:creationId xmlns:a16="http://schemas.microsoft.com/office/drawing/2014/main" id="{26DC96FF-336A-9A48-AC3A-B0111E070133}"/>
                </a:ext>
              </a:extLst>
            </p:cNvPr>
            <p:cNvSpPr/>
            <p:nvPr/>
          </p:nvSpPr>
          <p:spPr>
            <a:xfrm>
              <a:off x="5925594" y="2621841"/>
              <a:ext cx="384509" cy="394627"/>
            </a:xfrm>
            <a:custGeom>
              <a:avLst/>
              <a:gdLst/>
              <a:ahLst/>
              <a:cxnLst/>
              <a:rect l="0" t="0" r="0" b="0"/>
              <a:pathLst>
                <a:path w="120000" h="120000" extrusionOk="0">
                  <a:moveTo>
                    <a:pt x="17894" y="0"/>
                  </a:moveTo>
                  <a:lnTo>
                    <a:pt x="119999" y="11794"/>
                  </a:lnTo>
                  <a:lnTo>
                    <a:pt x="119473" y="22564"/>
                  </a:lnTo>
                  <a:lnTo>
                    <a:pt x="117894" y="22564"/>
                  </a:lnTo>
                  <a:lnTo>
                    <a:pt x="110526" y="115897"/>
                  </a:lnTo>
                  <a:lnTo>
                    <a:pt x="47894" y="110256"/>
                  </a:lnTo>
                  <a:lnTo>
                    <a:pt x="47368" y="114871"/>
                  </a:lnTo>
                  <a:lnTo>
                    <a:pt x="16842" y="111794"/>
                  </a:lnTo>
                  <a:lnTo>
                    <a:pt x="15263" y="120000"/>
                  </a:lnTo>
                  <a:lnTo>
                    <a:pt x="0" y="117948"/>
                  </a:lnTo>
                  <a:lnTo>
                    <a:pt x="17894"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1" name="Shape 1387">
              <a:extLst>
                <a:ext uri="{FF2B5EF4-FFF2-40B4-BE49-F238E27FC236}">
                  <a16:creationId xmlns:a16="http://schemas.microsoft.com/office/drawing/2014/main" id="{E2AC99D7-978C-B74D-9517-66E5FBC2AAFA}"/>
                </a:ext>
              </a:extLst>
            </p:cNvPr>
            <p:cNvSpPr/>
            <p:nvPr/>
          </p:nvSpPr>
          <p:spPr>
            <a:xfrm>
              <a:off x="6068941" y="2696044"/>
              <a:ext cx="762272" cy="752153"/>
            </a:xfrm>
            <a:custGeom>
              <a:avLst/>
              <a:gdLst/>
              <a:ahLst/>
              <a:cxnLst/>
              <a:rect l="0" t="0" r="0" b="0"/>
              <a:pathLst>
                <a:path w="120000" h="120000" extrusionOk="0">
                  <a:moveTo>
                    <a:pt x="118407" y="68071"/>
                  </a:moveTo>
                  <a:lnTo>
                    <a:pt x="118938" y="65919"/>
                  </a:lnTo>
                  <a:lnTo>
                    <a:pt x="120000" y="64573"/>
                  </a:lnTo>
                  <a:lnTo>
                    <a:pt x="119469" y="62959"/>
                  </a:lnTo>
                  <a:lnTo>
                    <a:pt x="118938" y="60807"/>
                  </a:lnTo>
                  <a:lnTo>
                    <a:pt x="118672" y="59999"/>
                  </a:lnTo>
                  <a:lnTo>
                    <a:pt x="118672" y="58385"/>
                  </a:lnTo>
                  <a:lnTo>
                    <a:pt x="118407" y="57847"/>
                  </a:lnTo>
                  <a:lnTo>
                    <a:pt x="117345" y="55426"/>
                  </a:lnTo>
                  <a:lnTo>
                    <a:pt x="117345" y="54887"/>
                  </a:lnTo>
                  <a:lnTo>
                    <a:pt x="115486" y="53273"/>
                  </a:lnTo>
                  <a:lnTo>
                    <a:pt x="115486" y="35246"/>
                  </a:lnTo>
                  <a:lnTo>
                    <a:pt x="112831" y="34977"/>
                  </a:lnTo>
                  <a:lnTo>
                    <a:pt x="112300" y="35515"/>
                  </a:lnTo>
                  <a:lnTo>
                    <a:pt x="111504" y="35246"/>
                  </a:lnTo>
                  <a:lnTo>
                    <a:pt x="110707" y="34439"/>
                  </a:lnTo>
                  <a:lnTo>
                    <a:pt x="109646" y="33901"/>
                  </a:lnTo>
                  <a:lnTo>
                    <a:pt x="108318" y="33901"/>
                  </a:lnTo>
                  <a:lnTo>
                    <a:pt x="106725" y="32825"/>
                  </a:lnTo>
                  <a:lnTo>
                    <a:pt x="105663" y="31479"/>
                  </a:lnTo>
                  <a:lnTo>
                    <a:pt x="104336" y="31210"/>
                  </a:lnTo>
                  <a:lnTo>
                    <a:pt x="102212" y="31748"/>
                  </a:lnTo>
                  <a:lnTo>
                    <a:pt x="101681" y="31479"/>
                  </a:lnTo>
                  <a:lnTo>
                    <a:pt x="100353" y="31210"/>
                  </a:lnTo>
                  <a:lnTo>
                    <a:pt x="99292" y="32017"/>
                  </a:lnTo>
                  <a:lnTo>
                    <a:pt x="98761" y="32286"/>
                  </a:lnTo>
                  <a:lnTo>
                    <a:pt x="97964" y="31748"/>
                  </a:lnTo>
                  <a:lnTo>
                    <a:pt x="96902" y="31748"/>
                  </a:lnTo>
                  <a:lnTo>
                    <a:pt x="96371" y="32556"/>
                  </a:lnTo>
                  <a:lnTo>
                    <a:pt x="95044" y="33363"/>
                  </a:lnTo>
                  <a:lnTo>
                    <a:pt x="93982" y="33632"/>
                  </a:lnTo>
                  <a:lnTo>
                    <a:pt x="93451" y="32825"/>
                  </a:lnTo>
                  <a:lnTo>
                    <a:pt x="92654" y="32017"/>
                  </a:lnTo>
                  <a:lnTo>
                    <a:pt x="90530" y="32286"/>
                  </a:lnTo>
                  <a:lnTo>
                    <a:pt x="89203" y="31479"/>
                  </a:lnTo>
                  <a:lnTo>
                    <a:pt x="88141" y="31748"/>
                  </a:lnTo>
                  <a:lnTo>
                    <a:pt x="87610" y="32825"/>
                  </a:lnTo>
                  <a:lnTo>
                    <a:pt x="87079" y="33094"/>
                  </a:lnTo>
                  <a:lnTo>
                    <a:pt x="86814" y="31748"/>
                  </a:lnTo>
                  <a:lnTo>
                    <a:pt x="86283" y="31210"/>
                  </a:lnTo>
                  <a:lnTo>
                    <a:pt x="84690" y="32286"/>
                  </a:lnTo>
                  <a:lnTo>
                    <a:pt x="84424" y="31210"/>
                  </a:lnTo>
                  <a:lnTo>
                    <a:pt x="82831" y="30134"/>
                  </a:lnTo>
                  <a:lnTo>
                    <a:pt x="82300" y="30134"/>
                  </a:lnTo>
                  <a:lnTo>
                    <a:pt x="81769" y="30941"/>
                  </a:lnTo>
                  <a:lnTo>
                    <a:pt x="80973" y="31479"/>
                  </a:lnTo>
                  <a:lnTo>
                    <a:pt x="80176" y="31210"/>
                  </a:lnTo>
                  <a:lnTo>
                    <a:pt x="79911" y="29865"/>
                  </a:lnTo>
                  <a:lnTo>
                    <a:pt x="79115" y="29865"/>
                  </a:lnTo>
                  <a:lnTo>
                    <a:pt x="78318" y="28251"/>
                  </a:lnTo>
                  <a:lnTo>
                    <a:pt x="76194" y="28251"/>
                  </a:lnTo>
                  <a:lnTo>
                    <a:pt x="75398" y="28789"/>
                  </a:lnTo>
                  <a:lnTo>
                    <a:pt x="74601" y="27982"/>
                  </a:lnTo>
                  <a:lnTo>
                    <a:pt x="74336" y="27982"/>
                  </a:lnTo>
                  <a:lnTo>
                    <a:pt x="73008" y="28251"/>
                  </a:lnTo>
                  <a:lnTo>
                    <a:pt x="71415" y="27174"/>
                  </a:lnTo>
                  <a:lnTo>
                    <a:pt x="69292" y="27174"/>
                  </a:lnTo>
                  <a:lnTo>
                    <a:pt x="68761" y="25291"/>
                  </a:lnTo>
                  <a:lnTo>
                    <a:pt x="67699" y="24753"/>
                  </a:lnTo>
                  <a:lnTo>
                    <a:pt x="67168" y="25022"/>
                  </a:lnTo>
                  <a:lnTo>
                    <a:pt x="66371" y="24753"/>
                  </a:lnTo>
                  <a:lnTo>
                    <a:pt x="65575" y="25022"/>
                  </a:lnTo>
                  <a:lnTo>
                    <a:pt x="64778" y="25022"/>
                  </a:lnTo>
                  <a:lnTo>
                    <a:pt x="64247" y="24215"/>
                  </a:lnTo>
                  <a:lnTo>
                    <a:pt x="62389" y="22331"/>
                  </a:lnTo>
                  <a:lnTo>
                    <a:pt x="63451" y="1614"/>
                  </a:lnTo>
                  <a:lnTo>
                    <a:pt x="36902" y="0"/>
                  </a:lnTo>
                  <a:lnTo>
                    <a:pt x="33185" y="48968"/>
                  </a:lnTo>
                  <a:lnTo>
                    <a:pt x="1592" y="46008"/>
                  </a:lnTo>
                  <a:lnTo>
                    <a:pt x="1327" y="48430"/>
                  </a:lnTo>
                  <a:lnTo>
                    <a:pt x="0" y="48430"/>
                  </a:lnTo>
                  <a:lnTo>
                    <a:pt x="530" y="49237"/>
                  </a:lnTo>
                  <a:lnTo>
                    <a:pt x="1858" y="50044"/>
                  </a:lnTo>
                  <a:lnTo>
                    <a:pt x="2654" y="51121"/>
                  </a:lnTo>
                  <a:lnTo>
                    <a:pt x="2920" y="51928"/>
                  </a:lnTo>
                  <a:lnTo>
                    <a:pt x="3451" y="53004"/>
                  </a:lnTo>
                  <a:lnTo>
                    <a:pt x="3982" y="53273"/>
                  </a:lnTo>
                  <a:lnTo>
                    <a:pt x="4778" y="53811"/>
                  </a:lnTo>
                  <a:lnTo>
                    <a:pt x="5575" y="54349"/>
                  </a:lnTo>
                  <a:lnTo>
                    <a:pt x="5840" y="55156"/>
                  </a:lnTo>
                  <a:lnTo>
                    <a:pt x="6902" y="56502"/>
                  </a:lnTo>
                  <a:lnTo>
                    <a:pt x="7964" y="57309"/>
                  </a:lnTo>
                  <a:lnTo>
                    <a:pt x="10088" y="60269"/>
                  </a:lnTo>
                  <a:lnTo>
                    <a:pt x="10884" y="60269"/>
                  </a:lnTo>
                  <a:lnTo>
                    <a:pt x="11681" y="61076"/>
                  </a:lnTo>
                  <a:lnTo>
                    <a:pt x="12743" y="61883"/>
                  </a:lnTo>
                  <a:lnTo>
                    <a:pt x="14070" y="62959"/>
                  </a:lnTo>
                  <a:lnTo>
                    <a:pt x="14601" y="64035"/>
                  </a:lnTo>
                  <a:lnTo>
                    <a:pt x="14601" y="65919"/>
                  </a:lnTo>
                  <a:lnTo>
                    <a:pt x="15663" y="67533"/>
                  </a:lnTo>
                  <a:lnTo>
                    <a:pt x="15929" y="68609"/>
                  </a:lnTo>
                  <a:lnTo>
                    <a:pt x="15663" y="69686"/>
                  </a:lnTo>
                  <a:lnTo>
                    <a:pt x="15663" y="71031"/>
                  </a:lnTo>
                  <a:lnTo>
                    <a:pt x="15929" y="72645"/>
                  </a:lnTo>
                  <a:lnTo>
                    <a:pt x="17256" y="73991"/>
                  </a:lnTo>
                  <a:lnTo>
                    <a:pt x="17522" y="74798"/>
                  </a:lnTo>
                  <a:lnTo>
                    <a:pt x="17787" y="75067"/>
                  </a:lnTo>
                  <a:lnTo>
                    <a:pt x="18318" y="75605"/>
                  </a:lnTo>
                  <a:lnTo>
                    <a:pt x="18849" y="76143"/>
                  </a:lnTo>
                  <a:lnTo>
                    <a:pt x="19646" y="76950"/>
                  </a:lnTo>
                  <a:lnTo>
                    <a:pt x="20707" y="77757"/>
                  </a:lnTo>
                  <a:lnTo>
                    <a:pt x="21504" y="78565"/>
                  </a:lnTo>
                  <a:lnTo>
                    <a:pt x="22300" y="78834"/>
                  </a:lnTo>
                  <a:lnTo>
                    <a:pt x="23362" y="79641"/>
                  </a:lnTo>
                  <a:lnTo>
                    <a:pt x="24955" y="80448"/>
                  </a:lnTo>
                  <a:lnTo>
                    <a:pt x="26814" y="81793"/>
                  </a:lnTo>
                  <a:lnTo>
                    <a:pt x="27610" y="82062"/>
                  </a:lnTo>
                  <a:lnTo>
                    <a:pt x="28938" y="82600"/>
                  </a:lnTo>
                  <a:lnTo>
                    <a:pt x="30000" y="82600"/>
                  </a:lnTo>
                  <a:lnTo>
                    <a:pt x="30530" y="81524"/>
                  </a:lnTo>
                  <a:lnTo>
                    <a:pt x="31327" y="80717"/>
                  </a:lnTo>
                  <a:lnTo>
                    <a:pt x="31858" y="80179"/>
                  </a:lnTo>
                  <a:lnTo>
                    <a:pt x="32654" y="79910"/>
                  </a:lnTo>
                  <a:lnTo>
                    <a:pt x="32654" y="78565"/>
                  </a:lnTo>
                  <a:lnTo>
                    <a:pt x="33185" y="77488"/>
                  </a:lnTo>
                  <a:lnTo>
                    <a:pt x="33716" y="76143"/>
                  </a:lnTo>
                  <a:lnTo>
                    <a:pt x="35044" y="74529"/>
                  </a:lnTo>
                  <a:lnTo>
                    <a:pt x="36902" y="74260"/>
                  </a:lnTo>
                  <a:lnTo>
                    <a:pt x="37964" y="73991"/>
                  </a:lnTo>
                  <a:lnTo>
                    <a:pt x="39292" y="73991"/>
                  </a:lnTo>
                  <a:lnTo>
                    <a:pt x="40619" y="74529"/>
                  </a:lnTo>
                  <a:lnTo>
                    <a:pt x="42212" y="74798"/>
                  </a:lnTo>
                  <a:lnTo>
                    <a:pt x="43008" y="74798"/>
                  </a:lnTo>
                  <a:lnTo>
                    <a:pt x="45132" y="75067"/>
                  </a:lnTo>
                  <a:lnTo>
                    <a:pt x="45929" y="75605"/>
                  </a:lnTo>
                  <a:lnTo>
                    <a:pt x="46725" y="77219"/>
                  </a:lnTo>
                  <a:lnTo>
                    <a:pt x="47256" y="77219"/>
                  </a:lnTo>
                  <a:lnTo>
                    <a:pt x="48584" y="78565"/>
                  </a:lnTo>
                  <a:lnTo>
                    <a:pt x="49646" y="79103"/>
                  </a:lnTo>
                  <a:lnTo>
                    <a:pt x="50442" y="80717"/>
                  </a:lnTo>
                  <a:lnTo>
                    <a:pt x="52035" y="82869"/>
                  </a:lnTo>
                  <a:lnTo>
                    <a:pt x="53097" y="86098"/>
                  </a:lnTo>
                  <a:lnTo>
                    <a:pt x="53893" y="87174"/>
                  </a:lnTo>
                  <a:lnTo>
                    <a:pt x="54955" y="89327"/>
                  </a:lnTo>
                  <a:lnTo>
                    <a:pt x="54955" y="90134"/>
                  </a:lnTo>
                  <a:lnTo>
                    <a:pt x="55752" y="92286"/>
                  </a:lnTo>
                  <a:lnTo>
                    <a:pt x="57876" y="94170"/>
                  </a:lnTo>
                  <a:lnTo>
                    <a:pt x="58407" y="96322"/>
                  </a:lnTo>
                  <a:lnTo>
                    <a:pt x="61061" y="99551"/>
                  </a:lnTo>
                  <a:lnTo>
                    <a:pt x="62389" y="100089"/>
                  </a:lnTo>
                  <a:lnTo>
                    <a:pt x="62123" y="102511"/>
                  </a:lnTo>
                  <a:lnTo>
                    <a:pt x="61592" y="103049"/>
                  </a:lnTo>
                  <a:lnTo>
                    <a:pt x="62123" y="103587"/>
                  </a:lnTo>
                  <a:lnTo>
                    <a:pt x="62920" y="104394"/>
                  </a:lnTo>
                  <a:lnTo>
                    <a:pt x="62920" y="106008"/>
                  </a:lnTo>
                  <a:lnTo>
                    <a:pt x="64513" y="108968"/>
                  </a:lnTo>
                  <a:lnTo>
                    <a:pt x="65309" y="110582"/>
                  </a:lnTo>
                  <a:lnTo>
                    <a:pt x="66106" y="111928"/>
                  </a:lnTo>
                  <a:lnTo>
                    <a:pt x="66637" y="113273"/>
                  </a:lnTo>
                  <a:lnTo>
                    <a:pt x="68761" y="113542"/>
                  </a:lnTo>
                  <a:lnTo>
                    <a:pt x="70088" y="114887"/>
                  </a:lnTo>
                  <a:lnTo>
                    <a:pt x="72477" y="114887"/>
                  </a:lnTo>
                  <a:lnTo>
                    <a:pt x="74336" y="116771"/>
                  </a:lnTo>
                  <a:lnTo>
                    <a:pt x="75398" y="116771"/>
                  </a:lnTo>
                  <a:lnTo>
                    <a:pt x="75929" y="117578"/>
                  </a:lnTo>
                  <a:lnTo>
                    <a:pt x="77256" y="117847"/>
                  </a:lnTo>
                  <a:lnTo>
                    <a:pt x="77522" y="117309"/>
                  </a:lnTo>
                  <a:lnTo>
                    <a:pt x="80176" y="117847"/>
                  </a:lnTo>
                  <a:lnTo>
                    <a:pt x="80176" y="118116"/>
                  </a:lnTo>
                  <a:lnTo>
                    <a:pt x="80973" y="118923"/>
                  </a:lnTo>
                  <a:lnTo>
                    <a:pt x="82300" y="119999"/>
                  </a:lnTo>
                  <a:lnTo>
                    <a:pt x="83097" y="119461"/>
                  </a:lnTo>
                  <a:lnTo>
                    <a:pt x="83362" y="118923"/>
                  </a:lnTo>
                  <a:lnTo>
                    <a:pt x="85221" y="118654"/>
                  </a:lnTo>
                  <a:lnTo>
                    <a:pt x="84690" y="117309"/>
                  </a:lnTo>
                  <a:lnTo>
                    <a:pt x="84690" y="116502"/>
                  </a:lnTo>
                  <a:lnTo>
                    <a:pt x="84424" y="115426"/>
                  </a:lnTo>
                  <a:lnTo>
                    <a:pt x="84159" y="114349"/>
                  </a:lnTo>
                  <a:lnTo>
                    <a:pt x="83362" y="113811"/>
                  </a:lnTo>
                  <a:lnTo>
                    <a:pt x="82831" y="112197"/>
                  </a:lnTo>
                  <a:lnTo>
                    <a:pt x="82566" y="110582"/>
                  </a:lnTo>
                  <a:lnTo>
                    <a:pt x="81769" y="108699"/>
                  </a:lnTo>
                  <a:lnTo>
                    <a:pt x="81769" y="107085"/>
                  </a:lnTo>
                  <a:lnTo>
                    <a:pt x="82566" y="104663"/>
                  </a:lnTo>
                  <a:lnTo>
                    <a:pt x="83362" y="102242"/>
                  </a:lnTo>
                  <a:lnTo>
                    <a:pt x="84424" y="99551"/>
                  </a:lnTo>
                  <a:lnTo>
                    <a:pt x="84159" y="99013"/>
                  </a:lnTo>
                  <a:lnTo>
                    <a:pt x="83362" y="98475"/>
                  </a:lnTo>
                  <a:lnTo>
                    <a:pt x="82566" y="97668"/>
                  </a:lnTo>
                  <a:lnTo>
                    <a:pt x="82566" y="97130"/>
                  </a:lnTo>
                  <a:lnTo>
                    <a:pt x="83097" y="97399"/>
                  </a:lnTo>
                  <a:lnTo>
                    <a:pt x="85486" y="97130"/>
                  </a:lnTo>
                  <a:lnTo>
                    <a:pt x="85752" y="97130"/>
                  </a:lnTo>
                  <a:lnTo>
                    <a:pt x="86548" y="95515"/>
                  </a:lnTo>
                  <a:lnTo>
                    <a:pt x="85752" y="95515"/>
                  </a:lnTo>
                  <a:lnTo>
                    <a:pt x="85486" y="94977"/>
                  </a:lnTo>
                  <a:lnTo>
                    <a:pt x="85486" y="94439"/>
                  </a:lnTo>
                  <a:lnTo>
                    <a:pt x="86017" y="94170"/>
                  </a:lnTo>
                  <a:lnTo>
                    <a:pt x="87079" y="94170"/>
                  </a:lnTo>
                  <a:lnTo>
                    <a:pt x="88407" y="94170"/>
                  </a:lnTo>
                  <a:lnTo>
                    <a:pt x="88938" y="94439"/>
                  </a:lnTo>
                  <a:lnTo>
                    <a:pt x="89734" y="94170"/>
                  </a:lnTo>
                  <a:lnTo>
                    <a:pt x="91061" y="93094"/>
                  </a:lnTo>
                  <a:lnTo>
                    <a:pt x="90530" y="93094"/>
                  </a:lnTo>
                  <a:lnTo>
                    <a:pt x="89469" y="93901"/>
                  </a:lnTo>
                  <a:lnTo>
                    <a:pt x="89203" y="92825"/>
                  </a:lnTo>
                  <a:lnTo>
                    <a:pt x="89734" y="91210"/>
                  </a:lnTo>
                  <a:lnTo>
                    <a:pt x="90265" y="91748"/>
                  </a:lnTo>
                  <a:lnTo>
                    <a:pt x="90796" y="92017"/>
                  </a:lnTo>
                  <a:lnTo>
                    <a:pt x="92123" y="92017"/>
                  </a:lnTo>
                  <a:lnTo>
                    <a:pt x="92654" y="91479"/>
                  </a:lnTo>
                  <a:lnTo>
                    <a:pt x="92389" y="90403"/>
                  </a:lnTo>
                  <a:lnTo>
                    <a:pt x="91592" y="89327"/>
                  </a:lnTo>
                  <a:lnTo>
                    <a:pt x="91858" y="89058"/>
                  </a:lnTo>
                  <a:lnTo>
                    <a:pt x="92654" y="89058"/>
                  </a:lnTo>
                  <a:lnTo>
                    <a:pt x="93451" y="88520"/>
                  </a:lnTo>
                  <a:lnTo>
                    <a:pt x="93982" y="89058"/>
                  </a:lnTo>
                  <a:lnTo>
                    <a:pt x="94778" y="88520"/>
                  </a:lnTo>
                  <a:lnTo>
                    <a:pt x="95044" y="89058"/>
                  </a:lnTo>
                  <a:lnTo>
                    <a:pt x="95840" y="89596"/>
                  </a:lnTo>
                  <a:lnTo>
                    <a:pt x="96637" y="89058"/>
                  </a:lnTo>
                  <a:lnTo>
                    <a:pt x="97433" y="88520"/>
                  </a:lnTo>
                  <a:lnTo>
                    <a:pt x="99292" y="87982"/>
                  </a:lnTo>
                  <a:lnTo>
                    <a:pt x="101150" y="87713"/>
                  </a:lnTo>
                  <a:lnTo>
                    <a:pt x="104070" y="86098"/>
                  </a:lnTo>
                  <a:lnTo>
                    <a:pt x="104867" y="84484"/>
                  </a:lnTo>
                  <a:lnTo>
                    <a:pt x="105132" y="83139"/>
                  </a:lnTo>
                  <a:lnTo>
                    <a:pt x="105929" y="82600"/>
                  </a:lnTo>
                  <a:lnTo>
                    <a:pt x="106725" y="82331"/>
                  </a:lnTo>
                  <a:lnTo>
                    <a:pt x="106991" y="82062"/>
                  </a:lnTo>
                  <a:lnTo>
                    <a:pt x="107787" y="81524"/>
                  </a:lnTo>
                  <a:lnTo>
                    <a:pt x="107522" y="80717"/>
                  </a:lnTo>
                  <a:lnTo>
                    <a:pt x="107256" y="79910"/>
                  </a:lnTo>
                  <a:lnTo>
                    <a:pt x="106991" y="79641"/>
                  </a:lnTo>
                  <a:lnTo>
                    <a:pt x="106725" y="79103"/>
                  </a:lnTo>
                  <a:lnTo>
                    <a:pt x="106991" y="78295"/>
                  </a:lnTo>
                  <a:lnTo>
                    <a:pt x="108053" y="77488"/>
                  </a:lnTo>
                  <a:lnTo>
                    <a:pt x="108849" y="76950"/>
                  </a:lnTo>
                  <a:lnTo>
                    <a:pt x="109380" y="76950"/>
                  </a:lnTo>
                  <a:lnTo>
                    <a:pt x="109380" y="77757"/>
                  </a:lnTo>
                  <a:lnTo>
                    <a:pt x="109380" y="78834"/>
                  </a:lnTo>
                  <a:lnTo>
                    <a:pt x="109380" y="80448"/>
                  </a:lnTo>
                  <a:lnTo>
                    <a:pt x="109646" y="80717"/>
                  </a:lnTo>
                  <a:lnTo>
                    <a:pt x="111238" y="79372"/>
                  </a:lnTo>
                  <a:lnTo>
                    <a:pt x="112566" y="79103"/>
                  </a:lnTo>
                  <a:lnTo>
                    <a:pt x="116548" y="77488"/>
                  </a:lnTo>
                  <a:lnTo>
                    <a:pt x="117079" y="77219"/>
                  </a:lnTo>
                  <a:lnTo>
                    <a:pt x="117876" y="75874"/>
                  </a:lnTo>
                  <a:lnTo>
                    <a:pt x="118672" y="73183"/>
                  </a:lnTo>
                  <a:lnTo>
                    <a:pt x="118672" y="72107"/>
                  </a:lnTo>
                  <a:lnTo>
                    <a:pt x="117876" y="70224"/>
                  </a:lnTo>
                  <a:lnTo>
                    <a:pt x="118407" y="68878"/>
                  </a:lnTo>
                  <a:lnTo>
                    <a:pt x="118407" y="68071"/>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2" name="Shape 1388">
              <a:extLst>
                <a:ext uri="{FF2B5EF4-FFF2-40B4-BE49-F238E27FC236}">
                  <a16:creationId xmlns:a16="http://schemas.microsoft.com/office/drawing/2014/main" id="{D73D0628-86E6-BA4B-BA8C-9F8B726745DA}"/>
                </a:ext>
              </a:extLst>
            </p:cNvPr>
            <p:cNvSpPr/>
            <p:nvPr/>
          </p:nvSpPr>
          <p:spPr>
            <a:xfrm>
              <a:off x="5613601" y="2574619"/>
              <a:ext cx="369329" cy="435102"/>
            </a:xfrm>
            <a:custGeom>
              <a:avLst/>
              <a:gdLst/>
              <a:ahLst/>
              <a:cxnLst/>
              <a:rect l="0" t="0" r="0" b="0"/>
              <a:pathLst>
                <a:path w="120000" h="120000" extrusionOk="0">
                  <a:moveTo>
                    <a:pt x="33822" y="0"/>
                  </a:moveTo>
                  <a:cubicBezTo>
                    <a:pt x="33822" y="0"/>
                    <a:pt x="31969" y="7500"/>
                    <a:pt x="31505" y="9868"/>
                  </a:cubicBezTo>
                  <a:cubicBezTo>
                    <a:pt x="30579" y="11447"/>
                    <a:pt x="28725" y="16973"/>
                    <a:pt x="28725" y="16973"/>
                  </a:cubicBezTo>
                  <a:cubicBezTo>
                    <a:pt x="27335" y="17763"/>
                    <a:pt x="27335" y="17763"/>
                    <a:pt x="27335" y="17763"/>
                  </a:cubicBezTo>
                  <a:cubicBezTo>
                    <a:pt x="25945" y="16973"/>
                    <a:pt x="25945" y="16973"/>
                    <a:pt x="25945" y="16973"/>
                  </a:cubicBezTo>
                  <a:cubicBezTo>
                    <a:pt x="23629" y="15394"/>
                    <a:pt x="23629" y="15394"/>
                    <a:pt x="23629" y="15394"/>
                  </a:cubicBezTo>
                  <a:cubicBezTo>
                    <a:pt x="21776" y="16184"/>
                    <a:pt x="21776" y="16184"/>
                    <a:pt x="21776" y="16184"/>
                  </a:cubicBezTo>
                  <a:cubicBezTo>
                    <a:pt x="20849" y="14605"/>
                    <a:pt x="20849" y="14605"/>
                    <a:pt x="20849" y="14605"/>
                  </a:cubicBezTo>
                  <a:cubicBezTo>
                    <a:pt x="17606" y="15394"/>
                    <a:pt x="17606" y="15394"/>
                    <a:pt x="17606" y="15394"/>
                  </a:cubicBezTo>
                  <a:cubicBezTo>
                    <a:pt x="16216" y="16578"/>
                    <a:pt x="16216" y="16578"/>
                    <a:pt x="16216" y="16578"/>
                  </a:cubicBezTo>
                  <a:cubicBezTo>
                    <a:pt x="16216" y="20921"/>
                    <a:pt x="16216" y="20921"/>
                    <a:pt x="16216" y="20921"/>
                  </a:cubicBezTo>
                  <a:cubicBezTo>
                    <a:pt x="16216" y="26447"/>
                    <a:pt x="16216" y="26447"/>
                    <a:pt x="16216" y="26447"/>
                  </a:cubicBezTo>
                  <a:cubicBezTo>
                    <a:pt x="16216" y="31578"/>
                    <a:pt x="16216" y="31578"/>
                    <a:pt x="16216" y="31578"/>
                  </a:cubicBezTo>
                  <a:cubicBezTo>
                    <a:pt x="15752" y="33157"/>
                    <a:pt x="15752" y="33157"/>
                    <a:pt x="15752" y="33157"/>
                  </a:cubicBezTo>
                  <a:cubicBezTo>
                    <a:pt x="14362" y="35131"/>
                    <a:pt x="14362" y="35131"/>
                    <a:pt x="14362" y="35131"/>
                  </a:cubicBezTo>
                  <a:cubicBezTo>
                    <a:pt x="13899" y="37105"/>
                    <a:pt x="13899" y="37105"/>
                    <a:pt x="13899" y="37105"/>
                  </a:cubicBezTo>
                  <a:cubicBezTo>
                    <a:pt x="13899" y="39868"/>
                    <a:pt x="13899" y="39868"/>
                    <a:pt x="13899" y="39868"/>
                  </a:cubicBezTo>
                  <a:cubicBezTo>
                    <a:pt x="15752" y="43421"/>
                    <a:pt x="15752" y="43421"/>
                    <a:pt x="15752" y="43421"/>
                  </a:cubicBezTo>
                  <a:cubicBezTo>
                    <a:pt x="16216" y="46973"/>
                    <a:pt x="16216" y="46973"/>
                    <a:pt x="16216" y="46973"/>
                  </a:cubicBezTo>
                  <a:cubicBezTo>
                    <a:pt x="17142" y="48157"/>
                    <a:pt x="17142" y="48157"/>
                    <a:pt x="17142" y="48157"/>
                  </a:cubicBezTo>
                  <a:cubicBezTo>
                    <a:pt x="19459" y="50526"/>
                    <a:pt x="19459" y="50526"/>
                    <a:pt x="19459" y="50526"/>
                  </a:cubicBezTo>
                  <a:cubicBezTo>
                    <a:pt x="18069" y="51315"/>
                    <a:pt x="18069" y="51315"/>
                    <a:pt x="18069" y="51315"/>
                  </a:cubicBezTo>
                  <a:cubicBezTo>
                    <a:pt x="15752" y="52894"/>
                    <a:pt x="15752" y="52894"/>
                    <a:pt x="15752" y="52894"/>
                  </a:cubicBezTo>
                  <a:cubicBezTo>
                    <a:pt x="11119" y="55657"/>
                    <a:pt x="11119" y="55657"/>
                    <a:pt x="11119" y="55657"/>
                  </a:cubicBezTo>
                  <a:cubicBezTo>
                    <a:pt x="9729" y="60789"/>
                    <a:pt x="9729" y="60789"/>
                    <a:pt x="9729" y="60789"/>
                  </a:cubicBezTo>
                  <a:cubicBezTo>
                    <a:pt x="7876" y="63947"/>
                    <a:pt x="7876" y="63947"/>
                    <a:pt x="7876" y="63947"/>
                  </a:cubicBezTo>
                  <a:cubicBezTo>
                    <a:pt x="6023" y="65526"/>
                    <a:pt x="6023" y="65526"/>
                    <a:pt x="6023" y="65526"/>
                  </a:cubicBezTo>
                  <a:cubicBezTo>
                    <a:pt x="5096" y="65921"/>
                    <a:pt x="5096" y="65921"/>
                    <a:pt x="5096" y="65921"/>
                  </a:cubicBezTo>
                  <a:cubicBezTo>
                    <a:pt x="4169" y="67500"/>
                    <a:pt x="4169" y="67500"/>
                    <a:pt x="4169" y="67500"/>
                  </a:cubicBezTo>
                  <a:cubicBezTo>
                    <a:pt x="4633" y="70263"/>
                    <a:pt x="4633" y="70263"/>
                    <a:pt x="4633" y="70263"/>
                  </a:cubicBezTo>
                  <a:cubicBezTo>
                    <a:pt x="4169" y="72236"/>
                    <a:pt x="4169" y="72236"/>
                    <a:pt x="4169" y="72236"/>
                  </a:cubicBezTo>
                  <a:cubicBezTo>
                    <a:pt x="6949" y="74210"/>
                    <a:pt x="6949" y="74210"/>
                    <a:pt x="6949" y="74210"/>
                  </a:cubicBezTo>
                  <a:cubicBezTo>
                    <a:pt x="6023" y="75789"/>
                    <a:pt x="6023" y="75789"/>
                    <a:pt x="6023" y="75789"/>
                  </a:cubicBezTo>
                  <a:cubicBezTo>
                    <a:pt x="2316" y="77368"/>
                    <a:pt x="2316" y="77368"/>
                    <a:pt x="2316" y="77368"/>
                  </a:cubicBezTo>
                  <a:cubicBezTo>
                    <a:pt x="1389" y="78947"/>
                    <a:pt x="1389" y="78947"/>
                    <a:pt x="1389" y="78947"/>
                  </a:cubicBezTo>
                  <a:cubicBezTo>
                    <a:pt x="0" y="81315"/>
                    <a:pt x="0" y="81315"/>
                    <a:pt x="0" y="81315"/>
                  </a:cubicBezTo>
                  <a:cubicBezTo>
                    <a:pt x="64401" y="114868"/>
                    <a:pt x="64401" y="114868"/>
                    <a:pt x="64401" y="114868"/>
                  </a:cubicBezTo>
                  <a:cubicBezTo>
                    <a:pt x="84324" y="118026"/>
                    <a:pt x="84324" y="118026"/>
                    <a:pt x="84324" y="118026"/>
                  </a:cubicBezTo>
                  <a:cubicBezTo>
                    <a:pt x="101003" y="120000"/>
                    <a:pt x="101003" y="120000"/>
                    <a:pt x="101003" y="120000"/>
                  </a:cubicBezTo>
                  <a:cubicBezTo>
                    <a:pt x="101467" y="120000"/>
                    <a:pt x="101467" y="120000"/>
                    <a:pt x="101467" y="120000"/>
                  </a:cubicBezTo>
                  <a:cubicBezTo>
                    <a:pt x="120000" y="13026"/>
                    <a:pt x="120000" y="13026"/>
                    <a:pt x="120000" y="13026"/>
                  </a:cubicBezTo>
                  <a:lnTo>
                    <a:pt x="33822"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3" name="Shape 1389">
              <a:extLst>
                <a:ext uri="{FF2B5EF4-FFF2-40B4-BE49-F238E27FC236}">
                  <a16:creationId xmlns:a16="http://schemas.microsoft.com/office/drawing/2014/main" id="{B528A6CC-4F28-2947-9459-BABCB3C7F356}"/>
                </a:ext>
              </a:extLst>
            </p:cNvPr>
            <p:cNvSpPr/>
            <p:nvPr/>
          </p:nvSpPr>
          <p:spPr>
            <a:xfrm>
              <a:off x="5239212" y="2105790"/>
              <a:ext cx="433414" cy="750466"/>
            </a:xfrm>
            <a:custGeom>
              <a:avLst/>
              <a:gdLst/>
              <a:ahLst/>
              <a:cxnLst/>
              <a:rect l="0" t="0" r="0" b="0"/>
              <a:pathLst>
                <a:path w="120000" h="120000" extrusionOk="0">
                  <a:moveTo>
                    <a:pt x="108793" y="118921"/>
                  </a:moveTo>
                  <a:lnTo>
                    <a:pt x="109260" y="118112"/>
                  </a:lnTo>
                  <a:lnTo>
                    <a:pt x="106926" y="116764"/>
                  </a:lnTo>
                  <a:lnTo>
                    <a:pt x="107392" y="115685"/>
                  </a:lnTo>
                  <a:lnTo>
                    <a:pt x="106926" y="114067"/>
                  </a:lnTo>
                  <a:lnTo>
                    <a:pt x="107859" y="113258"/>
                  </a:lnTo>
                  <a:lnTo>
                    <a:pt x="108793" y="112988"/>
                  </a:lnTo>
                  <a:lnTo>
                    <a:pt x="110194" y="112179"/>
                  </a:lnTo>
                  <a:lnTo>
                    <a:pt x="111595" y="110292"/>
                  </a:lnTo>
                  <a:lnTo>
                    <a:pt x="112996" y="107325"/>
                  </a:lnTo>
                  <a:lnTo>
                    <a:pt x="116731" y="105707"/>
                  </a:lnTo>
                  <a:lnTo>
                    <a:pt x="119066" y="104629"/>
                  </a:lnTo>
                  <a:lnTo>
                    <a:pt x="120000" y="104359"/>
                  </a:lnTo>
                  <a:lnTo>
                    <a:pt x="118132" y="103011"/>
                  </a:lnTo>
                  <a:lnTo>
                    <a:pt x="117198" y="102202"/>
                  </a:lnTo>
                  <a:lnTo>
                    <a:pt x="116731" y="100314"/>
                  </a:lnTo>
                  <a:lnTo>
                    <a:pt x="115330" y="98157"/>
                  </a:lnTo>
                  <a:lnTo>
                    <a:pt x="115330" y="96539"/>
                  </a:lnTo>
                  <a:lnTo>
                    <a:pt x="115797" y="95460"/>
                  </a:lnTo>
                  <a:lnTo>
                    <a:pt x="115797" y="95191"/>
                  </a:lnTo>
                  <a:lnTo>
                    <a:pt x="55097" y="42606"/>
                  </a:lnTo>
                  <a:lnTo>
                    <a:pt x="53696" y="42067"/>
                  </a:lnTo>
                  <a:lnTo>
                    <a:pt x="53229" y="41797"/>
                  </a:lnTo>
                  <a:lnTo>
                    <a:pt x="52762" y="41258"/>
                  </a:lnTo>
                  <a:lnTo>
                    <a:pt x="52295" y="40449"/>
                  </a:lnTo>
                  <a:lnTo>
                    <a:pt x="52762" y="39640"/>
                  </a:lnTo>
                  <a:lnTo>
                    <a:pt x="54630" y="39370"/>
                  </a:lnTo>
                  <a:lnTo>
                    <a:pt x="55564" y="39101"/>
                  </a:lnTo>
                  <a:lnTo>
                    <a:pt x="69105" y="9438"/>
                  </a:lnTo>
                  <a:lnTo>
                    <a:pt x="12140" y="0"/>
                  </a:lnTo>
                  <a:lnTo>
                    <a:pt x="11673" y="1078"/>
                  </a:lnTo>
                  <a:lnTo>
                    <a:pt x="10739" y="1348"/>
                  </a:lnTo>
                  <a:lnTo>
                    <a:pt x="10739" y="2426"/>
                  </a:lnTo>
                  <a:lnTo>
                    <a:pt x="10739" y="3235"/>
                  </a:lnTo>
                  <a:lnTo>
                    <a:pt x="10739" y="5662"/>
                  </a:lnTo>
                  <a:lnTo>
                    <a:pt x="10272" y="6741"/>
                  </a:lnTo>
                  <a:lnTo>
                    <a:pt x="8871" y="8089"/>
                  </a:lnTo>
                  <a:lnTo>
                    <a:pt x="7937" y="8898"/>
                  </a:lnTo>
                  <a:lnTo>
                    <a:pt x="7937" y="9168"/>
                  </a:lnTo>
                  <a:lnTo>
                    <a:pt x="7937" y="10786"/>
                  </a:lnTo>
                  <a:lnTo>
                    <a:pt x="6070" y="12134"/>
                  </a:lnTo>
                  <a:lnTo>
                    <a:pt x="3268" y="13483"/>
                  </a:lnTo>
                  <a:lnTo>
                    <a:pt x="933" y="14831"/>
                  </a:lnTo>
                  <a:lnTo>
                    <a:pt x="466" y="15370"/>
                  </a:lnTo>
                  <a:lnTo>
                    <a:pt x="0" y="16719"/>
                  </a:lnTo>
                  <a:lnTo>
                    <a:pt x="0" y="17797"/>
                  </a:lnTo>
                  <a:lnTo>
                    <a:pt x="466" y="19146"/>
                  </a:lnTo>
                  <a:lnTo>
                    <a:pt x="1400" y="20224"/>
                  </a:lnTo>
                  <a:lnTo>
                    <a:pt x="3268" y="21842"/>
                  </a:lnTo>
                  <a:lnTo>
                    <a:pt x="3735" y="22921"/>
                  </a:lnTo>
                  <a:lnTo>
                    <a:pt x="4202" y="24269"/>
                  </a:lnTo>
                  <a:lnTo>
                    <a:pt x="4202" y="26426"/>
                  </a:lnTo>
                  <a:lnTo>
                    <a:pt x="2801" y="28044"/>
                  </a:lnTo>
                  <a:lnTo>
                    <a:pt x="2334" y="29662"/>
                  </a:lnTo>
                  <a:lnTo>
                    <a:pt x="2334" y="31550"/>
                  </a:lnTo>
                  <a:lnTo>
                    <a:pt x="1867" y="32359"/>
                  </a:lnTo>
                  <a:lnTo>
                    <a:pt x="933" y="32898"/>
                  </a:lnTo>
                  <a:lnTo>
                    <a:pt x="1400" y="33977"/>
                  </a:lnTo>
                  <a:lnTo>
                    <a:pt x="3268" y="35865"/>
                  </a:lnTo>
                  <a:lnTo>
                    <a:pt x="5136" y="39101"/>
                  </a:lnTo>
                  <a:lnTo>
                    <a:pt x="7003" y="41258"/>
                  </a:lnTo>
                  <a:lnTo>
                    <a:pt x="7937" y="42067"/>
                  </a:lnTo>
                  <a:lnTo>
                    <a:pt x="7937" y="43415"/>
                  </a:lnTo>
                  <a:lnTo>
                    <a:pt x="7470" y="44224"/>
                  </a:lnTo>
                  <a:lnTo>
                    <a:pt x="6536" y="44764"/>
                  </a:lnTo>
                  <a:lnTo>
                    <a:pt x="6536" y="45573"/>
                  </a:lnTo>
                  <a:lnTo>
                    <a:pt x="8404" y="45573"/>
                  </a:lnTo>
                  <a:lnTo>
                    <a:pt x="9338" y="46382"/>
                  </a:lnTo>
                  <a:lnTo>
                    <a:pt x="10739" y="47460"/>
                  </a:lnTo>
                  <a:lnTo>
                    <a:pt x="11206" y="48000"/>
                  </a:lnTo>
                  <a:lnTo>
                    <a:pt x="12607" y="48269"/>
                  </a:lnTo>
                  <a:lnTo>
                    <a:pt x="13540" y="47191"/>
                  </a:lnTo>
                  <a:lnTo>
                    <a:pt x="13540" y="45842"/>
                  </a:lnTo>
                  <a:lnTo>
                    <a:pt x="15875" y="45573"/>
                  </a:lnTo>
                  <a:lnTo>
                    <a:pt x="17276" y="46382"/>
                  </a:lnTo>
                  <a:lnTo>
                    <a:pt x="20544" y="46382"/>
                  </a:lnTo>
                  <a:lnTo>
                    <a:pt x="22412" y="47460"/>
                  </a:lnTo>
                  <a:lnTo>
                    <a:pt x="23813" y="47730"/>
                  </a:lnTo>
                  <a:lnTo>
                    <a:pt x="24747" y="48000"/>
                  </a:lnTo>
                  <a:lnTo>
                    <a:pt x="23813" y="48539"/>
                  </a:lnTo>
                  <a:lnTo>
                    <a:pt x="22879" y="48269"/>
                  </a:lnTo>
                  <a:lnTo>
                    <a:pt x="21011" y="47730"/>
                  </a:lnTo>
                  <a:lnTo>
                    <a:pt x="20544" y="47730"/>
                  </a:lnTo>
                  <a:lnTo>
                    <a:pt x="18677" y="47460"/>
                  </a:lnTo>
                  <a:lnTo>
                    <a:pt x="17743" y="47191"/>
                  </a:lnTo>
                  <a:lnTo>
                    <a:pt x="16342" y="46921"/>
                  </a:lnTo>
                  <a:lnTo>
                    <a:pt x="15408" y="47191"/>
                  </a:lnTo>
                  <a:lnTo>
                    <a:pt x="15408" y="47730"/>
                  </a:lnTo>
                  <a:lnTo>
                    <a:pt x="15408" y="49617"/>
                  </a:lnTo>
                  <a:lnTo>
                    <a:pt x="16342" y="50426"/>
                  </a:lnTo>
                  <a:lnTo>
                    <a:pt x="15875" y="52314"/>
                  </a:lnTo>
                  <a:lnTo>
                    <a:pt x="15408" y="52314"/>
                  </a:lnTo>
                  <a:lnTo>
                    <a:pt x="14007" y="51775"/>
                  </a:lnTo>
                  <a:lnTo>
                    <a:pt x="13540" y="51235"/>
                  </a:lnTo>
                  <a:lnTo>
                    <a:pt x="13540" y="50157"/>
                  </a:lnTo>
                  <a:lnTo>
                    <a:pt x="13540" y="49887"/>
                  </a:lnTo>
                  <a:lnTo>
                    <a:pt x="13073" y="49617"/>
                  </a:lnTo>
                  <a:lnTo>
                    <a:pt x="11673" y="49348"/>
                  </a:lnTo>
                  <a:lnTo>
                    <a:pt x="11206" y="50426"/>
                  </a:lnTo>
                  <a:lnTo>
                    <a:pt x="10739" y="50966"/>
                  </a:lnTo>
                  <a:lnTo>
                    <a:pt x="10739" y="52584"/>
                  </a:lnTo>
                  <a:lnTo>
                    <a:pt x="10739" y="55011"/>
                  </a:lnTo>
                  <a:lnTo>
                    <a:pt x="10739" y="56359"/>
                  </a:lnTo>
                  <a:lnTo>
                    <a:pt x="12140" y="57707"/>
                  </a:lnTo>
                  <a:lnTo>
                    <a:pt x="14007" y="58516"/>
                  </a:lnTo>
                  <a:lnTo>
                    <a:pt x="15875" y="59325"/>
                  </a:lnTo>
                  <a:lnTo>
                    <a:pt x="16342" y="60674"/>
                  </a:lnTo>
                  <a:lnTo>
                    <a:pt x="16342" y="61752"/>
                  </a:lnTo>
                  <a:lnTo>
                    <a:pt x="15875" y="62831"/>
                  </a:lnTo>
                  <a:lnTo>
                    <a:pt x="14474" y="63101"/>
                  </a:lnTo>
                  <a:lnTo>
                    <a:pt x="13073" y="63101"/>
                  </a:lnTo>
                  <a:lnTo>
                    <a:pt x="13073" y="65797"/>
                  </a:lnTo>
                  <a:lnTo>
                    <a:pt x="13540" y="66606"/>
                  </a:lnTo>
                  <a:lnTo>
                    <a:pt x="15875" y="68764"/>
                  </a:lnTo>
                  <a:lnTo>
                    <a:pt x="16342" y="70382"/>
                  </a:lnTo>
                  <a:lnTo>
                    <a:pt x="18677" y="72269"/>
                  </a:lnTo>
                  <a:lnTo>
                    <a:pt x="19610" y="74157"/>
                  </a:lnTo>
                  <a:lnTo>
                    <a:pt x="21011" y="75505"/>
                  </a:lnTo>
                  <a:lnTo>
                    <a:pt x="22412" y="77393"/>
                  </a:lnTo>
                  <a:lnTo>
                    <a:pt x="23346" y="77662"/>
                  </a:lnTo>
                  <a:lnTo>
                    <a:pt x="23346" y="79011"/>
                  </a:lnTo>
                  <a:lnTo>
                    <a:pt x="23346" y="79820"/>
                  </a:lnTo>
                  <a:lnTo>
                    <a:pt x="23346" y="80359"/>
                  </a:lnTo>
                  <a:lnTo>
                    <a:pt x="24280" y="80898"/>
                  </a:lnTo>
                  <a:lnTo>
                    <a:pt x="24747" y="81707"/>
                  </a:lnTo>
                  <a:lnTo>
                    <a:pt x="24747" y="82786"/>
                  </a:lnTo>
                  <a:lnTo>
                    <a:pt x="24280" y="85213"/>
                  </a:lnTo>
                  <a:lnTo>
                    <a:pt x="23813" y="86831"/>
                  </a:lnTo>
                  <a:lnTo>
                    <a:pt x="23346" y="88179"/>
                  </a:lnTo>
                  <a:lnTo>
                    <a:pt x="27548" y="89528"/>
                  </a:lnTo>
                  <a:lnTo>
                    <a:pt x="31284" y="90337"/>
                  </a:lnTo>
                  <a:lnTo>
                    <a:pt x="34085" y="91415"/>
                  </a:lnTo>
                  <a:lnTo>
                    <a:pt x="38287" y="92224"/>
                  </a:lnTo>
                  <a:lnTo>
                    <a:pt x="39688" y="93033"/>
                  </a:lnTo>
                  <a:lnTo>
                    <a:pt x="42490" y="95730"/>
                  </a:lnTo>
                  <a:lnTo>
                    <a:pt x="46225" y="97617"/>
                  </a:lnTo>
                  <a:lnTo>
                    <a:pt x="51828" y="98426"/>
                  </a:lnTo>
                  <a:lnTo>
                    <a:pt x="52295" y="100853"/>
                  </a:lnTo>
                  <a:lnTo>
                    <a:pt x="53229" y="101932"/>
                  </a:lnTo>
                  <a:lnTo>
                    <a:pt x="56498" y="102471"/>
                  </a:lnTo>
                  <a:lnTo>
                    <a:pt x="59766" y="104629"/>
                  </a:lnTo>
                  <a:lnTo>
                    <a:pt x="63501" y="107865"/>
                  </a:lnTo>
                  <a:lnTo>
                    <a:pt x="65369" y="109213"/>
                  </a:lnTo>
                  <a:lnTo>
                    <a:pt x="66770" y="111640"/>
                  </a:lnTo>
                  <a:lnTo>
                    <a:pt x="65369" y="113797"/>
                  </a:lnTo>
                  <a:lnTo>
                    <a:pt x="65369" y="115146"/>
                  </a:lnTo>
                  <a:lnTo>
                    <a:pt x="66770" y="117033"/>
                  </a:lnTo>
                  <a:lnTo>
                    <a:pt x="68638" y="117303"/>
                  </a:lnTo>
                  <a:lnTo>
                    <a:pt x="105058" y="120000"/>
                  </a:lnTo>
                  <a:lnTo>
                    <a:pt x="105525" y="119730"/>
                  </a:lnTo>
                  <a:lnTo>
                    <a:pt x="108793" y="11892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5" name="Shape 1390">
              <a:extLst>
                <a:ext uri="{FF2B5EF4-FFF2-40B4-BE49-F238E27FC236}">
                  <a16:creationId xmlns:a16="http://schemas.microsoft.com/office/drawing/2014/main" id="{AA871A59-0020-D64F-8A1F-8535A719032C}"/>
                </a:ext>
              </a:extLst>
            </p:cNvPr>
            <p:cNvSpPr/>
            <p:nvPr/>
          </p:nvSpPr>
          <p:spPr>
            <a:xfrm>
              <a:off x="6303357" y="2660630"/>
              <a:ext cx="473890" cy="254653"/>
            </a:xfrm>
            <a:custGeom>
              <a:avLst/>
              <a:gdLst/>
              <a:ahLst/>
              <a:cxnLst/>
              <a:rect l="0" t="0" r="0" b="0"/>
              <a:pathLst>
                <a:path w="120000" h="120000" extrusionOk="0">
                  <a:moveTo>
                    <a:pt x="0" y="16853"/>
                  </a:moveTo>
                  <a:cubicBezTo>
                    <a:pt x="0" y="18876"/>
                    <a:pt x="0" y="18876"/>
                    <a:pt x="0" y="18876"/>
                  </a:cubicBezTo>
                  <a:cubicBezTo>
                    <a:pt x="0" y="16853"/>
                    <a:pt x="0" y="16853"/>
                    <a:pt x="0" y="16853"/>
                  </a:cubicBezTo>
                  <a:cubicBezTo>
                    <a:pt x="42650" y="21573"/>
                    <a:pt x="42650" y="21573"/>
                    <a:pt x="42650" y="21573"/>
                  </a:cubicBezTo>
                  <a:cubicBezTo>
                    <a:pt x="40843" y="82921"/>
                    <a:pt x="40843" y="82921"/>
                    <a:pt x="40843" y="82921"/>
                  </a:cubicBezTo>
                  <a:cubicBezTo>
                    <a:pt x="43734" y="88314"/>
                    <a:pt x="43734" y="88314"/>
                    <a:pt x="43734" y="88314"/>
                  </a:cubicBezTo>
                  <a:cubicBezTo>
                    <a:pt x="44819" y="90337"/>
                    <a:pt x="44819" y="90337"/>
                    <a:pt x="44819" y="90337"/>
                  </a:cubicBezTo>
                  <a:cubicBezTo>
                    <a:pt x="45903" y="90337"/>
                    <a:pt x="45903" y="90337"/>
                    <a:pt x="45903" y="90337"/>
                  </a:cubicBezTo>
                  <a:cubicBezTo>
                    <a:pt x="47349" y="89662"/>
                    <a:pt x="47349" y="89662"/>
                    <a:pt x="47349" y="89662"/>
                  </a:cubicBezTo>
                  <a:cubicBezTo>
                    <a:pt x="48433" y="90337"/>
                    <a:pt x="48433" y="90337"/>
                    <a:pt x="48433" y="90337"/>
                  </a:cubicBezTo>
                  <a:cubicBezTo>
                    <a:pt x="49518" y="89662"/>
                    <a:pt x="49518" y="89662"/>
                    <a:pt x="49518" y="89662"/>
                  </a:cubicBezTo>
                  <a:cubicBezTo>
                    <a:pt x="50963" y="91011"/>
                    <a:pt x="50963" y="91011"/>
                    <a:pt x="50963" y="91011"/>
                  </a:cubicBezTo>
                  <a:cubicBezTo>
                    <a:pt x="52048" y="97078"/>
                    <a:pt x="52048" y="97078"/>
                    <a:pt x="52048" y="97078"/>
                  </a:cubicBezTo>
                  <a:cubicBezTo>
                    <a:pt x="55301" y="97078"/>
                    <a:pt x="55301" y="97078"/>
                    <a:pt x="55301" y="97078"/>
                  </a:cubicBezTo>
                  <a:cubicBezTo>
                    <a:pt x="57831" y="99775"/>
                    <a:pt x="57831" y="99775"/>
                    <a:pt x="57831" y="99775"/>
                  </a:cubicBezTo>
                  <a:cubicBezTo>
                    <a:pt x="59999" y="99101"/>
                    <a:pt x="59999" y="99101"/>
                    <a:pt x="59999" y="99101"/>
                  </a:cubicBezTo>
                  <a:cubicBezTo>
                    <a:pt x="60361" y="99101"/>
                    <a:pt x="60361" y="99101"/>
                    <a:pt x="60361" y="99101"/>
                  </a:cubicBezTo>
                  <a:cubicBezTo>
                    <a:pt x="61807" y="101797"/>
                    <a:pt x="61807" y="101797"/>
                    <a:pt x="61807" y="101797"/>
                  </a:cubicBezTo>
                  <a:cubicBezTo>
                    <a:pt x="63253" y="99775"/>
                    <a:pt x="63253" y="99775"/>
                    <a:pt x="63253" y="99775"/>
                  </a:cubicBezTo>
                  <a:cubicBezTo>
                    <a:pt x="66506" y="100449"/>
                    <a:pt x="66506" y="100449"/>
                    <a:pt x="66506" y="100449"/>
                  </a:cubicBezTo>
                  <a:cubicBezTo>
                    <a:pt x="67951" y="105168"/>
                    <a:pt x="67951" y="105168"/>
                    <a:pt x="67951" y="105168"/>
                  </a:cubicBezTo>
                  <a:cubicBezTo>
                    <a:pt x="69036" y="105168"/>
                    <a:pt x="69036" y="105168"/>
                    <a:pt x="69036" y="105168"/>
                  </a:cubicBezTo>
                  <a:cubicBezTo>
                    <a:pt x="69397" y="109213"/>
                    <a:pt x="69397" y="109213"/>
                    <a:pt x="69397" y="109213"/>
                  </a:cubicBezTo>
                  <a:cubicBezTo>
                    <a:pt x="70843" y="109887"/>
                    <a:pt x="70843" y="109887"/>
                    <a:pt x="70843" y="109887"/>
                  </a:cubicBezTo>
                  <a:cubicBezTo>
                    <a:pt x="72289" y="107865"/>
                    <a:pt x="72289" y="107865"/>
                    <a:pt x="72289" y="107865"/>
                  </a:cubicBezTo>
                  <a:cubicBezTo>
                    <a:pt x="73012" y="105842"/>
                    <a:pt x="73012" y="105842"/>
                    <a:pt x="73012" y="105842"/>
                  </a:cubicBezTo>
                  <a:cubicBezTo>
                    <a:pt x="73734" y="105842"/>
                    <a:pt x="73734" y="105842"/>
                    <a:pt x="73734" y="105842"/>
                  </a:cubicBezTo>
                  <a:cubicBezTo>
                    <a:pt x="76265" y="109213"/>
                    <a:pt x="76265" y="109213"/>
                    <a:pt x="76265" y="109213"/>
                  </a:cubicBezTo>
                  <a:cubicBezTo>
                    <a:pt x="76987" y="111910"/>
                    <a:pt x="76987" y="111910"/>
                    <a:pt x="76987" y="111910"/>
                  </a:cubicBezTo>
                  <a:cubicBezTo>
                    <a:pt x="79518" y="109213"/>
                    <a:pt x="79518" y="109213"/>
                    <a:pt x="79518" y="109213"/>
                  </a:cubicBezTo>
                  <a:cubicBezTo>
                    <a:pt x="80240" y="110561"/>
                    <a:pt x="80240" y="110561"/>
                    <a:pt x="80240" y="110561"/>
                  </a:cubicBezTo>
                  <a:cubicBezTo>
                    <a:pt x="80602" y="114606"/>
                    <a:pt x="80602" y="114606"/>
                    <a:pt x="80602" y="114606"/>
                  </a:cubicBezTo>
                  <a:cubicBezTo>
                    <a:pt x="81325" y="113932"/>
                    <a:pt x="81325" y="113932"/>
                    <a:pt x="81325" y="113932"/>
                  </a:cubicBezTo>
                  <a:cubicBezTo>
                    <a:pt x="82409" y="110561"/>
                    <a:pt x="82409" y="110561"/>
                    <a:pt x="82409" y="110561"/>
                  </a:cubicBezTo>
                  <a:cubicBezTo>
                    <a:pt x="84216" y="109887"/>
                    <a:pt x="84216" y="109887"/>
                    <a:pt x="84216" y="109887"/>
                  </a:cubicBezTo>
                  <a:cubicBezTo>
                    <a:pt x="86385" y="111910"/>
                    <a:pt x="86385" y="111910"/>
                    <a:pt x="86385" y="111910"/>
                  </a:cubicBezTo>
                  <a:cubicBezTo>
                    <a:pt x="89638" y="111235"/>
                    <a:pt x="89638" y="111235"/>
                    <a:pt x="89638" y="111235"/>
                  </a:cubicBezTo>
                  <a:cubicBezTo>
                    <a:pt x="91084" y="113932"/>
                    <a:pt x="91084" y="113932"/>
                    <a:pt x="91084" y="113932"/>
                  </a:cubicBezTo>
                  <a:cubicBezTo>
                    <a:pt x="91807" y="115955"/>
                    <a:pt x="91807" y="115955"/>
                    <a:pt x="91807" y="115955"/>
                  </a:cubicBezTo>
                  <a:cubicBezTo>
                    <a:pt x="93614" y="115280"/>
                    <a:pt x="93614" y="115280"/>
                    <a:pt x="93614" y="115280"/>
                  </a:cubicBezTo>
                  <a:cubicBezTo>
                    <a:pt x="95421" y="112584"/>
                    <a:pt x="95421" y="112584"/>
                    <a:pt x="95421" y="112584"/>
                  </a:cubicBezTo>
                  <a:cubicBezTo>
                    <a:pt x="96506" y="110561"/>
                    <a:pt x="96506" y="110561"/>
                    <a:pt x="96506" y="110561"/>
                  </a:cubicBezTo>
                  <a:cubicBezTo>
                    <a:pt x="97951" y="110561"/>
                    <a:pt x="97951" y="110561"/>
                    <a:pt x="97951" y="110561"/>
                  </a:cubicBezTo>
                  <a:cubicBezTo>
                    <a:pt x="99397" y="111910"/>
                    <a:pt x="99397" y="111910"/>
                    <a:pt x="99397" y="111910"/>
                  </a:cubicBezTo>
                  <a:cubicBezTo>
                    <a:pt x="100481" y="111235"/>
                    <a:pt x="100481" y="111235"/>
                    <a:pt x="100481" y="111235"/>
                  </a:cubicBezTo>
                  <a:cubicBezTo>
                    <a:pt x="101927" y="109213"/>
                    <a:pt x="101927" y="109213"/>
                    <a:pt x="101927" y="109213"/>
                  </a:cubicBezTo>
                  <a:cubicBezTo>
                    <a:pt x="104096" y="109887"/>
                    <a:pt x="104096" y="109887"/>
                    <a:pt x="104096" y="109887"/>
                  </a:cubicBezTo>
                  <a:cubicBezTo>
                    <a:pt x="105180" y="110561"/>
                    <a:pt x="105180" y="110561"/>
                    <a:pt x="105180" y="110561"/>
                  </a:cubicBezTo>
                  <a:cubicBezTo>
                    <a:pt x="108433" y="108539"/>
                    <a:pt x="108433" y="108539"/>
                    <a:pt x="108433" y="108539"/>
                  </a:cubicBezTo>
                  <a:cubicBezTo>
                    <a:pt x="110602" y="109887"/>
                    <a:pt x="110602" y="109887"/>
                    <a:pt x="110602" y="109887"/>
                  </a:cubicBezTo>
                  <a:cubicBezTo>
                    <a:pt x="112409" y="113258"/>
                    <a:pt x="112409" y="113258"/>
                    <a:pt x="112409" y="113258"/>
                  </a:cubicBezTo>
                  <a:cubicBezTo>
                    <a:pt x="114939" y="116629"/>
                    <a:pt x="114939" y="116629"/>
                    <a:pt x="114939" y="116629"/>
                  </a:cubicBezTo>
                  <a:cubicBezTo>
                    <a:pt x="117108" y="116629"/>
                    <a:pt x="117108" y="116629"/>
                    <a:pt x="117108" y="116629"/>
                  </a:cubicBezTo>
                  <a:cubicBezTo>
                    <a:pt x="118554" y="118651"/>
                    <a:pt x="118554" y="118651"/>
                    <a:pt x="118554" y="118651"/>
                  </a:cubicBezTo>
                  <a:cubicBezTo>
                    <a:pt x="119638" y="120000"/>
                    <a:pt x="119638" y="120000"/>
                    <a:pt x="119638" y="120000"/>
                  </a:cubicBezTo>
                  <a:cubicBezTo>
                    <a:pt x="119999" y="59325"/>
                    <a:pt x="119999" y="59325"/>
                    <a:pt x="119999" y="59325"/>
                  </a:cubicBezTo>
                  <a:cubicBezTo>
                    <a:pt x="117108" y="24943"/>
                    <a:pt x="117108" y="24943"/>
                    <a:pt x="117108" y="24943"/>
                  </a:cubicBezTo>
                  <a:cubicBezTo>
                    <a:pt x="117108" y="8089"/>
                    <a:pt x="117108" y="8089"/>
                    <a:pt x="117108" y="8089"/>
                  </a:cubicBezTo>
                  <a:cubicBezTo>
                    <a:pt x="117108" y="8089"/>
                    <a:pt x="76265" y="6741"/>
                    <a:pt x="63253" y="6067"/>
                  </a:cubicBezTo>
                  <a:cubicBezTo>
                    <a:pt x="47349" y="4719"/>
                    <a:pt x="1445" y="0"/>
                    <a:pt x="1445" y="0"/>
                  </a:cubicBezTo>
                  <a:cubicBezTo>
                    <a:pt x="1084" y="16853"/>
                    <a:pt x="1084" y="16853"/>
                    <a:pt x="1084" y="16853"/>
                  </a:cubicBezTo>
                  <a:lnTo>
                    <a:pt x="0" y="1685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6" name="Shape 1391">
              <a:extLst>
                <a:ext uri="{FF2B5EF4-FFF2-40B4-BE49-F238E27FC236}">
                  <a16:creationId xmlns:a16="http://schemas.microsoft.com/office/drawing/2014/main" id="{F32534E4-5E10-634F-A6EC-AB2A173B0E8F}"/>
                </a:ext>
              </a:extLst>
            </p:cNvPr>
            <p:cNvSpPr/>
            <p:nvPr/>
          </p:nvSpPr>
          <p:spPr>
            <a:xfrm>
              <a:off x="6364069" y="2454883"/>
              <a:ext cx="401372" cy="222611"/>
            </a:xfrm>
            <a:custGeom>
              <a:avLst/>
              <a:gdLst/>
              <a:ahLst/>
              <a:cxnLst/>
              <a:rect l="0" t="0" r="0" b="0"/>
              <a:pathLst>
                <a:path w="120000" h="120000" extrusionOk="0">
                  <a:moveTo>
                    <a:pt x="120000" y="120000"/>
                  </a:moveTo>
                  <a:cubicBezTo>
                    <a:pt x="120000" y="40000"/>
                    <a:pt x="120000" y="40000"/>
                    <a:pt x="120000" y="40000"/>
                  </a:cubicBezTo>
                  <a:cubicBezTo>
                    <a:pt x="117446" y="37692"/>
                    <a:pt x="117446" y="37692"/>
                    <a:pt x="117446" y="37692"/>
                  </a:cubicBezTo>
                  <a:cubicBezTo>
                    <a:pt x="116170" y="36153"/>
                    <a:pt x="116170" y="36153"/>
                    <a:pt x="116170" y="36153"/>
                  </a:cubicBezTo>
                  <a:cubicBezTo>
                    <a:pt x="115319" y="31538"/>
                    <a:pt x="115319" y="31538"/>
                    <a:pt x="115319" y="31538"/>
                  </a:cubicBezTo>
                  <a:cubicBezTo>
                    <a:pt x="112765" y="26923"/>
                    <a:pt x="112765" y="26923"/>
                    <a:pt x="112765" y="26923"/>
                  </a:cubicBezTo>
                  <a:cubicBezTo>
                    <a:pt x="114042" y="23076"/>
                    <a:pt x="114042" y="23076"/>
                    <a:pt x="114042" y="23076"/>
                  </a:cubicBezTo>
                  <a:cubicBezTo>
                    <a:pt x="115319" y="18461"/>
                    <a:pt x="115319" y="18461"/>
                    <a:pt x="115319" y="18461"/>
                  </a:cubicBezTo>
                  <a:cubicBezTo>
                    <a:pt x="115319" y="14615"/>
                    <a:pt x="115319" y="14615"/>
                    <a:pt x="115319" y="14615"/>
                  </a:cubicBezTo>
                  <a:cubicBezTo>
                    <a:pt x="114468" y="14615"/>
                    <a:pt x="114468" y="14615"/>
                    <a:pt x="114468" y="14615"/>
                  </a:cubicBezTo>
                  <a:cubicBezTo>
                    <a:pt x="110638" y="14615"/>
                    <a:pt x="110638" y="14615"/>
                    <a:pt x="110638" y="14615"/>
                  </a:cubicBezTo>
                  <a:cubicBezTo>
                    <a:pt x="109787" y="11538"/>
                    <a:pt x="109787" y="11538"/>
                    <a:pt x="109787" y="11538"/>
                  </a:cubicBezTo>
                  <a:cubicBezTo>
                    <a:pt x="108085" y="6923"/>
                    <a:pt x="108085" y="6923"/>
                    <a:pt x="108085" y="6923"/>
                  </a:cubicBezTo>
                  <a:cubicBezTo>
                    <a:pt x="108085" y="6923"/>
                    <a:pt x="79574" y="5384"/>
                    <a:pt x="70212" y="4615"/>
                  </a:cubicBezTo>
                  <a:cubicBezTo>
                    <a:pt x="53617" y="3846"/>
                    <a:pt x="4255" y="0"/>
                    <a:pt x="4255" y="0"/>
                  </a:cubicBezTo>
                  <a:cubicBezTo>
                    <a:pt x="0" y="112307"/>
                    <a:pt x="0" y="112307"/>
                    <a:pt x="0" y="112307"/>
                  </a:cubicBezTo>
                  <a:cubicBezTo>
                    <a:pt x="17446" y="113846"/>
                    <a:pt x="44255" y="116153"/>
                    <a:pt x="56595" y="117692"/>
                  </a:cubicBezTo>
                  <a:cubicBezTo>
                    <a:pt x="71914" y="118461"/>
                    <a:pt x="120000" y="120000"/>
                    <a:pt x="120000"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7" name="Shape 1392">
              <a:extLst>
                <a:ext uri="{FF2B5EF4-FFF2-40B4-BE49-F238E27FC236}">
                  <a16:creationId xmlns:a16="http://schemas.microsoft.com/office/drawing/2014/main" id="{74BC702C-29E7-5C44-86EE-35259F03E31A}"/>
                </a:ext>
              </a:extLst>
            </p:cNvPr>
            <p:cNvSpPr/>
            <p:nvPr/>
          </p:nvSpPr>
          <p:spPr>
            <a:xfrm>
              <a:off x="6279748" y="2242391"/>
              <a:ext cx="446906" cy="225983"/>
            </a:xfrm>
            <a:custGeom>
              <a:avLst/>
              <a:gdLst/>
              <a:ahLst/>
              <a:cxnLst/>
              <a:rect l="0" t="0" r="0" b="0"/>
              <a:pathLst>
                <a:path w="120000" h="120000" extrusionOk="0">
                  <a:moveTo>
                    <a:pt x="120000" y="120000"/>
                  </a:moveTo>
                  <a:cubicBezTo>
                    <a:pt x="120000" y="120000"/>
                    <a:pt x="120000" y="120000"/>
                    <a:pt x="120000" y="120000"/>
                  </a:cubicBezTo>
                  <a:cubicBezTo>
                    <a:pt x="120000" y="120000"/>
                    <a:pt x="120000" y="120000"/>
                    <a:pt x="120000" y="120000"/>
                  </a:cubicBezTo>
                  <a:cubicBezTo>
                    <a:pt x="119233" y="116962"/>
                    <a:pt x="119233" y="116962"/>
                    <a:pt x="119233" y="116962"/>
                  </a:cubicBezTo>
                  <a:cubicBezTo>
                    <a:pt x="118849" y="112405"/>
                    <a:pt x="118849" y="112405"/>
                    <a:pt x="118849" y="112405"/>
                  </a:cubicBezTo>
                  <a:cubicBezTo>
                    <a:pt x="118849" y="112405"/>
                    <a:pt x="116932" y="111645"/>
                    <a:pt x="116549" y="110886"/>
                  </a:cubicBezTo>
                  <a:cubicBezTo>
                    <a:pt x="116166" y="110126"/>
                    <a:pt x="116549" y="110126"/>
                    <a:pt x="116549" y="110126"/>
                  </a:cubicBezTo>
                  <a:cubicBezTo>
                    <a:pt x="115782" y="107848"/>
                    <a:pt x="115782" y="107848"/>
                    <a:pt x="115782" y="107848"/>
                  </a:cubicBezTo>
                  <a:cubicBezTo>
                    <a:pt x="116549" y="106329"/>
                    <a:pt x="116549" y="106329"/>
                    <a:pt x="116549" y="106329"/>
                  </a:cubicBezTo>
                  <a:cubicBezTo>
                    <a:pt x="116166" y="102531"/>
                    <a:pt x="116166" y="102531"/>
                    <a:pt x="116166" y="102531"/>
                  </a:cubicBezTo>
                  <a:cubicBezTo>
                    <a:pt x="115015" y="101012"/>
                    <a:pt x="115015" y="101012"/>
                    <a:pt x="115015" y="101012"/>
                  </a:cubicBezTo>
                  <a:cubicBezTo>
                    <a:pt x="114632" y="98734"/>
                    <a:pt x="114632" y="98734"/>
                    <a:pt x="114632" y="98734"/>
                  </a:cubicBezTo>
                  <a:cubicBezTo>
                    <a:pt x="113865" y="93417"/>
                    <a:pt x="113865" y="93417"/>
                    <a:pt x="113865" y="93417"/>
                  </a:cubicBezTo>
                  <a:cubicBezTo>
                    <a:pt x="113865" y="85822"/>
                    <a:pt x="113865" y="85822"/>
                    <a:pt x="113865" y="85822"/>
                  </a:cubicBezTo>
                  <a:cubicBezTo>
                    <a:pt x="113482" y="84303"/>
                    <a:pt x="113482" y="84303"/>
                    <a:pt x="113482" y="84303"/>
                  </a:cubicBezTo>
                  <a:cubicBezTo>
                    <a:pt x="112715" y="82025"/>
                    <a:pt x="112715" y="82025"/>
                    <a:pt x="112715" y="82025"/>
                  </a:cubicBezTo>
                  <a:cubicBezTo>
                    <a:pt x="113099" y="78987"/>
                    <a:pt x="113099" y="78987"/>
                    <a:pt x="113099" y="78987"/>
                  </a:cubicBezTo>
                  <a:cubicBezTo>
                    <a:pt x="113099" y="71392"/>
                    <a:pt x="113099" y="71392"/>
                    <a:pt x="113099" y="71392"/>
                  </a:cubicBezTo>
                  <a:cubicBezTo>
                    <a:pt x="112332" y="66075"/>
                    <a:pt x="112332" y="66075"/>
                    <a:pt x="112332" y="66075"/>
                  </a:cubicBezTo>
                  <a:cubicBezTo>
                    <a:pt x="111565" y="64556"/>
                    <a:pt x="111565" y="64556"/>
                    <a:pt x="111565" y="64556"/>
                  </a:cubicBezTo>
                  <a:cubicBezTo>
                    <a:pt x="110798" y="64556"/>
                    <a:pt x="110798" y="64556"/>
                    <a:pt x="110798" y="64556"/>
                  </a:cubicBezTo>
                  <a:cubicBezTo>
                    <a:pt x="110415" y="63037"/>
                    <a:pt x="110415" y="63037"/>
                    <a:pt x="110415" y="63037"/>
                  </a:cubicBezTo>
                  <a:cubicBezTo>
                    <a:pt x="110031" y="59240"/>
                    <a:pt x="110031" y="59240"/>
                    <a:pt x="110031" y="59240"/>
                  </a:cubicBezTo>
                  <a:cubicBezTo>
                    <a:pt x="109648" y="56202"/>
                    <a:pt x="109648" y="56202"/>
                    <a:pt x="109648" y="56202"/>
                  </a:cubicBezTo>
                  <a:cubicBezTo>
                    <a:pt x="110798" y="55443"/>
                    <a:pt x="110798" y="55443"/>
                    <a:pt x="110798" y="55443"/>
                  </a:cubicBezTo>
                  <a:cubicBezTo>
                    <a:pt x="110798" y="54683"/>
                    <a:pt x="110798" y="54683"/>
                    <a:pt x="110798" y="54683"/>
                  </a:cubicBezTo>
                  <a:cubicBezTo>
                    <a:pt x="110415" y="53924"/>
                    <a:pt x="110415" y="53924"/>
                    <a:pt x="110415" y="53924"/>
                  </a:cubicBezTo>
                  <a:cubicBezTo>
                    <a:pt x="110031" y="51645"/>
                    <a:pt x="110031" y="51645"/>
                    <a:pt x="110031" y="51645"/>
                  </a:cubicBezTo>
                  <a:cubicBezTo>
                    <a:pt x="109265" y="49367"/>
                    <a:pt x="109265" y="49367"/>
                    <a:pt x="109265" y="49367"/>
                  </a:cubicBezTo>
                  <a:cubicBezTo>
                    <a:pt x="108498" y="45569"/>
                    <a:pt x="108498" y="45569"/>
                    <a:pt x="108498" y="45569"/>
                  </a:cubicBezTo>
                  <a:cubicBezTo>
                    <a:pt x="107731" y="41012"/>
                    <a:pt x="107731" y="41012"/>
                    <a:pt x="107731" y="41012"/>
                  </a:cubicBezTo>
                  <a:cubicBezTo>
                    <a:pt x="106581" y="37215"/>
                    <a:pt x="106581" y="37215"/>
                    <a:pt x="106581" y="37215"/>
                  </a:cubicBezTo>
                  <a:cubicBezTo>
                    <a:pt x="105431" y="30379"/>
                    <a:pt x="105431" y="30379"/>
                    <a:pt x="105431" y="30379"/>
                  </a:cubicBezTo>
                  <a:cubicBezTo>
                    <a:pt x="104281" y="27341"/>
                    <a:pt x="104281" y="27341"/>
                    <a:pt x="104281" y="27341"/>
                  </a:cubicBezTo>
                  <a:cubicBezTo>
                    <a:pt x="103897" y="26582"/>
                    <a:pt x="103897" y="26582"/>
                    <a:pt x="103897" y="26582"/>
                  </a:cubicBezTo>
                  <a:cubicBezTo>
                    <a:pt x="102364" y="24303"/>
                    <a:pt x="102364" y="24303"/>
                    <a:pt x="102364" y="24303"/>
                  </a:cubicBezTo>
                  <a:cubicBezTo>
                    <a:pt x="99680" y="20506"/>
                    <a:pt x="99680" y="20506"/>
                    <a:pt x="99680" y="20506"/>
                  </a:cubicBezTo>
                  <a:cubicBezTo>
                    <a:pt x="97763" y="18987"/>
                    <a:pt x="97763" y="18987"/>
                    <a:pt x="97763" y="18987"/>
                  </a:cubicBezTo>
                  <a:cubicBezTo>
                    <a:pt x="95846" y="17468"/>
                    <a:pt x="95846" y="17468"/>
                    <a:pt x="95846" y="17468"/>
                  </a:cubicBezTo>
                  <a:cubicBezTo>
                    <a:pt x="94313" y="14430"/>
                    <a:pt x="94313" y="14430"/>
                    <a:pt x="94313" y="14430"/>
                  </a:cubicBezTo>
                  <a:cubicBezTo>
                    <a:pt x="91629" y="13670"/>
                    <a:pt x="91629" y="13670"/>
                    <a:pt x="91629" y="13670"/>
                  </a:cubicBezTo>
                  <a:cubicBezTo>
                    <a:pt x="88178" y="14430"/>
                    <a:pt x="88178" y="14430"/>
                    <a:pt x="88178" y="14430"/>
                  </a:cubicBezTo>
                  <a:cubicBezTo>
                    <a:pt x="87028" y="14430"/>
                    <a:pt x="87028" y="14430"/>
                    <a:pt x="87028" y="14430"/>
                  </a:cubicBezTo>
                  <a:cubicBezTo>
                    <a:pt x="85878" y="15189"/>
                    <a:pt x="85878" y="15189"/>
                    <a:pt x="85878" y="15189"/>
                  </a:cubicBezTo>
                  <a:cubicBezTo>
                    <a:pt x="85111" y="16708"/>
                    <a:pt x="85111" y="16708"/>
                    <a:pt x="85111" y="16708"/>
                  </a:cubicBezTo>
                  <a:cubicBezTo>
                    <a:pt x="83961" y="15949"/>
                    <a:pt x="83961" y="15949"/>
                    <a:pt x="83961" y="15949"/>
                  </a:cubicBezTo>
                  <a:cubicBezTo>
                    <a:pt x="82811" y="14430"/>
                    <a:pt x="82811" y="14430"/>
                    <a:pt x="82811" y="14430"/>
                  </a:cubicBezTo>
                  <a:cubicBezTo>
                    <a:pt x="80511" y="12151"/>
                    <a:pt x="80511" y="12151"/>
                    <a:pt x="80511" y="12151"/>
                  </a:cubicBezTo>
                  <a:cubicBezTo>
                    <a:pt x="77444" y="9113"/>
                    <a:pt x="77444" y="9113"/>
                    <a:pt x="77444" y="9113"/>
                  </a:cubicBezTo>
                  <a:cubicBezTo>
                    <a:pt x="3833" y="0"/>
                    <a:pt x="3833" y="0"/>
                    <a:pt x="3833" y="0"/>
                  </a:cubicBezTo>
                  <a:cubicBezTo>
                    <a:pt x="0" y="72151"/>
                    <a:pt x="0" y="72151"/>
                    <a:pt x="0" y="72151"/>
                  </a:cubicBezTo>
                  <a:cubicBezTo>
                    <a:pt x="27987" y="77468"/>
                    <a:pt x="27987" y="77468"/>
                    <a:pt x="27987" y="77468"/>
                  </a:cubicBezTo>
                  <a:cubicBezTo>
                    <a:pt x="26453" y="113164"/>
                    <a:pt x="26453" y="113164"/>
                    <a:pt x="26453" y="113164"/>
                  </a:cubicBezTo>
                  <a:cubicBezTo>
                    <a:pt x="26453" y="113164"/>
                    <a:pt x="26453" y="113164"/>
                    <a:pt x="26453" y="113164"/>
                  </a:cubicBezTo>
                  <a:cubicBezTo>
                    <a:pt x="28753" y="113164"/>
                    <a:pt x="71309" y="116962"/>
                    <a:pt x="85878" y="117721"/>
                  </a:cubicBezTo>
                  <a:cubicBezTo>
                    <a:pt x="94313" y="118481"/>
                    <a:pt x="120000" y="120000"/>
                    <a:pt x="120000"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8" name="Shape 1393">
              <a:extLst>
                <a:ext uri="{FF2B5EF4-FFF2-40B4-BE49-F238E27FC236}">
                  <a16:creationId xmlns:a16="http://schemas.microsoft.com/office/drawing/2014/main" id="{BDC1657A-2327-5442-BEB9-4DF71A47A958}"/>
                </a:ext>
              </a:extLst>
            </p:cNvPr>
            <p:cNvSpPr/>
            <p:nvPr/>
          </p:nvSpPr>
          <p:spPr>
            <a:xfrm>
              <a:off x="6293239" y="2040018"/>
              <a:ext cx="384509" cy="256339"/>
            </a:xfrm>
            <a:custGeom>
              <a:avLst/>
              <a:gdLst/>
              <a:ahLst/>
              <a:cxnLst/>
              <a:rect l="0" t="0" r="0" b="0"/>
              <a:pathLst>
                <a:path w="120000" h="120000" extrusionOk="0">
                  <a:moveTo>
                    <a:pt x="89219" y="105333"/>
                  </a:moveTo>
                  <a:cubicBezTo>
                    <a:pt x="91895" y="107333"/>
                    <a:pt x="91895" y="107333"/>
                    <a:pt x="91895" y="107333"/>
                  </a:cubicBezTo>
                  <a:cubicBezTo>
                    <a:pt x="93234" y="108666"/>
                    <a:pt x="93234" y="108666"/>
                    <a:pt x="93234" y="108666"/>
                  </a:cubicBezTo>
                  <a:cubicBezTo>
                    <a:pt x="94572" y="109333"/>
                    <a:pt x="94572" y="109333"/>
                    <a:pt x="94572" y="109333"/>
                  </a:cubicBezTo>
                  <a:cubicBezTo>
                    <a:pt x="95464" y="108000"/>
                    <a:pt x="95464" y="108000"/>
                    <a:pt x="95464" y="108000"/>
                  </a:cubicBezTo>
                  <a:cubicBezTo>
                    <a:pt x="96802" y="107333"/>
                    <a:pt x="96802" y="107333"/>
                    <a:pt x="96802" y="107333"/>
                  </a:cubicBezTo>
                  <a:cubicBezTo>
                    <a:pt x="98141" y="107333"/>
                    <a:pt x="98141" y="107333"/>
                    <a:pt x="98141" y="107333"/>
                  </a:cubicBezTo>
                  <a:cubicBezTo>
                    <a:pt x="102156" y="106666"/>
                    <a:pt x="102156" y="106666"/>
                    <a:pt x="102156" y="106666"/>
                  </a:cubicBezTo>
                  <a:cubicBezTo>
                    <a:pt x="105278" y="107333"/>
                    <a:pt x="105278" y="107333"/>
                    <a:pt x="105278" y="107333"/>
                  </a:cubicBezTo>
                  <a:cubicBezTo>
                    <a:pt x="107063" y="110000"/>
                    <a:pt x="107063" y="110000"/>
                    <a:pt x="107063" y="110000"/>
                  </a:cubicBezTo>
                  <a:cubicBezTo>
                    <a:pt x="109293" y="111333"/>
                    <a:pt x="109293" y="111333"/>
                    <a:pt x="109293" y="111333"/>
                  </a:cubicBezTo>
                  <a:cubicBezTo>
                    <a:pt x="111524" y="112666"/>
                    <a:pt x="111524" y="112666"/>
                    <a:pt x="111524" y="112666"/>
                  </a:cubicBezTo>
                  <a:cubicBezTo>
                    <a:pt x="114646" y="116000"/>
                    <a:pt x="114646" y="116000"/>
                    <a:pt x="114646" y="116000"/>
                  </a:cubicBezTo>
                  <a:cubicBezTo>
                    <a:pt x="116431" y="118000"/>
                    <a:pt x="116431" y="118000"/>
                    <a:pt x="116431" y="118000"/>
                  </a:cubicBezTo>
                  <a:cubicBezTo>
                    <a:pt x="116877" y="118666"/>
                    <a:pt x="116877" y="118666"/>
                    <a:pt x="116877" y="118666"/>
                  </a:cubicBezTo>
                  <a:cubicBezTo>
                    <a:pt x="117323" y="120000"/>
                    <a:pt x="117323" y="120000"/>
                    <a:pt x="117323" y="120000"/>
                  </a:cubicBezTo>
                  <a:cubicBezTo>
                    <a:pt x="117323" y="120000"/>
                    <a:pt x="117323" y="120000"/>
                    <a:pt x="117323" y="120000"/>
                  </a:cubicBezTo>
                  <a:cubicBezTo>
                    <a:pt x="117323" y="118000"/>
                    <a:pt x="117323" y="118000"/>
                    <a:pt x="117323" y="118000"/>
                  </a:cubicBezTo>
                  <a:cubicBezTo>
                    <a:pt x="117323" y="115333"/>
                    <a:pt x="117323" y="115333"/>
                    <a:pt x="117323" y="115333"/>
                  </a:cubicBezTo>
                  <a:cubicBezTo>
                    <a:pt x="115539" y="113333"/>
                    <a:pt x="115539" y="113333"/>
                    <a:pt x="115539" y="113333"/>
                  </a:cubicBezTo>
                  <a:cubicBezTo>
                    <a:pt x="115539" y="111333"/>
                    <a:pt x="115539" y="111333"/>
                    <a:pt x="115539" y="111333"/>
                  </a:cubicBezTo>
                  <a:cubicBezTo>
                    <a:pt x="115985" y="109333"/>
                    <a:pt x="115985" y="109333"/>
                    <a:pt x="115985" y="109333"/>
                  </a:cubicBezTo>
                  <a:cubicBezTo>
                    <a:pt x="117323" y="108666"/>
                    <a:pt x="117323" y="108666"/>
                    <a:pt x="117323" y="108666"/>
                  </a:cubicBezTo>
                  <a:cubicBezTo>
                    <a:pt x="117323" y="104000"/>
                    <a:pt x="117323" y="104000"/>
                    <a:pt x="117323" y="104000"/>
                  </a:cubicBezTo>
                  <a:cubicBezTo>
                    <a:pt x="117769" y="102000"/>
                    <a:pt x="117769" y="102000"/>
                    <a:pt x="117769" y="102000"/>
                  </a:cubicBezTo>
                  <a:cubicBezTo>
                    <a:pt x="118661" y="101333"/>
                    <a:pt x="118661" y="101333"/>
                    <a:pt x="118661" y="101333"/>
                  </a:cubicBezTo>
                  <a:cubicBezTo>
                    <a:pt x="118661" y="98666"/>
                    <a:pt x="118661" y="98666"/>
                    <a:pt x="118661" y="98666"/>
                  </a:cubicBezTo>
                  <a:cubicBezTo>
                    <a:pt x="117769" y="95333"/>
                    <a:pt x="117769" y="95333"/>
                    <a:pt x="117769" y="95333"/>
                  </a:cubicBezTo>
                  <a:cubicBezTo>
                    <a:pt x="116877" y="94666"/>
                    <a:pt x="116877" y="94666"/>
                    <a:pt x="116877" y="94666"/>
                  </a:cubicBezTo>
                  <a:cubicBezTo>
                    <a:pt x="117323" y="91333"/>
                    <a:pt x="117323" y="91333"/>
                    <a:pt x="117323" y="91333"/>
                  </a:cubicBezTo>
                  <a:cubicBezTo>
                    <a:pt x="117323" y="89333"/>
                    <a:pt x="117323" y="89333"/>
                    <a:pt x="117323" y="89333"/>
                  </a:cubicBezTo>
                  <a:cubicBezTo>
                    <a:pt x="118661" y="89333"/>
                    <a:pt x="118661" y="89333"/>
                    <a:pt x="118661" y="89333"/>
                  </a:cubicBezTo>
                  <a:cubicBezTo>
                    <a:pt x="120000" y="31333"/>
                    <a:pt x="120000" y="31333"/>
                    <a:pt x="120000" y="31333"/>
                  </a:cubicBezTo>
                  <a:cubicBezTo>
                    <a:pt x="118661" y="29333"/>
                    <a:pt x="118661" y="29333"/>
                    <a:pt x="118661" y="29333"/>
                  </a:cubicBezTo>
                  <a:cubicBezTo>
                    <a:pt x="117769" y="27333"/>
                    <a:pt x="117769" y="27333"/>
                    <a:pt x="117769" y="27333"/>
                  </a:cubicBezTo>
                  <a:cubicBezTo>
                    <a:pt x="115539" y="26000"/>
                    <a:pt x="115539" y="26000"/>
                    <a:pt x="115539" y="26000"/>
                  </a:cubicBezTo>
                  <a:cubicBezTo>
                    <a:pt x="115092" y="24000"/>
                    <a:pt x="115092" y="24000"/>
                    <a:pt x="115092" y="24000"/>
                  </a:cubicBezTo>
                  <a:cubicBezTo>
                    <a:pt x="113754" y="22000"/>
                    <a:pt x="113754" y="22000"/>
                    <a:pt x="113754" y="22000"/>
                  </a:cubicBezTo>
                  <a:cubicBezTo>
                    <a:pt x="113308" y="20666"/>
                    <a:pt x="113308" y="20666"/>
                    <a:pt x="113308" y="20666"/>
                  </a:cubicBezTo>
                  <a:cubicBezTo>
                    <a:pt x="113308" y="19333"/>
                    <a:pt x="113308" y="19333"/>
                    <a:pt x="113308" y="19333"/>
                  </a:cubicBezTo>
                  <a:cubicBezTo>
                    <a:pt x="113308" y="18000"/>
                    <a:pt x="113308" y="18000"/>
                    <a:pt x="113308" y="18000"/>
                  </a:cubicBezTo>
                  <a:cubicBezTo>
                    <a:pt x="114646" y="16000"/>
                    <a:pt x="114646" y="16000"/>
                    <a:pt x="114646" y="16000"/>
                  </a:cubicBezTo>
                  <a:cubicBezTo>
                    <a:pt x="115985" y="14000"/>
                    <a:pt x="115985" y="14000"/>
                    <a:pt x="115985" y="14000"/>
                  </a:cubicBezTo>
                  <a:cubicBezTo>
                    <a:pt x="117769" y="11333"/>
                    <a:pt x="117769" y="11333"/>
                    <a:pt x="117769" y="11333"/>
                  </a:cubicBezTo>
                  <a:cubicBezTo>
                    <a:pt x="117323" y="10000"/>
                    <a:pt x="117323" y="10000"/>
                    <a:pt x="117323" y="10000"/>
                  </a:cubicBezTo>
                  <a:cubicBezTo>
                    <a:pt x="117323" y="9333"/>
                    <a:pt x="117323" y="9333"/>
                    <a:pt x="117323" y="9333"/>
                  </a:cubicBezTo>
                  <a:cubicBezTo>
                    <a:pt x="117323" y="9333"/>
                    <a:pt x="74498" y="6666"/>
                    <a:pt x="60669" y="5333"/>
                  </a:cubicBezTo>
                  <a:cubicBezTo>
                    <a:pt x="46840" y="4000"/>
                    <a:pt x="6245" y="0"/>
                    <a:pt x="6245" y="0"/>
                  </a:cubicBezTo>
                  <a:cubicBezTo>
                    <a:pt x="0" y="94666"/>
                    <a:pt x="0" y="94666"/>
                    <a:pt x="0" y="94666"/>
                  </a:cubicBezTo>
                  <a:cubicBezTo>
                    <a:pt x="85650" y="102666"/>
                    <a:pt x="85650" y="102666"/>
                    <a:pt x="85650" y="102666"/>
                  </a:cubicBezTo>
                  <a:lnTo>
                    <a:pt x="89219" y="10533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9" name="Shape 1394">
              <a:extLst>
                <a:ext uri="{FF2B5EF4-FFF2-40B4-BE49-F238E27FC236}">
                  <a16:creationId xmlns:a16="http://schemas.microsoft.com/office/drawing/2014/main" id="{B300E55D-792B-CB4A-A580-5ADB3125BAB9}"/>
                </a:ext>
              </a:extLst>
            </p:cNvPr>
            <p:cNvSpPr/>
            <p:nvPr/>
          </p:nvSpPr>
          <p:spPr>
            <a:xfrm>
              <a:off x="5922221" y="2058568"/>
              <a:ext cx="386195" cy="318738"/>
            </a:xfrm>
            <a:custGeom>
              <a:avLst/>
              <a:gdLst/>
              <a:ahLst/>
              <a:cxnLst/>
              <a:rect l="0" t="0" r="0" b="0"/>
              <a:pathLst>
                <a:path w="120000" h="120000" extrusionOk="0">
                  <a:moveTo>
                    <a:pt x="119999" y="17142"/>
                  </a:moveTo>
                  <a:lnTo>
                    <a:pt x="119475" y="17142"/>
                  </a:lnTo>
                  <a:lnTo>
                    <a:pt x="14672" y="0"/>
                  </a:lnTo>
                  <a:lnTo>
                    <a:pt x="12576" y="14603"/>
                  </a:lnTo>
                  <a:lnTo>
                    <a:pt x="3668" y="77460"/>
                  </a:lnTo>
                  <a:lnTo>
                    <a:pt x="0" y="102857"/>
                  </a:lnTo>
                  <a:lnTo>
                    <a:pt x="31965" y="109206"/>
                  </a:lnTo>
                  <a:lnTo>
                    <a:pt x="111091" y="120000"/>
                  </a:lnTo>
                  <a:lnTo>
                    <a:pt x="115283" y="69206"/>
                  </a:lnTo>
                  <a:lnTo>
                    <a:pt x="119999" y="1714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0" name="Shape 1395">
              <a:extLst>
                <a:ext uri="{FF2B5EF4-FFF2-40B4-BE49-F238E27FC236}">
                  <a16:creationId xmlns:a16="http://schemas.microsoft.com/office/drawing/2014/main" id="{D7362CF8-8EB6-0344-9823-1D78D75689E0}"/>
                </a:ext>
              </a:extLst>
            </p:cNvPr>
            <p:cNvSpPr/>
            <p:nvPr/>
          </p:nvSpPr>
          <p:spPr>
            <a:xfrm>
              <a:off x="6313476" y="1829213"/>
              <a:ext cx="359212" cy="231044"/>
            </a:xfrm>
            <a:custGeom>
              <a:avLst/>
              <a:gdLst/>
              <a:ahLst/>
              <a:cxnLst/>
              <a:rect l="0" t="0" r="0" b="0"/>
              <a:pathLst>
                <a:path w="120000" h="120000" extrusionOk="0">
                  <a:moveTo>
                    <a:pt x="119043" y="119259"/>
                  </a:moveTo>
                  <a:cubicBezTo>
                    <a:pt x="119043" y="120000"/>
                    <a:pt x="119043" y="120000"/>
                    <a:pt x="119043" y="120000"/>
                  </a:cubicBezTo>
                  <a:cubicBezTo>
                    <a:pt x="119043" y="120000"/>
                    <a:pt x="119043" y="120000"/>
                    <a:pt x="119043" y="120000"/>
                  </a:cubicBezTo>
                  <a:cubicBezTo>
                    <a:pt x="120000" y="118518"/>
                    <a:pt x="120000" y="118518"/>
                    <a:pt x="120000" y="118518"/>
                  </a:cubicBezTo>
                  <a:cubicBezTo>
                    <a:pt x="120000" y="114814"/>
                    <a:pt x="120000" y="114814"/>
                    <a:pt x="120000" y="114814"/>
                  </a:cubicBezTo>
                  <a:cubicBezTo>
                    <a:pt x="120000" y="111111"/>
                    <a:pt x="120000" y="111111"/>
                    <a:pt x="120000" y="111111"/>
                  </a:cubicBezTo>
                  <a:cubicBezTo>
                    <a:pt x="119521" y="106666"/>
                    <a:pt x="119521" y="106666"/>
                    <a:pt x="119521" y="106666"/>
                  </a:cubicBezTo>
                  <a:cubicBezTo>
                    <a:pt x="118565" y="104444"/>
                    <a:pt x="118565" y="104444"/>
                    <a:pt x="118565" y="104444"/>
                  </a:cubicBezTo>
                  <a:cubicBezTo>
                    <a:pt x="117131" y="102222"/>
                    <a:pt x="117131" y="102222"/>
                    <a:pt x="117131" y="102222"/>
                  </a:cubicBezTo>
                  <a:cubicBezTo>
                    <a:pt x="117131" y="97037"/>
                    <a:pt x="117131" y="97037"/>
                    <a:pt x="117131" y="97037"/>
                  </a:cubicBezTo>
                  <a:cubicBezTo>
                    <a:pt x="116653" y="95555"/>
                    <a:pt x="116653" y="95555"/>
                    <a:pt x="116653" y="95555"/>
                  </a:cubicBezTo>
                  <a:cubicBezTo>
                    <a:pt x="115697" y="93333"/>
                    <a:pt x="115697" y="93333"/>
                    <a:pt x="115697" y="93333"/>
                  </a:cubicBezTo>
                  <a:cubicBezTo>
                    <a:pt x="115697" y="86666"/>
                    <a:pt x="115697" y="86666"/>
                    <a:pt x="115697" y="86666"/>
                  </a:cubicBezTo>
                  <a:cubicBezTo>
                    <a:pt x="115697" y="76296"/>
                    <a:pt x="115697" y="76296"/>
                    <a:pt x="115697" y="76296"/>
                  </a:cubicBezTo>
                  <a:cubicBezTo>
                    <a:pt x="115219" y="63703"/>
                    <a:pt x="115219" y="63703"/>
                    <a:pt x="115219" y="63703"/>
                  </a:cubicBezTo>
                  <a:cubicBezTo>
                    <a:pt x="115219" y="57037"/>
                    <a:pt x="115219" y="57037"/>
                    <a:pt x="115219" y="57037"/>
                  </a:cubicBezTo>
                  <a:cubicBezTo>
                    <a:pt x="113306" y="51851"/>
                    <a:pt x="113306" y="51851"/>
                    <a:pt x="113306" y="51851"/>
                  </a:cubicBezTo>
                  <a:cubicBezTo>
                    <a:pt x="111872" y="44444"/>
                    <a:pt x="111872" y="44444"/>
                    <a:pt x="111872" y="44444"/>
                  </a:cubicBezTo>
                  <a:cubicBezTo>
                    <a:pt x="110916" y="40000"/>
                    <a:pt x="110916" y="40000"/>
                    <a:pt x="110916" y="40000"/>
                  </a:cubicBezTo>
                  <a:cubicBezTo>
                    <a:pt x="111872" y="34814"/>
                    <a:pt x="111872" y="34814"/>
                    <a:pt x="111872" y="34814"/>
                  </a:cubicBezTo>
                  <a:cubicBezTo>
                    <a:pt x="111394" y="30370"/>
                    <a:pt x="111394" y="30370"/>
                    <a:pt x="111394" y="30370"/>
                  </a:cubicBezTo>
                  <a:cubicBezTo>
                    <a:pt x="110916" y="28888"/>
                    <a:pt x="110916" y="28888"/>
                    <a:pt x="110916" y="28888"/>
                  </a:cubicBezTo>
                  <a:cubicBezTo>
                    <a:pt x="110916" y="25185"/>
                    <a:pt x="110916" y="25185"/>
                    <a:pt x="110916" y="25185"/>
                  </a:cubicBezTo>
                  <a:cubicBezTo>
                    <a:pt x="110916" y="24444"/>
                    <a:pt x="110916" y="24444"/>
                    <a:pt x="110916" y="24444"/>
                  </a:cubicBezTo>
                  <a:cubicBezTo>
                    <a:pt x="111872" y="22962"/>
                    <a:pt x="111872" y="22962"/>
                    <a:pt x="111872" y="22962"/>
                  </a:cubicBezTo>
                  <a:cubicBezTo>
                    <a:pt x="112350" y="21481"/>
                    <a:pt x="112350" y="21481"/>
                    <a:pt x="112350" y="21481"/>
                  </a:cubicBezTo>
                  <a:cubicBezTo>
                    <a:pt x="112350" y="18518"/>
                    <a:pt x="112350" y="18518"/>
                    <a:pt x="112350" y="18518"/>
                  </a:cubicBezTo>
                  <a:cubicBezTo>
                    <a:pt x="110916" y="16296"/>
                    <a:pt x="110916" y="16296"/>
                    <a:pt x="110916" y="16296"/>
                  </a:cubicBezTo>
                  <a:cubicBezTo>
                    <a:pt x="110916" y="15555"/>
                    <a:pt x="110916" y="15555"/>
                    <a:pt x="110916" y="15555"/>
                  </a:cubicBezTo>
                  <a:cubicBezTo>
                    <a:pt x="110438" y="13333"/>
                    <a:pt x="110438" y="13333"/>
                    <a:pt x="110438" y="13333"/>
                  </a:cubicBezTo>
                  <a:cubicBezTo>
                    <a:pt x="109960" y="9629"/>
                    <a:pt x="109960" y="9629"/>
                    <a:pt x="109960" y="9629"/>
                  </a:cubicBezTo>
                  <a:cubicBezTo>
                    <a:pt x="109960" y="9629"/>
                    <a:pt x="62151" y="6666"/>
                    <a:pt x="46374" y="5185"/>
                  </a:cubicBezTo>
                  <a:cubicBezTo>
                    <a:pt x="36334" y="4444"/>
                    <a:pt x="6693" y="0"/>
                    <a:pt x="6693" y="0"/>
                  </a:cubicBezTo>
                  <a:cubicBezTo>
                    <a:pt x="0" y="108888"/>
                    <a:pt x="0" y="108888"/>
                    <a:pt x="0" y="108888"/>
                  </a:cubicBezTo>
                  <a:cubicBezTo>
                    <a:pt x="0" y="108888"/>
                    <a:pt x="43505" y="113333"/>
                    <a:pt x="58326" y="114814"/>
                  </a:cubicBezTo>
                  <a:cubicBezTo>
                    <a:pt x="73147" y="116296"/>
                    <a:pt x="119043" y="119259"/>
                    <a:pt x="119043" y="119259"/>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1" name="Shape 1396">
              <a:extLst>
                <a:ext uri="{FF2B5EF4-FFF2-40B4-BE49-F238E27FC236}">
                  <a16:creationId xmlns:a16="http://schemas.microsoft.com/office/drawing/2014/main" id="{0A692D9F-F7CD-4347-A609-EB18510557CE}"/>
                </a:ext>
              </a:extLst>
            </p:cNvPr>
            <p:cNvSpPr/>
            <p:nvPr/>
          </p:nvSpPr>
          <p:spPr>
            <a:xfrm>
              <a:off x="5982933" y="2348638"/>
              <a:ext cx="401372" cy="315364"/>
            </a:xfrm>
            <a:custGeom>
              <a:avLst/>
              <a:gdLst/>
              <a:ahLst/>
              <a:cxnLst/>
              <a:rect l="0" t="0" r="0" b="0"/>
              <a:pathLst>
                <a:path w="120000" h="120000" extrusionOk="0">
                  <a:moveTo>
                    <a:pt x="114021" y="120000"/>
                  </a:moveTo>
                  <a:cubicBezTo>
                    <a:pt x="118291" y="40723"/>
                    <a:pt x="118291" y="40723"/>
                    <a:pt x="118291" y="40723"/>
                  </a:cubicBezTo>
                  <a:cubicBezTo>
                    <a:pt x="118291" y="40723"/>
                    <a:pt x="118291" y="40723"/>
                    <a:pt x="118291" y="40723"/>
                  </a:cubicBezTo>
                  <a:cubicBezTo>
                    <a:pt x="118291" y="40723"/>
                    <a:pt x="118291" y="40723"/>
                    <a:pt x="118291" y="40723"/>
                  </a:cubicBezTo>
                  <a:cubicBezTo>
                    <a:pt x="120000" y="15203"/>
                    <a:pt x="120000" y="15203"/>
                    <a:pt x="120000" y="15203"/>
                  </a:cubicBezTo>
                  <a:cubicBezTo>
                    <a:pt x="88825" y="11402"/>
                    <a:pt x="88825" y="11402"/>
                    <a:pt x="88825" y="11402"/>
                  </a:cubicBezTo>
                  <a:cubicBezTo>
                    <a:pt x="12811" y="0"/>
                    <a:pt x="12811" y="0"/>
                    <a:pt x="12811" y="0"/>
                  </a:cubicBezTo>
                  <a:cubicBezTo>
                    <a:pt x="0" y="104253"/>
                    <a:pt x="0" y="104253"/>
                    <a:pt x="0" y="104253"/>
                  </a:cubicBezTo>
                  <a:cubicBezTo>
                    <a:pt x="97793" y="118914"/>
                    <a:pt x="97793" y="118914"/>
                    <a:pt x="97793" y="118914"/>
                  </a:cubicBezTo>
                  <a:cubicBezTo>
                    <a:pt x="97793" y="118914"/>
                    <a:pt x="104626" y="119457"/>
                    <a:pt x="114021"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2" name="Shape 1397">
              <a:extLst>
                <a:ext uri="{FF2B5EF4-FFF2-40B4-BE49-F238E27FC236}">
                  <a16:creationId xmlns:a16="http://schemas.microsoft.com/office/drawing/2014/main" id="{CC0A923B-3D4D-0B4F-AE7E-998F7548DB34}"/>
                </a:ext>
              </a:extLst>
            </p:cNvPr>
            <p:cNvSpPr/>
            <p:nvPr/>
          </p:nvSpPr>
          <p:spPr>
            <a:xfrm>
              <a:off x="5716476" y="2235646"/>
              <a:ext cx="308618" cy="386195"/>
            </a:xfrm>
            <a:custGeom>
              <a:avLst/>
              <a:gdLst/>
              <a:ahLst/>
              <a:cxnLst/>
              <a:rect l="0" t="0" r="0" b="0"/>
              <a:pathLst>
                <a:path w="120000" h="120000" extrusionOk="0">
                  <a:moveTo>
                    <a:pt x="120000" y="35109"/>
                  </a:moveTo>
                  <a:lnTo>
                    <a:pt x="80000" y="29868"/>
                  </a:lnTo>
                  <a:lnTo>
                    <a:pt x="84590" y="8908"/>
                  </a:lnTo>
                  <a:lnTo>
                    <a:pt x="25573" y="0"/>
                  </a:lnTo>
                  <a:lnTo>
                    <a:pt x="0" y="105327"/>
                  </a:lnTo>
                  <a:lnTo>
                    <a:pt x="103606" y="119999"/>
                  </a:lnTo>
                  <a:lnTo>
                    <a:pt x="120000" y="3510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3" name="Shape 1398">
              <a:extLst>
                <a:ext uri="{FF2B5EF4-FFF2-40B4-BE49-F238E27FC236}">
                  <a16:creationId xmlns:a16="http://schemas.microsoft.com/office/drawing/2014/main" id="{7475F98B-2151-4945-A32F-575BECFD1EDD}"/>
                </a:ext>
              </a:extLst>
            </p:cNvPr>
            <p:cNvSpPr/>
            <p:nvPr/>
          </p:nvSpPr>
          <p:spPr>
            <a:xfrm>
              <a:off x="5428094" y="2164816"/>
              <a:ext cx="354152" cy="536287"/>
            </a:xfrm>
            <a:custGeom>
              <a:avLst/>
              <a:gdLst/>
              <a:ahLst/>
              <a:cxnLst/>
              <a:rect l="0" t="0" r="0" b="0"/>
              <a:pathLst>
                <a:path w="120000" h="120000" extrusionOk="0">
                  <a:moveTo>
                    <a:pt x="2419" y="41920"/>
                  </a:moveTo>
                  <a:cubicBezTo>
                    <a:pt x="483" y="42240"/>
                    <a:pt x="483" y="42240"/>
                    <a:pt x="483" y="42240"/>
                  </a:cubicBezTo>
                  <a:cubicBezTo>
                    <a:pt x="0" y="43200"/>
                    <a:pt x="0" y="43200"/>
                    <a:pt x="0" y="43200"/>
                  </a:cubicBezTo>
                  <a:cubicBezTo>
                    <a:pt x="483" y="44480"/>
                    <a:pt x="483" y="44480"/>
                    <a:pt x="483" y="44480"/>
                  </a:cubicBezTo>
                  <a:cubicBezTo>
                    <a:pt x="967" y="45440"/>
                    <a:pt x="967" y="45440"/>
                    <a:pt x="967" y="45440"/>
                  </a:cubicBezTo>
                  <a:cubicBezTo>
                    <a:pt x="1451" y="45760"/>
                    <a:pt x="1451" y="45760"/>
                    <a:pt x="1451" y="45760"/>
                  </a:cubicBezTo>
                  <a:cubicBezTo>
                    <a:pt x="3387" y="46400"/>
                    <a:pt x="3387" y="46400"/>
                    <a:pt x="3387" y="46400"/>
                  </a:cubicBezTo>
                  <a:cubicBezTo>
                    <a:pt x="77419" y="120000"/>
                    <a:pt x="77419" y="120000"/>
                    <a:pt x="77419" y="120000"/>
                  </a:cubicBezTo>
                  <a:cubicBezTo>
                    <a:pt x="78870" y="118720"/>
                    <a:pt x="78870" y="118720"/>
                    <a:pt x="78870" y="118720"/>
                  </a:cubicBezTo>
                  <a:cubicBezTo>
                    <a:pt x="79354" y="117440"/>
                    <a:pt x="79354" y="117440"/>
                    <a:pt x="79354" y="117440"/>
                  </a:cubicBezTo>
                  <a:cubicBezTo>
                    <a:pt x="79354" y="113280"/>
                    <a:pt x="79354" y="113280"/>
                    <a:pt x="79354" y="113280"/>
                  </a:cubicBezTo>
                  <a:cubicBezTo>
                    <a:pt x="79354" y="108800"/>
                    <a:pt x="79354" y="108800"/>
                    <a:pt x="79354" y="108800"/>
                  </a:cubicBezTo>
                  <a:cubicBezTo>
                    <a:pt x="79354" y="105280"/>
                    <a:pt x="79354" y="105280"/>
                    <a:pt x="79354" y="105280"/>
                  </a:cubicBezTo>
                  <a:cubicBezTo>
                    <a:pt x="80806" y="104320"/>
                    <a:pt x="80806" y="104320"/>
                    <a:pt x="80806" y="104320"/>
                  </a:cubicBezTo>
                  <a:cubicBezTo>
                    <a:pt x="84193" y="103680"/>
                    <a:pt x="84193" y="103680"/>
                    <a:pt x="84193" y="103680"/>
                  </a:cubicBezTo>
                  <a:cubicBezTo>
                    <a:pt x="85161" y="104960"/>
                    <a:pt x="85161" y="104960"/>
                    <a:pt x="85161" y="104960"/>
                  </a:cubicBezTo>
                  <a:cubicBezTo>
                    <a:pt x="87096" y="104320"/>
                    <a:pt x="87096" y="104320"/>
                    <a:pt x="87096" y="104320"/>
                  </a:cubicBezTo>
                  <a:cubicBezTo>
                    <a:pt x="89516" y="105600"/>
                    <a:pt x="89516" y="105600"/>
                    <a:pt x="89516" y="105600"/>
                  </a:cubicBezTo>
                  <a:cubicBezTo>
                    <a:pt x="90967" y="106240"/>
                    <a:pt x="90967" y="106240"/>
                    <a:pt x="90967" y="106240"/>
                  </a:cubicBezTo>
                  <a:cubicBezTo>
                    <a:pt x="92419" y="105600"/>
                    <a:pt x="92419" y="105600"/>
                    <a:pt x="92419" y="105600"/>
                  </a:cubicBezTo>
                  <a:cubicBezTo>
                    <a:pt x="92419" y="105600"/>
                    <a:pt x="94354" y="101120"/>
                    <a:pt x="95322" y="99840"/>
                  </a:cubicBezTo>
                  <a:cubicBezTo>
                    <a:pt x="95806" y="97920"/>
                    <a:pt x="97741" y="91840"/>
                    <a:pt x="97741" y="91840"/>
                  </a:cubicBezTo>
                  <a:cubicBezTo>
                    <a:pt x="120000" y="15680"/>
                    <a:pt x="120000" y="15680"/>
                    <a:pt x="120000" y="15680"/>
                  </a:cubicBezTo>
                  <a:cubicBezTo>
                    <a:pt x="120000" y="15680"/>
                    <a:pt x="78870" y="9920"/>
                    <a:pt x="64838" y="7680"/>
                  </a:cubicBezTo>
                  <a:cubicBezTo>
                    <a:pt x="53709" y="6080"/>
                    <a:pt x="20322" y="0"/>
                    <a:pt x="20322" y="0"/>
                  </a:cubicBezTo>
                  <a:cubicBezTo>
                    <a:pt x="3870" y="41600"/>
                    <a:pt x="3870" y="41600"/>
                    <a:pt x="3870" y="41600"/>
                  </a:cubicBezTo>
                  <a:lnTo>
                    <a:pt x="2419" y="419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4" name="Shape 1399">
              <a:extLst>
                <a:ext uri="{FF2B5EF4-FFF2-40B4-BE49-F238E27FC236}">
                  <a16:creationId xmlns:a16="http://schemas.microsoft.com/office/drawing/2014/main" id="{13963FDC-3855-964A-88FE-4319B710153D}"/>
                </a:ext>
              </a:extLst>
            </p:cNvPr>
            <p:cNvSpPr/>
            <p:nvPr/>
          </p:nvSpPr>
          <p:spPr>
            <a:xfrm>
              <a:off x="5278001" y="1830900"/>
              <a:ext cx="440161" cy="372704"/>
            </a:xfrm>
            <a:custGeom>
              <a:avLst/>
              <a:gdLst/>
              <a:ahLst/>
              <a:cxnLst/>
              <a:rect l="0" t="0" r="0" b="0"/>
              <a:pathLst>
                <a:path w="120000" h="120000" extrusionOk="0">
                  <a:moveTo>
                    <a:pt x="97792" y="120000"/>
                  </a:moveTo>
                  <a:cubicBezTo>
                    <a:pt x="104805" y="83678"/>
                    <a:pt x="104805" y="83678"/>
                    <a:pt x="104805" y="83678"/>
                  </a:cubicBezTo>
                  <a:cubicBezTo>
                    <a:pt x="104805" y="81379"/>
                    <a:pt x="104805" y="81379"/>
                    <a:pt x="104805" y="81379"/>
                  </a:cubicBezTo>
                  <a:cubicBezTo>
                    <a:pt x="105194" y="80459"/>
                    <a:pt x="105194" y="80459"/>
                    <a:pt x="105194" y="80459"/>
                  </a:cubicBezTo>
                  <a:cubicBezTo>
                    <a:pt x="107142" y="79540"/>
                    <a:pt x="107142" y="79540"/>
                    <a:pt x="107142" y="79540"/>
                  </a:cubicBezTo>
                  <a:cubicBezTo>
                    <a:pt x="107142" y="78620"/>
                    <a:pt x="107142" y="78620"/>
                    <a:pt x="107142" y="78620"/>
                  </a:cubicBezTo>
                  <a:cubicBezTo>
                    <a:pt x="107532" y="76781"/>
                    <a:pt x="107532" y="76781"/>
                    <a:pt x="107532" y="76781"/>
                  </a:cubicBezTo>
                  <a:cubicBezTo>
                    <a:pt x="107532" y="73103"/>
                    <a:pt x="107532" y="73103"/>
                    <a:pt x="107532" y="73103"/>
                  </a:cubicBezTo>
                  <a:cubicBezTo>
                    <a:pt x="107922" y="72183"/>
                    <a:pt x="107922" y="72183"/>
                    <a:pt x="107922" y="72183"/>
                  </a:cubicBezTo>
                  <a:cubicBezTo>
                    <a:pt x="106753" y="70804"/>
                    <a:pt x="106753" y="70804"/>
                    <a:pt x="106753" y="70804"/>
                  </a:cubicBezTo>
                  <a:cubicBezTo>
                    <a:pt x="106363" y="70804"/>
                    <a:pt x="106363" y="70804"/>
                    <a:pt x="106363" y="70804"/>
                  </a:cubicBezTo>
                  <a:cubicBezTo>
                    <a:pt x="105584" y="70344"/>
                    <a:pt x="105584" y="70344"/>
                    <a:pt x="105584" y="70344"/>
                  </a:cubicBezTo>
                  <a:cubicBezTo>
                    <a:pt x="104805" y="68965"/>
                    <a:pt x="104805" y="68965"/>
                    <a:pt x="104805" y="68965"/>
                  </a:cubicBezTo>
                  <a:cubicBezTo>
                    <a:pt x="105194" y="66666"/>
                    <a:pt x="105194" y="66666"/>
                    <a:pt x="105194" y="66666"/>
                  </a:cubicBezTo>
                  <a:cubicBezTo>
                    <a:pt x="105584" y="65287"/>
                    <a:pt x="105584" y="65287"/>
                    <a:pt x="105584" y="65287"/>
                  </a:cubicBezTo>
                  <a:cubicBezTo>
                    <a:pt x="107922" y="62988"/>
                    <a:pt x="107922" y="62988"/>
                    <a:pt x="107922" y="62988"/>
                  </a:cubicBezTo>
                  <a:cubicBezTo>
                    <a:pt x="111038" y="59310"/>
                    <a:pt x="111038" y="59310"/>
                    <a:pt x="111038" y="59310"/>
                  </a:cubicBezTo>
                  <a:cubicBezTo>
                    <a:pt x="112207" y="57471"/>
                    <a:pt x="112207" y="57471"/>
                    <a:pt x="112207" y="57471"/>
                  </a:cubicBezTo>
                  <a:cubicBezTo>
                    <a:pt x="112597" y="55632"/>
                    <a:pt x="112597" y="55632"/>
                    <a:pt x="112597" y="55632"/>
                  </a:cubicBezTo>
                  <a:cubicBezTo>
                    <a:pt x="113376" y="55172"/>
                    <a:pt x="113376" y="55172"/>
                    <a:pt x="113376" y="55172"/>
                  </a:cubicBezTo>
                  <a:cubicBezTo>
                    <a:pt x="114155" y="52873"/>
                    <a:pt x="114155" y="52873"/>
                    <a:pt x="114155" y="52873"/>
                  </a:cubicBezTo>
                  <a:cubicBezTo>
                    <a:pt x="115714" y="51034"/>
                    <a:pt x="115714" y="51034"/>
                    <a:pt x="115714" y="51034"/>
                  </a:cubicBezTo>
                  <a:cubicBezTo>
                    <a:pt x="116883" y="49195"/>
                    <a:pt x="116883" y="49195"/>
                    <a:pt x="116883" y="49195"/>
                  </a:cubicBezTo>
                  <a:cubicBezTo>
                    <a:pt x="118441" y="47816"/>
                    <a:pt x="118441" y="47816"/>
                    <a:pt x="118441" y="47816"/>
                  </a:cubicBezTo>
                  <a:cubicBezTo>
                    <a:pt x="118831" y="45517"/>
                    <a:pt x="118831" y="45517"/>
                    <a:pt x="118831" y="45517"/>
                  </a:cubicBezTo>
                  <a:cubicBezTo>
                    <a:pt x="120000" y="45057"/>
                    <a:pt x="120000" y="45057"/>
                    <a:pt x="120000" y="45057"/>
                  </a:cubicBezTo>
                  <a:cubicBezTo>
                    <a:pt x="120000" y="43218"/>
                    <a:pt x="120000" y="43218"/>
                    <a:pt x="120000" y="43218"/>
                  </a:cubicBezTo>
                  <a:cubicBezTo>
                    <a:pt x="119610" y="41379"/>
                    <a:pt x="119610" y="41379"/>
                    <a:pt x="119610" y="41379"/>
                  </a:cubicBezTo>
                  <a:cubicBezTo>
                    <a:pt x="118831" y="40000"/>
                    <a:pt x="118831" y="40000"/>
                    <a:pt x="118831" y="40000"/>
                  </a:cubicBezTo>
                  <a:cubicBezTo>
                    <a:pt x="116883" y="38160"/>
                    <a:pt x="116883" y="38160"/>
                    <a:pt x="116883" y="38160"/>
                  </a:cubicBezTo>
                  <a:cubicBezTo>
                    <a:pt x="115714" y="35862"/>
                    <a:pt x="115714" y="35862"/>
                    <a:pt x="115714" y="35862"/>
                  </a:cubicBezTo>
                  <a:cubicBezTo>
                    <a:pt x="115714" y="34022"/>
                    <a:pt x="115714" y="34022"/>
                    <a:pt x="115714" y="34022"/>
                  </a:cubicBezTo>
                  <a:cubicBezTo>
                    <a:pt x="90000" y="26206"/>
                    <a:pt x="90000" y="26206"/>
                    <a:pt x="90000" y="26206"/>
                  </a:cubicBezTo>
                  <a:cubicBezTo>
                    <a:pt x="85714" y="25747"/>
                    <a:pt x="85714" y="25747"/>
                    <a:pt x="85714" y="25747"/>
                  </a:cubicBezTo>
                  <a:cubicBezTo>
                    <a:pt x="84155" y="26206"/>
                    <a:pt x="84155" y="26206"/>
                    <a:pt x="84155" y="26206"/>
                  </a:cubicBezTo>
                  <a:cubicBezTo>
                    <a:pt x="82207" y="25747"/>
                    <a:pt x="82207" y="25747"/>
                    <a:pt x="82207" y="25747"/>
                  </a:cubicBezTo>
                  <a:cubicBezTo>
                    <a:pt x="80649" y="26206"/>
                    <a:pt x="80649" y="26206"/>
                    <a:pt x="80649" y="26206"/>
                  </a:cubicBezTo>
                  <a:cubicBezTo>
                    <a:pt x="69350" y="26666"/>
                    <a:pt x="69350" y="26666"/>
                    <a:pt x="69350" y="26666"/>
                  </a:cubicBezTo>
                  <a:cubicBezTo>
                    <a:pt x="68181" y="25747"/>
                    <a:pt x="68181" y="25747"/>
                    <a:pt x="68181" y="25747"/>
                  </a:cubicBezTo>
                  <a:cubicBezTo>
                    <a:pt x="67012" y="26206"/>
                    <a:pt x="67012" y="26206"/>
                    <a:pt x="67012" y="26206"/>
                  </a:cubicBezTo>
                  <a:cubicBezTo>
                    <a:pt x="65844" y="26666"/>
                    <a:pt x="65844" y="26666"/>
                    <a:pt x="65844" y="26666"/>
                  </a:cubicBezTo>
                  <a:cubicBezTo>
                    <a:pt x="65064" y="26666"/>
                    <a:pt x="65064" y="26666"/>
                    <a:pt x="65064" y="26666"/>
                  </a:cubicBezTo>
                  <a:cubicBezTo>
                    <a:pt x="63896" y="26206"/>
                    <a:pt x="63896" y="26206"/>
                    <a:pt x="63896" y="26206"/>
                  </a:cubicBezTo>
                  <a:cubicBezTo>
                    <a:pt x="63896" y="25747"/>
                    <a:pt x="63896" y="25747"/>
                    <a:pt x="63896" y="25747"/>
                  </a:cubicBezTo>
                  <a:cubicBezTo>
                    <a:pt x="61948" y="25747"/>
                    <a:pt x="61948" y="25747"/>
                    <a:pt x="61948" y="25747"/>
                  </a:cubicBezTo>
                  <a:cubicBezTo>
                    <a:pt x="60779" y="25287"/>
                    <a:pt x="60779" y="25287"/>
                    <a:pt x="60779" y="25287"/>
                  </a:cubicBezTo>
                  <a:cubicBezTo>
                    <a:pt x="60389" y="24367"/>
                    <a:pt x="60389" y="24367"/>
                    <a:pt x="60389" y="24367"/>
                  </a:cubicBezTo>
                  <a:cubicBezTo>
                    <a:pt x="60389" y="23908"/>
                    <a:pt x="60389" y="23908"/>
                    <a:pt x="60389" y="23908"/>
                  </a:cubicBezTo>
                  <a:cubicBezTo>
                    <a:pt x="58831" y="23448"/>
                    <a:pt x="58831" y="23448"/>
                    <a:pt x="58831" y="23448"/>
                  </a:cubicBezTo>
                  <a:cubicBezTo>
                    <a:pt x="55714" y="22528"/>
                    <a:pt x="55714" y="22528"/>
                    <a:pt x="55714" y="22528"/>
                  </a:cubicBezTo>
                  <a:cubicBezTo>
                    <a:pt x="53766" y="21609"/>
                    <a:pt x="53766" y="21609"/>
                    <a:pt x="53766" y="21609"/>
                  </a:cubicBezTo>
                  <a:cubicBezTo>
                    <a:pt x="52987" y="21149"/>
                    <a:pt x="52987" y="21149"/>
                    <a:pt x="52987" y="21149"/>
                  </a:cubicBezTo>
                  <a:cubicBezTo>
                    <a:pt x="50649" y="21609"/>
                    <a:pt x="50649" y="21609"/>
                    <a:pt x="50649" y="21609"/>
                  </a:cubicBezTo>
                  <a:cubicBezTo>
                    <a:pt x="47142" y="22528"/>
                    <a:pt x="47142" y="22528"/>
                    <a:pt x="47142" y="22528"/>
                  </a:cubicBezTo>
                  <a:cubicBezTo>
                    <a:pt x="42857" y="21149"/>
                    <a:pt x="42857" y="21149"/>
                    <a:pt x="42857" y="21149"/>
                  </a:cubicBezTo>
                  <a:cubicBezTo>
                    <a:pt x="40129" y="18390"/>
                    <a:pt x="40129" y="18390"/>
                    <a:pt x="40129" y="18390"/>
                  </a:cubicBezTo>
                  <a:cubicBezTo>
                    <a:pt x="40129" y="18390"/>
                    <a:pt x="41298" y="15172"/>
                    <a:pt x="40909" y="11034"/>
                  </a:cubicBezTo>
                  <a:cubicBezTo>
                    <a:pt x="40519" y="6436"/>
                    <a:pt x="38571" y="5517"/>
                    <a:pt x="38571" y="5517"/>
                  </a:cubicBezTo>
                  <a:cubicBezTo>
                    <a:pt x="36623" y="5517"/>
                    <a:pt x="36623" y="5517"/>
                    <a:pt x="36623" y="5517"/>
                  </a:cubicBezTo>
                  <a:cubicBezTo>
                    <a:pt x="35064" y="4597"/>
                    <a:pt x="35064" y="4597"/>
                    <a:pt x="35064" y="4597"/>
                  </a:cubicBezTo>
                  <a:cubicBezTo>
                    <a:pt x="35064" y="4597"/>
                    <a:pt x="35064" y="1839"/>
                    <a:pt x="33116" y="1839"/>
                  </a:cubicBezTo>
                  <a:cubicBezTo>
                    <a:pt x="31168" y="1839"/>
                    <a:pt x="31168" y="1839"/>
                    <a:pt x="31168" y="1839"/>
                  </a:cubicBezTo>
                  <a:cubicBezTo>
                    <a:pt x="28831" y="1379"/>
                    <a:pt x="28831" y="1379"/>
                    <a:pt x="28831" y="1379"/>
                  </a:cubicBezTo>
                  <a:cubicBezTo>
                    <a:pt x="27272" y="0"/>
                    <a:pt x="27272" y="0"/>
                    <a:pt x="27272" y="0"/>
                  </a:cubicBezTo>
                  <a:cubicBezTo>
                    <a:pt x="27272" y="3218"/>
                    <a:pt x="27272" y="3218"/>
                    <a:pt x="27272" y="3218"/>
                  </a:cubicBezTo>
                  <a:cubicBezTo>
                    <a:pt x="26493" y="5977"/>
                    <a:pt x="26493" y="5977"/>
                    <a:pt x="26493" y="5977"/>
                  </a:cubicBezTo>
                  <a:cubicBezTo>
                    <a:pt x="24545" y="10114"/>
                    <a:pt x="24545" y="10114"/>
                    <a:pt x="24545" y="10114"/>
                  </a:cubicBezTo>
                  <a:cubicBezTo>
                    <a:pt x="24935" y="12873"/>
                    <a:pt x="24935" y="12873"/>
                    <a:pt x="24935" y="12873"/>
                  </a:cubicBezTo>
                  <a:cubicBezTo>
                    <a:pt x="24545" y="15172"/>
                    <a:pt x="24545" y="15172"/>
                    <a:pt x="24545" y="15172"/>
                  </a:cubicBezTo>
                  <a:cubicBezTo>
                    <a:pt x="23376" y="17471"/>
                    <a:pt x="23376" y="17471"/>
                    <a:pt x="23376" y="17471"/>
                  </a:cubicBezTo>
                  <a:cubicBezTo>
                    <a:pt x="22597" y="19770"/>
                    <a:pt x="22597" y="19770"/>
                    <a:pt x="22597" y="19770"/>
                  </a:cubicBezTo>
                  <a:cubicBezTo>
                    <a:pt x="21428" y="22988"/>
                    <a:pt x="21428" y="22988"/>
                    <a:pt x="21428" y="22988"/>
                  </a:cubicBezTo>
                  <a:cubicBezTo>
                    <a:pt x="20649" y="25287"/>
                    <a:pt x="20649" y="25287"/>
                    <a:pt x="20649" y="25287"/>
                  </a:cubicBezTo>
                  <a:cubicBezTo>
                    <a:pt x="18311" y="30804"/>
                    <a:pt x="18311" y="30804"/>
                    <a:pt x="18311" y="30804"/>
                  </a:cubicBezTo>
                  <a:cubicBezTo>
                    <a:pt x="15584" y="39080"/>
                    <a:pt x="15584" y="39080"/>
                    <a:pt x="15584" y="39080"/>
                  </a:cubicBezTo>
                  <a:cubicBezTo>
                    <a:pt x="13636" y="45057"/>
                    <a:pt x="13636" y="45057"/>
                    <a:pt x="13636" y="45057"/>
                  </a:cubicBezTo>
                  <a:cubicBezTo>
                    <a:pt x="11688" y="51034"/>
                    <a:pt x="11688" y="51034"/>
                    <a:pt x="11688" y="51034"/>
                  </a:cubicBezTo>
                  <a:cubicBezTo>
                    <a:pt x="9350" y="55172"/>
                    <a:pt x="9350" y="55172"/>
                    <a:pt x="9350" y="55172"/>
                  </a:cubicBezTo>
                  <a:cubicBezTo>
                    <a:pt x="8571" y="57011"/>
                    <a:pt x="8571" y="57011"/>
                    <a:pt x="8571" y="57011"/>
                  </a:cubicBezTo>
                  <a:cubicBezTo>
                    <a:pt x="7012" y="59770"/>
                    <a:pt x="7012" y="59770"/>
                    <a:pt x="7012" y="59770"/>
                  </a:cubicBezTo>
                  <a:cubicBezTo>
                    <a:pt x="5844" y="61149"/>
                    <a:pt x="5844" y="61149"/>
                    <a:pt x="5844" y="61149"/>
                  </a:cubicBezTo>
                  <a:cubicBezTo>
                    <a:pt x="5454" y="62528"/>
                    <a:pt x="5454" y="62528"/>
                    <a:pt x="5454" y="62528"/>
                  </a:cubicBezTo>
                  <a:cubicBezTo>
                    <a:pt x="4285" y="64827"/>
                    <a:pt x="4285" y="64827"/>
                    <a:pt x="4285" y="64827"/>
                  </a:cubicBezTo>
                  <a:cubicBezTo>
                    <a:pt x="1948" y="68045"/>
                    <a:pt x="1948" y="68045"/>
                    <a:pt x="1948" y="68045"/>
                  </a:cubicBezTo>
                  <a:cubicBezTo>
                    <a:pt x="1168" y="69885"/>
                    <a:pt x="1168" y="69885"/>
                    <a:pt x="1168" y="69885"/>
                  </a:cubicBezTo>
                  <a:cubicBezTo>
                    <a:pt x="1948" y="73563"/>
                    <a:pt x="1948" y="73563"/>
                    <a:pt x="1948" y="73563"/>
                  </a:cubicBezTo>
                  <a:cubicBezTo>
                    <a:pt x="1948" y="74482"/>
                    <a:pt x="1948" y="74482"/>
                    <a:pt x="1948" y="74482"/>
                  </a:cubicBezTo>
                  <a:cubicBezTo>
                    <a:pt x="1948" y="75402"/>
                    <a:pt x="1948" y="75402"/>
                    <a:pt x="1948" y="75402"/>
                  </a:cubicBezTo>
                  <a:cubicBezTo>
                    <a:pt x="1558" y="75862"/>
                    <a:pt x="1558" y="75862"/>
                    <a:pt x="1558" y="75862"/>
                  </a:cubicBezTo>
                  <a:cubicBezTo>
                    <a:pt x="1168" y="77701"/>
                    <a:pt x="1168" y="77701"/>
                    <a:pt x="1168" y="77701"/>
                  </a:cubicBezTo>
                  <a:cubicBezTo>
                    <a:pt x="389" y="78160"/>
                    <a:pt x="389" y="78160"/>
                    <a:pt x="389" y="78160"/>
                  </a:cubicBezTo>
                  <a:cubicBezTo>
                    <a:pt x="389" y="80000"/>
                    <a:pt x="389" y="80000"/>
                    <a:pt x="389" y="80000"/>
                  </a:cubicBezTo>
                  <a:cubicBezTo>
                    <a:pt x="0" y="83678"/>
                    <a:pt x="0" y="83678"/>
                    <a:pt x="0" y="83678"/>
                  </a:cubicBezTo>
                  <a:cubicBezTo>
                    <a:pt x="0" y="85977"/>
                    <a:pt x="0" y="85977"/>
                    <a:pt x="0" y="85977"/>
                  </a:cubicBezTo>
                  <a:cubicBezTo>
                    <a:pt x="779" y="87356"/>
                    <a:pt x="779" y="87356"/>
                    <a:pt x="779" y="87356"/>
                  </a:cubicBezTo>
                  <a:cubicBezTo>
                    <a:pt x="1168" y="88735"/>
                    <a:pt x="1168" y="88735"/>
                    <a:pt x="1168" y="88735"/>
                  </a:cubicBezTo>
                  <a:cubicBezTo>
                    <a:pt x="57272" y="107586"/>
                    <a:pt x="57272" y="107586"/>
                    <a:pt x="57272" y="107586"/>
                  </a:cubicBezTo>
                  <a:cubicBezTo>
                    <a:pt x="57272" y="107586"/>
                    <a:pt x="84155" y="116321"/>
                    <a:pt x="93116" y="118620"/>
                  </a:cubicBezTo>
                  <a:cubicBezTo>
                    <a:pt x="94285" y="119080"/>
                    <a:pt x="95844" y="119540"/>
                    <a:pt x="97792"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5" name="Shape 1400">
              <a:extLst>
                <a:ext uri="{FF2B5EF4-FFF2-40B4-BE49-F238E27FC236}">
                  <a16:creationId xmlns:a16="http://schemas.microsoft.com/office/drawing/2014/main" id="{071D063D-6E83-E74F-84CC-1A4E54362CF3}"/>
                </a:ext>
              </a:extLst>
            </p:cNvPr>
            <p:cNvSpPr/>
            <p:nvPr/>
          </p:nvSpPr>
          <p:spPr>
            <a:xfrm>
              <a:off x="5637212" y="1731400"/>
              <a:ext cx="325483" cy="532915"/>
            </a:xfrm>
            <a:custGeom>
              <a:avLst/>
              <a:gdLst/>
              <a:ahLst/>
              <a:cxnLst/>
              <a:rect l="0" t="0" r="0" b="0"/>
              <a:pathLst>
                <a:path w="120000" h="120000" extrusionOk="0">
                  <a:moveTo>
                    <a:pt x="25263" y="42466"/>
                  </a:moveTo>
                  <a:cubicBezTo>
                    <a:pt x="25263" y="44396"/>
                    <a:pt x="24210" y="46005"/>
                    <a:pt x="24210" y="46005"/>
                  </a:cubicBezTo>
                  <a:cubicBezTo>
                    <a:pt x="24210" y="47292"/>
                    <a:pt x="24210" y="47292"/>
                    <a:pt x="24210" y="47292"/>
                  </a:cubicBezTo>
                  <a:cubicBezTo>
                    <a:pt x="25789" y="48900"/>
                    <a:pt x="25789" y="48900"/>
                    <a:pt x="25789" y="48900"/>
                  </a:cubicBezTo>
                  <a:cubicBezTo>
                    <a:pt x="28421" y="50187"/>
                    <a:pt x="28421" y="50187"/>
                    <a:pt x="28421" y="50187"/>
                  </a:cubicBezTo>
                  <a:cubicBezTo>
                    <a:pt x="29473" y="51152"/>
                    <a:pt x="29473" y="51152"/>
                    <a:pt x="29473" y="51152"/>
                  </a:cubicBezTo>
                  <a:cubicBezTo>
                    <a:pt x="29999" y="52439"/>
                    <a:pt x="29999" y="52439"/>
                    <a:pt x="29999" y="52439"/>
                  </a:cubicBezTo>
                  <a:cubicBezTo>
                    <a:pt x="29999" y="53726"/>
                    <a:pt x="29999" y="53726"/>
                    <a:pt x="29999" y="53726"/>
                  </a:cubicBezTo>
                  <a:cubicBezTo>
                    <a:pt x="28421" y="54048"/>
                    <a:pt x="28421" y="54048"/>
                    <a:pt x="28421" y="54048"/>
                  </a:cubicBezTo>
                  <a:cubicBezTo>
                    <a:pt x="27894" y="55656"/>
                    <a:pt x="27894" y="55656"/>
                    <a:pt x="27894" y="55656"/>
                  </a:cubicBezTo>
                  <a:cubicBezTo>
                    <a:pt x="25789" y="56621"/>
                    <a:pt x="25789" y="56621"/>
                    <a:pt x="25789" y="56621"/>
                  </a:cubicBezTo>
                  <a:cubicBezTo>
                    <a:pt x="24210" y="57908"/>
                    <a:pt x="24210" y="57908"/>
                    <a:pt x="24210" y="57908"/>
                  </a:cubicBezTo>
                  <a:cubicBezTo>
                    <a:pt x="22105" y="59195"/>
                    <a:pt x="22105" y="59195"/>
                    <a:pt x="22105" y="59195"/>
                  </a:cubicBezTo>
                  <a:cubicBezTo>
                    <a:pt x="21052" y="60804"/>
                    <a:pt x="21052" y="60804"/>
                    <a:pt x="21052" y="60804"/>
                  </a:cubicBezTo>
                  <a:cubicBezTo>
                    <a:pt x="20000" y="61126"/>
                    <a:pt x="20000" y="61126"/>
                    <a:pt x="20000" y="61126"/>
                  </a:cubicBezTo>
                  <a:cubicBezTo>
                    <a:pt x="19473" y="62412"/>
                    <a:pt x="19473" y="62412"/>
                    <a:pt x="19473" y="62412"/>
                  </a:cubicBezTo>
                  <a:cubicBezTo>
                    <a:pt x="17894" y="63699"/>
                    <a:pt x="17894" y="63699"/>
                    <a:pt x="17894" y="63699"/>
                  </a:cubicBezTo>
                  <a:cubicBezTo>
                    <a:pt x="13684" y="66273"/>
                    <a:pt x="13684" y="66273"/>
                    <a:pt x="13684" y="66273"/>
                  </a:cubicBezTo>
                  <a:cubicBezTo>
                    <a:pt x="10526" y="67882"/>
                    <a:pt x="10526" y="67882"/>
                    <a:pt x="10526" y="67882"/>
                  </a:cubicBezTo>
                  <a:cubicBezTo>
                    <a:pt x="10000" y="68847"/>
                    <a:pt x="10000" y="68847"/>
                    <a:pt x="10000" y="68847"/>
                  </a:cubicBezTo>
                  <a:cubicBezTo>
                    <a:pt x="9473" y="70455"/>
                    <a:pt x="9473" y="70455"/>
                    <a:pt x="9473" y="70455"/>
                  </a:cubicBezTo>
                  <a:cubicBezTo>
                    <a:pt x="10526" y="71420"/>
                    <a:pt x="10526" y="71420"/>
                    <a:pt x="10526" y="71420"/>
                  </a:cubicBezTo>
                  <a:cubicBezTo>
                    <a:pt x="11578" y="71742"/>
                    <a:pt x="11578" y="71742"/>
                    <a:pt x="11578" y="71742"/>
                  </a:cubicBezTo>
                  <a:cubicBezTo>
                    <a:pt x="12105" y="71742"/>
                    <a:pt x="12105" y="71742"/>
                    <a:pt x="12105" y="71742"/>
                  </a:cubicBezTo>
                  <a:cubicBezTo>
                    <a:pt x="13684" y="72707"/>
                    <a:pt x="13684" y="72707"/>
                    <a:pt x="13684" y="72707"/>
                  </a:cubicBezTo>
                  <a:cubicBezTo>
                    <a:pt x="13157" y="73351"/>
                    <a:pt x="13157" y="73351"/>
                    <a:pt x="13157" y="73351"/>
                  </a:cubicBezTo>
                  <a:cubicBezTo>
                    <a:pt x="13157" y="75924"/>
                    <a:pt x="13157" y="75924"/>
                    <a:pt x="13157" y="75924"/>
                  </a:cubicBezTo>
                  <a:cubicBezTo>
                    <a:pt x="12631" y="77211"/>
                    <a:pt x="12631" y="77211"/>
                    <a:pt x="12631" y="77211"/>
                  </a:cubicBezTo>
                  <a:cubicBezTo>
                    <a:pt x="12631" y="77855"/>
                    <a:pt x="12631" y="77855"/>
                    <a:pt x="12631" y="77855"/>
                  </a:cubicBezTo>
                  <a:cubicBezTo>
                    <a:pt x="10000" y="78498"/>
                    <a:pt x="10000" y="78498"/>
                    <a:pt x="10000" y="78498"/>
                  </a:cubicBezTo>
                  <a:cubicBezTo>
                    <a:pt x="9473" y="79142"/>
                    <a:pt x="9473" y="79142"/>
                    <a:pt x="9473" y="79142"/>
                  </a:cubicBezTo>
                  <a:cubicBezTo>
                    <a:pt x="9473" y="80750"/>
                    <a:pt x="9473" y="80750"/>
                    <a:pt x="9473" y="80750"/>
                  </a:cubicBezTo>
                  <a:cubicBezTo>
                    <a:pt x="0" y="106166"/>
                    <a:pt x="0" y="106166"/>
                    <a:pt x="0" y="106166"/>
                  </a:cubicBezTo>
                  <a:cubicBezTo>
                    <a:pt x="18421" y="108739"/>
                    <a:pt x="53684" y="113243"/>
                    <a:pt x="53684" y="113243"/>
                  </a:cubicBezTo>
                  <a:cubicBezTo>
                    <a:pt x="109473" y="119999"/>
                    <a:pt x="109473" y="119999"/>
                    <a:pt x="109473" y="119999"/>
                  </a:cubicBezTo>
                  <a:cubicBezTo>
                    <a:pt x="119999" y="82359"/>
                    <a:pt x="119999" y="82359"/>
                    <a:pt x="119999" y="82359"/>
                  </a:cubicBezTo>
                  <a:cubicBezTo>
                    <a:pt x="118947" y="81715"/>
                    <a:pt x="118947" y="81715"/>
                    <a:pt x="118947" y="81715"/>
                  </a:cubicBezTo>
                  <a:cubicBezTo>
                    <a:pt x="117894" y="81072"/>
                    <a:pt x="117894" y="81072"/>
                    <a:pt x="117894" y="81072"/>
                  </a:cubicBezTo>
                  <a:cubicBezTo>
                    <a:pt x="117894" y="80750"/>
                    <a:pt x="117894" y="80750"/>
                    <a:pt x="117894" y="80750"/>
                  </a:cubicBezTo>
                  <a:cubicBezTo>
                    <a:pt x="117368" y="79463"/>
                    <a:pt x="117368" y="79463"/>
                    <a:pt x="117368" y="79463"/>
                  </a:cubicBezTo>
                  <a:cubicBezTo>
                    <a:pt x="116315" y="78498"/>
                    <a:pt x="116315" y="78498"/>
                    <a:pt x="116315" y="78498"/>
                  </a:cubicBezTo>
                  <a:cubicBezTo>
                    <a:pt x="114736" y="77533"/>
                    <a:pt x="114736" y="77533"/>
                    <a:pt x="114736" y="77533"/>
                  </a:cubicBezTo>
                  <a:cubicBezTo>
                    <a:pt x="112631" y="77533"/>
                    <a:pt x="112631" y="77533"/>
                    <a:pt x="112631" y="77533"/>
                  </a:cubicBezTo>
                  <a:cubicBezTo>
                    <a:pt x="112105" y="79142"/>
                    <a:pt x="112105" y="79142"/>
                    <a:pt x="112105" y="79142"/>
                  </a:cubicBezTo>
                  <a:cubicBezTo>
                    <a:pt x="111578" y="80107"/>
                    <a:pt x="111578" y="80107"/>
                    <a:pt x="111578" y="80107"/>
                  </a:cubicBezTo>
                  <a:cubicBezTo>
                    <a:pt x="106315" y="79785"/>
                    <a:pt x="106315" y="79785"/>
                    <a:pt x="106315" y="79785"/>
                  </a:cubicBezTo>
                  <a:cubicBezTo>
                    <a:pt x="103684" y="79142"/>
                    <a:pt x="103684" y="79142"/>
                    <a:pt x="103684" y="79142"/>
                  </a:cubicBezTo>
                  <a:cubicBezTo>
                    <a:pt x="99473" y="78820"/>
                    <a:pt x="99473" y="78820"/>
                    <a:pt x="99473" y="78820"/>
                  </a:cubicBezTo>
                  <a:cubicBezTo>
                    <a:pt x="97368" y="78820"/>
                    <a:pt x="97368" y="78820"/>
                    <a:pt x="97368" y="78820"/>
                  </a:cubicBezTo>
                  <a:cubicBezTo>
                    <a:pt x="96842" y="79463"/>
                    <a:pt x="96842" y="79463"/>
                    <a:pt x="96842" y="79463"/>
                  </a:cubicBezTo>
                  <a:cubicBezTo>
                    <a:pt x="96842" y="80107"/>
                    <a:pt x="96842" y="80107"/>
                    <a:pt x="96842" y="80107"/>
                  </a:cubicBezTo>
                  <a:cubicBezTo>
                    <a:pt x="94210" y="79463"/>
                    <a:pt x="94210" y="79463"/>
                    <a:pt x="94210" y="79463"/>
                  </a:cubicBezTo>
                  <a:cubicBezTo>
                    <a:pt x="91578" y="78498"/>
                    <a:pt x="91578" y="78498"/>
                    <a:pt x="91578" y="78498"/>
                  </a:cubicBezTo>
                  <a:cubicBezTo>
                    <a:pt x="89999" y="78498"/>
                    <a:pt x="89999" y="78498"/>
                    <a:pt x="89999" y="78498"/>
                  </a:cubicBezTo>
                  <a:cubicBezTo>
                    <a:pt x="88947" y="78498"/>
                    <a:pt x="88947" y="78498"/>
                    <a:pt x="88947" y="78498"/>
                  </a:cubicBezTo>
                  <a:cubicBezTo>
                    <a:pt x="88421" y="79463"/>
                    <a:pt x="88421" y="79463"/>
                    <a:pt x="88421" y="79463"/>
                  </a:cubicBezTo>
                  <a:cubicBezTo>
                    <a:pt x="88421" y="80107"/>
                    <a:pt x="88421" y="80107"/>
                    <a:pt x="88421" y="80107"/>
                  </a:cubicBezTo>
                  <a:cubicBezTo>
                    <a:pt x="86315" y="80107"/>
                    <a:pt x="86315" y="80107"/>
                    <a:pt x="86315" y="80107"/>
                  </a:cubicBezTo>
                  <a:cubicBezTo>
                    <a:pt x="85263" y="78820"/>
                    <a:pt x="85263" y="78820"/>
                    <a:pt x="85263" y="78820"/>
                  </a:cubicBezTo>
                  <a:cubicBezTo>
                    <a:pt x="85263" y="77855"/>
                    <a:pt x="85263" y="77855"/>
                    <a:pt x="85263" y="77855"/>
                  </a:cubicBezTo>
                  <a:cubicBezTo>
                    <a:pt x="85263" y="76568"/>
                    <a:pt x="85263" y="76568"/>
                    <a:pt x="85263" y="76568"/>
                  </a:cubicBezTo>
                  <a:cubicBezTo>
                    <a:pt x="84210" y="74638"/>
                    <a:pt x="84210" y="74638"/>
                    <a:pt x="84210" y="74638"/>
                  </a:cubicBezTo>
                  <a:cubicBezTo>
                    <a:pt x="84210" y="72707"/>
                    <a:pt x="84210" y="72707"/>
                    <a:pt x="84210" y="72707"/>
                  </a:cubicBezTo>
                  <a:cubicBezTo>
                    <a:pt x="82105" y="72707"/>
                    <a:pt x="82105" y="72707"/>
                    <a:pt x="82105" y="72707"/>
                  </a:cubicBezTo>
                  <a:cubicBezTo>
                    <a:pt x="79473" y="71742"/>
                    <a:pt x="79473" y="71742"/>
                    <a:pt x="79473" y="71742"/>
                  </a:cubicBezTo>
                  <a:cubicBezTo>
                    <a:pt x="78421" y="70777"/>
                    <a:pt x="78421" y="70777"/>
                    <a:pt x="78421" y="70777"/>
                  </a:cubicBezTo>
                  <a:cubicBezTo>
                    <a:pt x="78421" y="70134"/>
                    <a:pt x="78421" y="70134"/>
                    <a:pt x="78421" y="70134"/>
                  </a:cubicBezTo>
                  <a:cubicBezTo>
                    <a:pt x="78421" y="68525"/>
                    <a:pt x="78421" y="68525"/>
                    <a:pt x="78421" y="68525"/>
                  </a:cubicBezTo>
                  <a:cubicBezTo>
                    <a:pt x="78421" y="66916"/>
                    <a:pt x="78421" y="66916"/>
                    <a:pt x="78421" y="66916"/>
                  </a:cubicBezTo>
                  <a:cubicBezTo>
                    <a:pt x="76315" y="65630"/>
                    <a:pt x="76315" y="65630"/>
                    <a:pt x="76315" y="65630"/>
                  </a:cubicBezTo>
                  <a:cubicBezTo>
                    <a:pt x="76315" y="64664"/>
                    <a:pt x="76315" y="64664"/>
                    <a:pt x="76315" y="64664"/>
                  </a:cubicBezTo>
                  <a:cubicBezTo>
                    <a:pt x="76315" y="62734"/>
                    <a:pt x="76315" y="62734"/>
                    <a:pt x="76315" y="62734"/>
                  </a:cubicBezTo>
                  <a:cubicBezTo>
                    <a:pt x="75789" y="60160"/>
                    <a:pt x="75789" y="60160"/>
                    <a:pt x="75789" y="60160"/>
                  </a:cubicBezTo>
                  <a:cubicBezTo>
                    <a:pt x="74736" y="58873"/>
                    <a:pt x="74736" y="58873"/>
                    <a:pt x="74736" y="58873"/>
                  </a:cubicBezTo>
                  <a:cubicBezTo>
                    <a:pt x="74210" y="57587"/>
                    <a:pt x="74210" y="57587"/>
                    <a:pt x="74210" y="57587"/>
                  </a:cubicBezTo>
                  <a:cubicBezTo>
                    <a:pt x="73157" y="57587"/>
                    <a:pt x="73157" y="57587"/>
                    <a:pt x="73157" y="57587"/>
                  </a:cubicBezTo>
                  <a:cubicBezTo>
                    <a:pt x="71052" y="58552"/>
                    <a:pt x="71052" y="58552"/>
                    <a:pt x="71052" y="58552"/>
                  </a:cubicBezTo>
                  <a:cubicBezTo>
                    <a:pt x="70000" y="58552"/>
                    <a:pt x="70000" y="58552"/>
                    <a:pt x="70000" y="58552"/>
                  </a:cubicBezTo>
                  <a:cubicBezTo>
                    <a:pt x="68421" y="58873"/>
                    <a:pt x="68421" y="58873"/>
                    <a:pt x="68421" y="58873"/>
                  </a:cubicBezTo>
                  <a:cubicBezTo>
                    <a:pt x="66842" y="59839"/>
                    <a:pt x="66842" y="59839"/>
                    <a:pt x="66842" y="59839"/>
                  </a:cubicBezTo>
                  <a:cubicBezTo>
                    <a:pt x="65789" y="59839"/>
                    <a:pt x="65789" y="59839"/>
                    <a:pt x="65789" y="59839"/>
                  </a:cubicBezTo>
                  <a:cubicBezTo>
                    <a:pt x="65789" y="58873"/>
                    <a:pt x="65789" y="58873"/>
                    <a:pt x="65789" y="58873"/>
                  </a:cubicBezTo>
                  <a:cubicBezTo>
                    <a:pt x="63684" y="58230"/>
                    <a:pt x="63684" y="58230"/>
                    <a:pt x="63684" y="58230"/>
                  </a:cubicBezTo>
                  <a:cubicBezTo>
                    <a:pt x="62631" y="57587"/>
                    <a:pt x="62631" y="57587"/>
                    <a:pt x="62631" y="57587"/>
                  </a:cubicBezTo>
                  <a:cubicBezTo>
                    <a:pt x="64210" y="55335"/>
                    <a:pt x="64210" y="55335"/>
                    <a:pt x="64210" y="55335"/>
                  </a:cubicBezTo>
                  <a:cubicBezTo>
                    <a:pt x="65789" y="54048"/>
                    <a:pt x="65789" y="54048"/>
                    <a:pt x="65789" y="54048"/>
                  </a:cubicBezTo>
                  <a:cubicBezTo>
                    <a:pt x="67368" y="54048"/>
                    <a:pt x="67368" y="54048"/>
                    <a:pt x="67368" y="54048"/>
                  </a:cubicBezTo>
                  <a:cubicBezTo>
                    <a:pt x="67894" y="53404"/>
                    <a:pt x="67894" y="53404"/>
                    <a:pt x="67894" y="53404"/>
                  </a:cubicBezTo>
                  <a:cubicBezTo>
                    <a:pt x="66842" y="51474"/>
                    <a:pt x="66842" y="51474"/>
                    <a:pt x="66842" y="51474"/>
                  </a:cubicBezTo>
                  <a:cubicBezTo>
                    <a:pt x="67368" y="49544"/>
                    <a:pt x="67368" y="49544"/>
                    <a:pt x="67368" y="49544"/>
                  </a:cubicBezTo>
                  <a:cubicBezTo>
                    <a:pt x="68947" y="47292"/>
                    <a:pt x="68947" y="47292"/>
                    <a:pt x="68947" y="47292"/>
                  </a:cubicBezTo>
                  <a:cubicBezTo>
                    <a:pt x="70526" y="45361"/>
                    <a:pt x="70526" y="45361"/>
                    <a:pt x="70526" y="45361"/>
                  </a:cubicBezTo>
                  <a:cubicBezTo>
                    <a:pt x="72105" y="43431"/>
                    <a:pt x="72105" y="43431"/>
                    <a:pt x="72105" y="43431"/>
                  </a:cubicBezTo>
                  <a:cubicBezTo>
                    <a:pt x="72105" y="42144"/>
                    <a:pt x="72105" y="42144"/>
                    <a:pt x="72105" y="42144"/>
                  </a:cubicBezTo>
                  <a:cubicBezTo>
                    <a:pt x="67368" y="41501"/>
                    <a:pt x="67368" y="41501"/>
                    <a:pt x="67368" y="41501"/>
                  </a:cubicBezTo>
                  <a:cubicBezTo>
                    <a:pt x="67368" y="41179"/>
                    <a:pt x="67368" y="41179"/>
                    <a:pt x="67368" y="41179"/>
                  </a:cubicBezTo>
                  <a:cubicBezTo>
                    <a:pt x="65789" y="39892"/>
                    <a:pt x="65789" y="39892"/>
                    <a:pt x="65789" y="39892"/>
                  </a:cubicBezTo>
                  <a:cubicBezTo>
                    <a:pt x="64736" y="37962"/>
                    <a:pt x="64736" y="37962"/>
                    <a:pt x="64736" y="37962"/>
                  </a:cubicBezTo>
                  <a:cubicBezTo>
                    <a:pt x="64210" y="35710"/>
                    <a:pt x="64210" y="35710"/>
                    <a:pt x="64210" y="35710"/>
                  </a:cubicBezTo>
                  <a:cubicBezTo>
                    <a:pt x="62631" y="34101"/>
                    <a:pt x="62631" y="34101"/>
                    <a:pt x="62631" y="34101"/>
                  </a:cubicBezTo>
                  <a:cubicBezTo>
                    <a:pt x="59999" y="32493"/>
                    <a:pt x="59999" y="32493"/>
                    <a:pt x="59999" y="32493"/>
                  </a:cubicBezTo>
                  <a:cubicBezTo>
                    <a:pt x="57368" y="29919"/>
                    <a:pt x="57368" y="29919"/>
                    <a:pt x="57368" y="29919"/>
                  </a:cubicBezTo>
                  <a:cubicBezTo>
                    <a:pt x="56842" y="28310"/>
                    <a:pt x="56842" y="28310"/>
                    <a:pt x="56842" y="28310"/>
                  </a:cubicBezTo>
                  <a:cubicBezTo>
                    <a:pt x="54736" y="26380"/>
                    <a:pt x="54736" y="26380"/>
                    <a:pt x="54736" y="26380"/>
                  </a:cubicBezTo>
                  <a:cubicBezTo>
                    <a:pt x="54736" y="25415"/>
                    <a:pt x="54736" y="25415"/>
                    <a:pt x="54736" y="25415"/>
                  </a:cubicBezTo>
                  <a:cubicBezTo>
                    <a:pt x="53157" y="24450"/>
                    <a:pt x="53157" y="24450"/>
                    <a:pt x="53157" y="24450"/>
                  </a:cubicBezTo>
                  <a:cubicBezTo>
                    <a:pt x="53157" y="23163"/>
                    <a:pt x="53157" y="23163"/>
                    <a:pt x="53157" y="23163"/>
                  </a:cubicBezTo>
                  <a:cubicBezTo>
                    <a:pt x="53157" y="22198"/>
                    <a:pt x="53157" y="22198"/>
                    <a:pt x="53157" y="22198"/>
                  </a:cubicBezTo>
                  <a:cubicBezTo>
                    <a:pt x="52105" y="20589"/>
                    <a:pt x="52105" y="20589"/>
                    <a:pt x="52105" y="20589"/>
                  </a:cubicBezTo>
                  <a:cubicBezTo>
                    <a:pt x="51052" y="19946"/>
                    <a:pt x="51052" y="19946"/>
                    <a:pt x="51052" y="19946"/>
                  </a:cubicBezTo>
                  <a:cubicBezTo>
                    <a:pt x="51052" y="18981"/>
                    <a:pt x="51052" y="18981"/>
                    <a:pt x="51052" y="18981"/>
                  </a:cubicBezTo>
                  <a:cubicBezTo>
                    <a:pt x="51578" y="15442"/>
                    <a:pt x="51578" y="15442"/>
                    <a:pt x="51578" y="15442"/>
                  </a:cubicBezTo>
                  <a:cubicBezTo>
                    <a:pt x="53157" y="11581"/>
                    <a:pt x="53157" y="11581"/>
                    <a:pt x="53157" y="11581"/>
                  </a:cubicBezTo>
                  <a:cubicBezTo>
                    <a:pt x="54736" y="8042"/>
                    <a:pt x="54736" y="8042"/>
                    <a:pt x="54736" y="8042"/>
                  </a:cubicBezTo>
                  <a:cubicBezTo>
                    <a:pt x="55789" y="5790"/>
                    <a:pt x="55789" y="5790"/>
                    <a:pt x="55789" y="5790"/>
                  </a:cubicBezTo>
                  <a:cubicBezTo>
                    <a:pt x="56842" y="2573"/>
                    <a:pt x="56842" y="2573"/>
                    <a:pt x="56842" y="2573"/>
                  </a:cubicBezTo>
                  <a:cubicBezTo>
                    <a:pt x="40000" y="0"/>
                    <a:pt x="40000" y="0"/>
                    <a:pt x="40000" y="0"/>
                  </a:cubicBezTo>
                  <a:cubicBezTo>
                    <a:pt x="40000" y="0"/>
                    <a:pt x="27368" y="36675"/>
                    <a:pt x="24736" y="38605"/>
                  </a:cubicBezTo>
                  <a:cubicBezTo>
                    <a:pt x="22631" y="40857"/>
                    <a:pt x="25263" y="40214"/>
                    <a:pt x="25263" y="42466"/>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6" name="Shape 1401">
              <a:extLst>
                <a:ext uri="{FF2B5EF4-FFF2-40B4-BE49-F238E27FC236}">
                  <a16:creationId xmlns:a16="http://schemas.microsoft.com/office/drawing/2014/main" id="{47883E1C-B577-4F46-81ED-F095C6536B46}"/>
                </a:ext>
              </a:extLst>
            </p:cNvPr>
            <p:cNvSpPr/>
            <p:nvPr/>
          </p:nvSpPr>
          <p:spPr>
            <a:xfrm>
              <a:off x="5775501" y="1743205"/>
              <a:ext cx="558211" cy="360899"/>
            </a:xfrm>
            <a:custGeom>
              <a:avLst/>
              <a:gdLst/>
              <a:ahLst/>
              <a:cxnLst/>
              <a:rect l="0" t="0" r="0" b="0"/>
              <a:pathLst>
                <a:path w="120000" h="120000" extrusionOk="0">
                  <a:moveTo>
                    <a:pt x="120000" y="28571"/>
                  </a:moveTo>
                  <a:cubicBezTo>
                    <a:pt x="120000" y="28571"/>
                    <a:pt x="74578" y="20000"/>
                    <a:pt x="56470" y="15714"/>
                  </a:cubicBezTo>
                  <a:cubicBezTo>
                    <a:pt x="34373" y="10476"/>
                    <a:pt x="3375" y="0"/>
                    <a:pt x="3375" y="0"/>
                  </a:cubicBezTo>
                  <a:cubicBezTo>
                    <a:pt x="2762" y="4761"/>
                    <a:pt x="2762" y="4761"/>
                    <a:pt x="2762" y="4761"/>
                  </a:cubicBezTo>
                  <a:cubicBezTo>
                    <a:pt x="2148" y="8095"/>
                    <a:pt x="2148" y="8095"/>
                    <a:pt x="2148" y="8095"/>
                  </a:cubicBezTo>
                  <a:cubicBezTo>
                    <a:pt x="1227" y="13333"/>
                    <a:pt x="1227" y="13333"/>
                    <a:pt x="1227" y="13333"/>
                  </a:cubicBezTo>
                  <a:cubicBezTo>
                    <a:pt x="306" y="19047"/>
                    <a:pt x="306" y="19047"/>
                    <a:pt x="306" y="19047"/>
                  </a:cubicBezTo>
                  <a:cubicBezTo>
                    <a:pt x="0" y="24285"/>
                    <a:pt x="0" y="24285"/>
                    <a:pt x="0" y="24285"/>
                  </a:cubicBezTo>
                  <a:cubicBezTo>
                    <a:pt x="0" y="25714"/>
                    <a:pt x="0" y="25714"/>
                    <a:pt x="0" y="25714"/>
                  </a:cubicBezTo>
                  <a:cubicBezTo>
                    <a:pt x="613" y="26666"/>
                    <a:pt x="613" y="26666"/>
                    <a:pt x="613" y="26666"/>
                  </a:cubicBezTo>
                  <a:cubicBezTo>
                    <a:pt x="1227" y="29047"/>
                    <a:pt x="1227" y="29047"/>
                    <a:pt x="1227" y="29047"/>
                  </a:cubicBezTo>
                  <a:cubicBezTo>
                    <a:pt x="1227" y="30476"/>
                    <a:pt x="1227" y="30476"/>
                    <a:pt x="1227" y="30476"/>
                  </a:cubicBezTo>
                  <a:cubicBezTo>
                    <a:pt x="1227" y="32380"/>
                    <a:pt x="1227" y="32380"/>
                    <a:pt x="1227" y="32380"/>
                  </a:cubicBezTo>
                  <a:cubicBezTo>
                    <a:pt x="2148" y="33809"/>
                    <a:pt x="2148" y="33809"/>
                    <a:pt x="2148" y="33809"/>
                  </a:cubicBezTo>
                  <a:cubicBezTo>
                    <a:pt x="2148" y="35238"/>
                    <a:pt x="2148" y="35238"/>
                    <a:pt x="2148" y="35238"/>
                  </a:cubicBezTo>
                  <a:cubicBezTo>
                    <a:pt x="3375" y="38095"/>
                    <a:pt x="3375" y="38095"/>
                    <a:pt x="3375" y="38095"/>
                  </a:cubicBezTo>
                  <a:cubicBezTo>
                    <a:pt x="3682" y="40476"/>
                    <a:pt x="3682" y="40476"/>
                    <a:pt x="3682" y="40476"/>
                  </a:cubicBezTo>
                  <a:cubicBezTo>
                    <a:pt x="5217" y="44285"/>
                    <a:pt x="5217" y="44285"/>
                    <a:pt x="5217" y="44285"/>
                  </a:cubicBezTo>
                  <a:cubicBezTo>
                    <a:pt x="6751" y="46666"/>
                    <a:pt x="6751" y="46666"/>
                    <a:pt x="6751" y="46666"/>
                  </a:cubicBezTo>
                  <a:cubicBezTo>
                    <a:pt x="7672" y="49047"/>
                    <a:pt x="7672" y="49047"/>
                    <a:pt x="7672" y="49047"/>
                  </a:cubicBezTo>
                  <a:cubicBezTo>
                    <a:pt x="7979" y="52380"/>
                    <a:pt x="7979" y="52380"/>
                    <a:pt x="7979" y="52380"/>
                  </a:cubicBezTo>
                  <a:cubicBezTo>
                    <a:pt x="8593" y="55238"/>
                    <a:pt x="8593" y="55238"/>
                    <a:pt x="8593" y="55238"/>
                  </a:cubicBezTo>
                  <a:cubicBezTo>
                    <a:pt x="9514" y="57142"/>
                    <a:pt x="9514" y="57142"/>
                    <a:pt x="9514" y="57142"/>
                  </a:cubicBezTo>
                  <a:cubicBezTo>
                    <a:pt x="9514" y="57619"/>
                    <a:pt x="9514" y="57619"/>
                    <a:pt x="9514" y="57619"/>
                  </a:cubicBezTo>
                  <a:cubicBezTo>
                    <a:pt x="12276" y="58571"/>
                    <a:pt x="12276" y="58571"/>
                    <a:pt x="12276" y="58571"/>
                  </a:cubicBezTo>
                  <a:cubicBezTo>
                    <a:pt x="12276" y="60476"/>
                    <a:pt x="12276" y="60476"/>
                    <a:pt x="12276" y="60476"/>
                  </a:cubicBezTo>
                  <a:cubicBezTo>
                    <a:pt x="11355" y="63333"/>
                    <a:pt x="11355" y="63333"/>
                    <a:pt x="11355" y="63333"/>
                  </a:cubicBezTo>
                  <a:cubicBezTo>
                    <a:pt x="10434" y="66190"/>
                    <a:pt x="10434" y="66190"/>
                    <a:pt x="10434" y="66190"/>
                  </a:cubicBezTo>
                  <a:cubicBezTo>
                    <a:pt x="9514" y="69523"/>
                    <a:pt x="9514" y="69523"/>
                    <a:pt x="9514" y="69523"/>
                  </a:cubicBezTo>
                  <a:cubicBezTo>
                    <a:pt x="9207" y="72380"/>
                    <a:pt x="9207" y="72380"/>
                    <a:pt x="9207" y="72380"/>
                  </a:cubicBezTo>
                  <a:cubicBezTo>
                    <a:pt x="9820" y="75238"/>
                    <a:pt x="9820" y="75238"/>
                    <a:pt x="9820" y="75238"/>
                  </a:cubicBezTo>
                  <a:cubicBezTo>
                    <a:pt x="9514" y="76190"/>
                    <a:pt x="9514" y="76190"/>
                    <a:pt x="9514" y="76190"/>
                  </a:cubicBezTo>
                  <a:cubicBezTo>
                    <a:pt x="8593" y="76190"/>
                    <a:pt x="8593" y="76190"/>
                    <a:pt x="8593" y="76190"/>
                  </a:cubicBezTo>
                  <a:cubicBezTo>
                    <a:pt x="7672" y="78095"/>
                    <a:pt x="7672" y="78095"/>
                    <a:pt x="7672" y="78095"/>
                  </a:cubicBezTo>
                  <a:cubicBezTo>
                    <a:pt x="6751" y="81428"/>
                    <a:pt x="6751" y="81428"/>
                    <a:pt x="6751" y="81428"/>
                  </a:cubicBezTo>
                  <a:cubicBezTo>
                    <a:pt x="7365" y="82380"/>
                    <a:pt x="7365" y="82380"/>
                    <a:pt x="7365" y="82380"/>
                  </a:cubicBezTo>
                  <a:cubicBezTo>
                    <a:pt x="8593" y="83333"/>
                    <a:pt x="8593" y="83333"/>
                    <a:pt x="8593" y="83333"/>
                  </a:cubicBezTo>
                  <a:cubicBezTo>
                    <a:pt x="8593" y="84761"/>
                    <a:pt x="8593" y="84761"/>
                    <a:pt x="8593" y="84761"/>
                  </a:cubicBezTo>
                  <a:cubicBezTo>
                    <a:pt x="9207" y="84761"/>
                    <a:pt x="9207" y="84761"/>
                    <a:pt x="9207" y="84761"/>
                  </a:cubicBezTo>
                  <a:cubicBezTo>
                    <a:pt x="10127" y="83333"/>
                    <a:pt x="10127" y="83333"/>
                    <a:pt x="10127" y="83333"/>
                  </a:cubicBezTo>
                  <a:cubicBezTo>
                    <a:pt x="11048" y="82857"/>
                    <a:pt x="11048" y="82857"/>
                    <a:pt x="11048" y="82857"/>
                  </a:cubicBezTo>
                  <a:cubicBezTo>
                    <a:pt x="11662" y="82857"/>
                    <a:pt x="11662" y="82857"/>
                    <a:pt x="11662" y="82857"/>
                  </a:cubicBezTo>
                  <a:cubicBezTo>
                    <a:pt x="12890" y="81428"/>
                    <a:pt x="12890" y="81428"/>
                    <a:pt x="12890" y="81428"/>
                  </a:cubicBezTo>
                  <a:cubicBezTo>
                    <a:pt x="13503" y="81428"/>
                    <a:pt x="13503" y="81428"/>
                    <a:pt x="13503" y="81428"/>
                  </a:cubicBezTo>
                  <a:cubicBezTo>
                    <a:pt x="13810" y="83333"/>
                    <a:pt x="13810" y="83333"/>
                    <a:pt x="13810" y="83333"/>
                  </a:cubicBezTo>
                  <a:cubicBezTo>
                    <a:pt x="14424" y="85238"/>
                    <a:pt x="14424" y="85238"/>
                    <a:pt x="14424" y="85238"/>
                  </a:cubicBezTo>
                  <a:cubicBezTo>
                    <a:pt x="14731" y="89047"/>
                    <a:pt x="14731" y="89047"/>
                    <a:pt x="14731" y="89047"/>
                  </a:cubicBezTo>
                  <a:cubicBezTo>
                    <a:pt x="14731" y="91904"/>
                    <a:pt x="14731" y="91904"/>
                    <a:pt x="14731" y="91904"/>
                  </a:cubicBezTo>
                  <a:cubicBezTo>
                    <a:pt x="14731" y="93333"/>
                    <a:pt x="14731" y="93333"/>
                    <a:pt x="14731" y="93333"/>
                  </a:cubicBezTo>
                  <a:cubicBezTo>
                    <a:pt x="15959" y="95238"/>
                    <a:pt x="15959" y="95238"/>
                    <a:pt x="15959" y="95238"/>
                  </a:cubicBezTo>
                  <a:cubicBezTo>
                    <a:pt x="15959" y="97619"/>
                    <a:pt x="15959" y="97619"/>
                    <a:pt x="15959" y="97619"/>
                  </a:cubicBezTo>
                  <a:cubicBezTo>
                    <a:pt x="15959" y="100000"/>
                    <a:pt x="15959" y="100000"/>
                    <a:pt x="15959" y="100000"/>
                  </a:cubicBezTo>
                  <a:cubicBezTo>
                    <a:pt x="15959" y="100952"/>
                    <a:pt x="15959" y="100952"/>
                    <a:pt x="15959" y="100952"/>
                  </a:cubicBezTo>
                  <a:cubicBezTo>
                    <a:pt x="16572" y="102380"/>
                    <a:pt x="16572" y="102380"/>
                    <a:pt x="16572" y="102380"/>
                  </a:cubicBezTo>
                  <a:cubicBezTo>
                    <a:pt x="18107" y="103809"/>
                    <a:pt x="18107" y="103809"/>
                    <a:pt x="18107" y="103809"/>
                  </a:cubicBezTo>
                  <a:cubicBezTo>
                    <a:pt x="19335" y="103809"/>
                    <a:pt x="19335" y="103809"/>
                    <a:pt x="19335" y="103809"/>
                  </a:cubicBezTo>
                  <a:cubicBezTo>
                    <a:pt x="19335" y="106666"/>
                    <a:pt x="19335" y="106666"/>
                    <a:pt x="19335" y="106666"/>
                  </a:cubicBezTo>
                  <a:cubicBezTo>
                    <a:pt x="19948" y="109523"/>
                    <a:pt x="19948" y="109523"/>
                    <a:pt x="19948" y="109523"/>
                  </a:cubicBezTo>
                  <a:cubicBezTo>
                    <a:pt x="19948" y="111428"/>
                    <a:pt x="19948" y="111428"/>
                    <a:pt x="19948" y="111428"/>
                  </a:cubicBezTo>
                  <a:cubicBezTo>
                    <a:pt x="19948" y="112857"/>
                    <a:pt x="19948" y="112857"/>
                    <a:pt x="19948" y="112857"/>
                  </a:cubicBezTo>
                  <a:cubicBezTo>
                    <a:pt x="20562" y="114761"/>
                    <a:pt x="20562" y="114761"/>
                    <a:pt x="20562" y="114761"/>
                  </a:cubicBezTo>
                  <a:cubicBezTo>
                    <a:pt x="21790" y="114761"/>
                    <a:pt x="21790" y="114761"/>
                    <a:pt x="21790" y="114761"/>
                  </a:cubicBezTo>
                  <a:cubicBezTo>
                    <a:pt x="21790" y="113809"/>
                    <a:pt x="21790" y="113809"/>
                    <a:pt x="21790" y="113809"/>
                  </a:cubicBezTo>
                  <a:cubicBezTo>
                    <a:pt x="22097" y="112380"/>
                    <a:pt x="22097" y="112380"/>
                    <a:pt x="22097" y="112380"/>
                  </a:cubicBezTo>
                  <a:cubicBezTo>
                    <a:pt x="22710" y="112380"/>
                    <a:pt x="22710" y="112380"/>
                    <a:pt x="22710" y="112380"/>
                  </a:cubicBezTo>
                  <a:cubicBezTo>
                    <a:pt x="23631" y="112380"/>
                    <a:pt x="23631" y="112380"/>
                    <a:pt x="23631" y="112380"/>
                  </a:cubicBezTo>
                  <a:cubicBezTo>
                    <a:pt x="25166" y="113809"/>
                    <a:pt x="25166" y="113809"/>
                    <a:pt x="25166" y="113809"/>
                  </a:cubicBezTo>
                  <a:cubicBezTo>
                    <a:pt x="26700" y="114761"/>
                    <a:pt x="26700" y="114761"/>
                    <a:pt x="26700" y="114761"/>
                  </a:cubicBezTo>
                  <a:cubicBezTo>
                    <a:pt x="26700" y="113809"/>
                    <a:pt x="26700" y="113809"/>
                    <a:pt x="26700" y="113809"/>
                  </a:cubicBezTo>
                  <a:cubicBezTo>
                    <a:pt x="27007" y="112857"/>
                    <a:pt x="27007" y="112857"/>
                    <a:pt x="27007" y="112857"/>
                  </a:cubicBezTo>
                  <a:cubicBezTo>
                    <a:pt x="28235" y="112857"/>
                    <a:pt x="28235" y="112857"/>
                    <a:pt x="28235" y="112857"/>
                  </a:cubicBezTo>
                  <a:cubicBezTo>
                    <a:pt x="30690" y="113333"/>
                    <a:pt x="30690" y="113333"/>
                    <a:pt x="30690" y="113333"/>
                  </a:cubicBezTo>
                  <a:cubicBezTo>
                    <a:pt x="32225" y="114285"/>
                    <a:pt x="32225" y="114285"/>
                    <a:pt x="32225" y="114285"/>
                  </a:cubicBezTo>
                  <a:cubicBezTo>
                    <a:pt x="35294" y="114761"/>
                    <a:pt x="35294" y="114761"/>
                    <a:pt x="35294" y="114761"/>
                  </a:cubicBezTo>
                  <a:cubicBezTo>
                    <a:pt x="35601" y="113333"/>
                    <a:pt x="35601" y="113333"/>
                    <a:pt x="35601" y="113333"/>
                  </a:cubicBezTo>
                  <a:cubicBezTo>
                    <a:pt x="35907" y="110952"/>
                    <a:pt x="35907" y="110952"/>
                    <a:pt x="35907" y="110952"/>
                  </a:cubicBezTo>
                  <a:cubicBezTo>
                    <a:pt x="37135" y="110952"/>
                    <a:pt x="37135" y="110952"/>
                    <a:pt x="37135" y="110952"/>
                  </a:cubicBezTo>
                  <a:cubicBezTo>
                    <a:pt x="38056" y="112380"/>
                    <a:pt x="38056" y="112380"/>
                    <a:pt x="38056" y="112380"/>
                  </a:cubicBezTo>
                  <a:cubicBezTo>
                    <a:pt x="38670" y="113809"/>
                    <a:pt x="38670" y="113809"/>
                    <a:pt x="38670" y="113809"/>
                  </a:cubicBezTo>
                  <a:cubicBezTo>
                    <a:pt x="38976" y="115714"/>
                    <a:pt x="38976" y="115714"/>
                    <a:pt x="38976" y="115714"/>
                  </a:cubicBezTo>
                  <a:cubicBezTo>
                    <a:pt x="38976" y="116190"/>
                    <a:pt x="38976" y="116190"/>
                    <a:pt x="38976" y="116190"/>
                  </a:cubicBezTo>
                  <a:cubicBezTo>
                    <a:pt x="39590" y="117142"/>
                    <a:pt x="39590" y="117142"/>
                    <a:pt x="39590" y="117142"/>
                  </a:cubicBezTo>
                  <a:cubicBezTo>
                    <a:pt x="40204" y="118095"/>
                    <a:pt x="40204" y="118095"/>
                    <a:pt x="40204" y="118095"/>
                  </a:cubicBezTo>
                  <a:cubicBezTo>
                    <a:pt x="41739" y="105238"/>
                    <a:pt x="41739" y="105238"/>
                    <a:pt x="41739" y="105238"/>
                  </a:cubicBezTo>
                  <a:cubicBezTo>
                    <a:pt x="114168" y="120000"/>
                    <a:pt x="114168" y="120000"/>
                    <a:pt x="114168" y="120000"/>
                  </a:cubicBezTo>
                  <a:cubicBezTo>
                    <a:pt x="114475" y="120000"/>
                    <a:pt x="114475" y="120000"/>
                    <a:pt x="114475" y="120000"/>
                  </a:cubicBezTo>
                  <a:cubicBezTo>
                    <a:pt x="115703" y="98571"/>
                    <a:pt x="115703" y="98571"/>
                    <a:pt x="115703" y="98571"/>
                  </a:cubicBezTo>
                  <a:lnTo>
                    <a:pt x="120000" y="28571"/>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7" name="Shape 1402">
              <a:extLst>
                <a:ext uri="{FF2B5EF4-FFF2-40B4-BE49-F238E27FC236}">
                  <a16:creationId xmlns:a16="http://schemas.microsoft.com/office/drawing/2014/main" id="{9EC14098-D5C7-3942-B5DE-FA5284C1624A}"/>
                </a:ext>
              </a:extLst>
            </p:cNvPr>
            <p:cNvSpPr/>
            <p:nvPr/>
          </p:nvSpPr>
          <p:spPr>
            <a:xfrm>
              <a:off x="7897045" y="1787052"/>
              <a:ext cx="197314" cy="315364"/>
            </a:xfrm>
            <a:custGeom>
              <a:avLst/>
              <a:gdLst/>
              <a:ahLst/>
              <a:cxnLst/>
              <a:rect l="0" t="0" r="0" b="0"/>
              <a:pathLst>
                <a:path w="120000" h="120000" extrusionOk="0">
                  <a:moveTo>
                    <a:pt x="33846" y="120000"/>
                  </a:moveTo>
                  <a:lnTo>
                    <a:pt x="33846" y="118716"/>
                  </a:lnTo>
                  <a:lnTo>
                    <a:pt x="34871" y="116791"/>
                  </a:lnTo>
                  <a:lnTo>
                    <a:pt x="34871" y="116149"/>
                  </a:lnTo>
                  <a:lnTo>
                    <a:pt x="34871" y="114224"/>
                  </a:lnTo>
                  <a:lnTo>
                    <a:pt x="34871" y="112941"/>
                  </a:lnTo>
                  <a:lnTo>
                    <a:pt x="35897" y="111657"/>
                  </a:lnTo>
                  <a:lnTo>
                    <a:pt x="37948" y="111657"/>
                  </a:lnTo>
                  <a:lnTo>
                    <a:pt x="37948" y="109732"/>
                  </a:lnTo>
                  <a:lnTo>
                    <a:pt x="38974" y="108449"/>
                  </a:lnTo>
                  <a:lnTo>
                    <a:pt x="38974" y="106524"/>
                  </a:lnTo>
                  <a:lnTo>
                    <a:pt x="41025" y="106524"/>
                  </a:lnTo>
                  <a:lnTo>
                    <a:pt x="42051" y="106524"/>
                  </a:lnTo>
                  <a:lnTo>
                    <a:pt x="45128" y="106524"/>
                  </a:lnTo>
                  <a:lnTo>
                    <a:pt x="45128" y="103315"/>
                  </a:lnTo>
                  <a:lnTo>
                    <a:pt x="42051" y="103315"/>
                  </a:lnTo>
                  <a:lnTo>
                    <a:pt x="41025" y="103315"/>
                  </a:lnTo>
                  <a:lnTo>
                    <a:pt x="41025" y="102032"/>
                  </a:lnTo>
                  <a:lnTo>
                    <a:pt x="41025" y="101390"/>
                  </a:lnTo>
                  <a:lnTo>
                    <a:pt x="43076" y="100106"/>
                  </a:lnTo>
                  <a:lnTo>
                    <a:pt x="43076" y="99465"/>
                  </a:lnTo>
                  <a:lnTo>
                    <a:pt x="45128" y="98181"/>
                  </a:lnTo>
                  <a:lnTo>
                    <a:pt x="46153" y="98823"/>
                  </a:lnTo>
                  <a:lnTo>
                    <a:pt x="46153" y="99465"/>
                  </a:lnTo>
                  <a:lnTo>
                    <a:pt x="48205" y="98823"/>
                  </a:lnTo>
                  <a:lnTo>
                    <a:pt x="49230" y="98181"/>
                  </a:lnTo>
                  <a:lnTo>
                    <a:pt x="49230" y="96256"/>
                  </a:lnTo>
                  <a:lnTo>
                    <a:pt x="51282" y="97540"/>
                  </a:lnTo>
                  <a:lnTo>
                    <a:pt x="52307" y="98181"/>
                  </a:lnTo>
                  <a:lnTo>
                    <a:pt x="53333" y="98181"/>
                  </a:lnTo>
                  <a:lnTo>
                    <a:pt x="53333" y="96256"/>
                  </a:lnTo>
                  <a:lnTo>
                    <a:pt x="53333" y="95614"/>
                  </a:lnTo>
                  <a:lnTo>
                    <a:pt x="52307" y="95614"/>
                  </a:lnTo>
                  <a:lnTo>
                    <a:pt x="51282" y="94331"/>
                  </a:lnTo>
                  <a:lnTo>
                    <a:pt x="55384" y="94331"/>
                  </a:lnTo>
                  <a:lnTo>
                    <a:pt x="57435" y="94973"/>
                  </a:lnTo>
                  <a:lnTo>
                    <a:pt x="60512" y="94331"/>
                  </a:lnTo>
                  <a:lnTo>
                    <a:pt x="61538" y="92406"/>
                  </a:lnTo>
                  <a:lnTo>
                    <a:pt x="60512" y="89197"/>
                  </a:lnTo>
                  <a:lnTo>
                    <a:pt x="62564" y="89197"/>
                  </a:lnTo>
                  <a:lnTo>
                    <a:pt x="65641" y="91122"/>
                  </a:lnTo>
                  <a:lnTo>
                    <a:pt x="68717" y="90481"/>
                  </a:lnTo>
                  <a:lnTo>
                    <a:pt x="69743" y="89197"/>
                  </a:lnTo>
                  <a:lnTo>
                    <a:pt x="70769" y="86631"/>
                  </a:lnTo>
                  <a:lnTo>
                    <a:pt x="69743" y="84705"/>
                  </a:lnTo>
                  <a:lnTo>
                    <a:pt x="70769" y="82139"/>
                  </a:lnTo>
                  <a:lnTo>
                    <a:pt x="70769" y="80855"/>
                  </a:lnTo>
                  <a:lnTo>
                    <a:pt x="69743" y="78930"/>
                  </a:lnTo>
                  <a:lnTo>
                    <a:pt x="69743" y="77647"/>
                  </a:lnTo>
                  <a:lnTo>
                    <a:pt x="70769" y="75721"/>
                  </a:lnTo>
                  <a:lnTo>
                    <a:pt x="70769" y="74438"/>
                  </a:lnTo>
                  <a:lnTo>
                    <a:pt x="74871" y="77005"/>
                  </a:lnTo>
                  <a:lnTo>
                    <a:pt x="75897" y="78288"/>
                  </a:lnTo>
                  <a:lnTo>
                    <a:pt x="81025" y="78288"/>
                  </a:lnTo>
                  <a:lnTo>
                    <a:pt x="81025" y="77005"/>
                  </a:lnTo>
                  <a:lnTo>
                    <a:pt x="81025" y="74438"/>
                  </a:lnTo>
                  <a:lnTo>
                    <a:pt x="83076" y="73796"/>
                  </a:lnTo>
                  <a:lnTo>
                    <a:pt x="86153" y="74438"/>
                  </a:lnTo>
                  <a:lnTo>
                    <a:pt x="86153" y="75721"/>
                  </a:lnTo>
                  <a:lnTo>
                    <a:pt x="86153" y="78288"/>
                  </a:lnTo>
                  <a:lnTo>
                    <a:pt x="89230" y="77647"/>
                  </a:lnTo>
                  <a:lnTo>
                    <a:pt x="92307" y="75721"/>
                  </a:lnTo>
                  <a:lnTo>
                    <a:pt x="90256" y="74438"/>
                  </a:lnTo>
                  <a:lnTo>
                    <a:pt x="88205" y="73155"/>
                  </a:lnTo>
                  <a:lnTo>
                    <a:pt x="88205" y="71871"/>
                  </a:lnTo>
                  <a:lnTo>
                    <a:pt x="89230" y="71229"/>
                  </a:lnTo>
                  <a:lnTo>
                    <a:pt x="92307" y="73155"/>
                  </a:lnTo>
                  <a:lnTo>
                    <a:pt x="95384" y="74438"/>
                  </a:lnTo>
                  <a:lnTo>
                    <a:pt x="97435" y="73796"/>
                  </a:lnTo>
                  <a:lnTo>
                    <a:pt x="96410" y="71229"/>
                  </a:lnTo>
                  <a:lnTo>
                    <a:pt x="97435" y="71229"/>
                  </a:lnTo>
                  <a:lnTo>
                    <a:pt x="99487" y="71229"/>
                  </a:lnTo>
                  <a:lnTo>
                    <a:pt x="99487" y="67379"/>
                  </a:lnTo>
                  <a:lnTo>
                    <a:pt x="103589" y="67379"/>
                  </a:lnTo>
                  <a:lnTo>
                    <a:pt x="105641" y="67379"/>
                  </a:lnTo>
                  <a:lnTo>
                    <a:pt x="106666" y="66737"/>
                  </a:lnTo>
                  <a:lnTo>
                    <a:pt x="106666" y="64812"/>
                  </a:lnTo>
                  <a:lnTo>
                    <a:pt x="108717" y="64812"/>
                  </a:lnTo>
                  <a:lnTo>
                    <a:pt x="109743" y="64171"/>
                  </a:lnTo>
                  <a:lnTo>
                    <a:pt x="112820" y="62245"/>
                  </a:lnTo>
                  <a:lnTo>
                    <a:pt x="116923" y="62245"/>
                  </a:lnTo>
                  <a:lnTo>
                    <a:pt x="118974" y="60962"/>
                  </a:lnTo>
                  <a:lnTo>
                    <a:pt x="120000" y="57112"/>
                  </a:lnTo>
                  <a:lnTo>
                    <a:pt x="118974" y="56470"/>
                  </a:lnTo>
                  <a:lnTo>
                    <a:pt x="117948" y="56470"/>
                  </a:lnTo>
                  <a:lnTo>
                    <a:pt x="115897" y="56470"/>
                  </a:lnTo>
                  <a:lnTo>
                    <a:pt x="114871" y="55187"/>
                  </a:lnTo>
                  <a:lnTo>
                    <a:pt x="116923" y="53903"/>
                  </a:lnTo>
                  <a:lnTo>
                    <a:pt x="116923" y="53262"/>
                  </a:lnTo>
                  <a:lnTo>
                    <a:pt x="114871" y="52620"/>
                  </a:lnTo>
                  <a:lnTo>
                    <a:pt x="112820" y="49411"/>
                  </a:lnTo>
                  <a:lnTo>
                    <a:pt x="108717" y="49411"/>
                  </a:lnTo>
                  <a:lnTo>
                    <a:pt x="106666" y="49411"/>
                  </a:lnTo>
                  <a:lnTo>
                    <a:pt x="104615" y="46844"/>
                  </a:lnTo>
                  <a:lnTo>
                    <a:pt x="103589" y="43636"/>
                  </a:lnTo>
                  <a:lnTo>
                    <a:pt x="103589" y="41069"/>
                  </a:lnTo>
                  <a:lnTo>
                    <a:pt x="102564" y="39144"/>
                  </a:lnTo>
                  <a:lnTo>
                    <a:pt x="99487" y="39786"/>
                  </a:lnTo>
                  <a:lnTo>
                    <a:pt x="97435" y="40427"/>
                  </a:lnTo>
                  <a:lnTo>
                    <a:pt x="93333" y="40427"/>
                  </a:lnTo>
                  <a:lnTo>
                    <a:pt x="89230" y="39144"/>
                  </a:lnTo>
                  <a:lnTo>
                    <a:pt x="86153" y="35935"/>
                  </a:lnTo>
                  <a:lnTo>
                    <a:pt x="85128" y="31443"/>
                  </a:lnTo>
                  <a:lnTo>
                    <a:pt x="81025" y="25668"/>
                  </a:lnTo>
                  <a:lnTo>
                    <a:pt x="78974" y="19893"/>
                  </a:lnTo>
                  <a:lnTo>
                    <a:pt x="76923" y="16684"/>
                  </a:lnTo>
                  <a:lnTo>
                    <a:pt x="74871" y="11550"/>
                  </a:lnTo>
                  <a:lnTo>
                    <a:pt x="72820" y="7058"/>
                  </a:lnTo>
                  <a:lnTo>
                    <a:pt x="70769" y="5133"/>
                  </a:lnTo>
                  <a:lnTo>
                    <a:pt x="57435" y="0"/>
                  </a:lnTo>
                  <a:lnTo>
                    <a:pt x="54358" y="1925"/>
                  </a:lnTo>
                  <a:lnTo>
                    <a:pt x="51282" y="4491"/>
                  </a:lnTo>
                  <a:lnTo>
                    <a:pt x="46153" y="7058"/>
                  </a:lnTo>
                  <a:lnTo>
                    <a:pt x="43076" y="7058"/>
                  </a:lnTo>
                  <a:lnTo>
                    <a:pt x="40000" y="5775"/>
                  </a:lnTo>
                  <a:lnTo>
                    <a:pt x="34871" y="3850"/>
                  </a:lnTo>
                  <a:lnTo>
                    <a:pt x="30769" y="3208"/>
                  </a:lnTo>
                  <a:lnTo>
                    <a:pt x="29743" y="3208"/>
                  </a:lnTo>
                  <a:lnTo>
                    <a:pt x="27692" y="4491"/>
                  </a:lnTo>
                  <a:lnTo>
                    <a:pt x="22564" y="14117"/>
                  </a:lnTo>
                  <a:lnTo>
                    <a:pt x="20512" y="21176"/>
                  </a:lnTo>
                  <a:lnTo>
                    <a:pt x="15384" y="28877"/>
                  </a:lnTo>
                  <a:lnTo>
                    <a:pt x="13333" y="34652"/>
                  </a:lnTo>
                  <a:lnTo>
                    <a:pt x="12307" y="41069"/>
                  </a:lnTo>
                  <a:lnTo>
                    <a:pt x="13333" y="44278"/>
                  </a:lnTo>
                  <a:lnTo>
                    <a:pt x="15384" y="45561"/>
                  </a:lnTo>
                  <a:lnTo>
                    <a:pt x="14358" y="46844"/>
                  </a:lnTo>
                  <a:lnTo>
                    <a:pt x="12307" y="48770"/>
                  </a:lnTo>
                  <a:lnTo>
                    <a:pt x="12307" y="52620"/>
                  </a:lnTo>
                  <a:lnTo>
                    <a:pt x="10256" y="55828"/>
                  </a:lnTo>
                  <a:lnTo>
                    <a:pt x="10256" y="60320"/>
                  </a:lnTo>
                  <a:lnTo>
                    <a:pt x="7179" y="60962"/>
                  </a:lnTo>
                  <a:lnTo>
                    <a:pt x="7179" y="64171"/>
                  </a:lnTo>
                  <a:lnTo>
                    <a:pt x="1025" y="64171"/>
                  </a:lnTo>
                  <a:lnTo>
                    <a:pt x="0" y="66096"/>
                  </a:lnTo>
                  <a:lnTo>
                    <a:pt x="23589" y="114224"/>
                  </a:lnTo>
                  <a:lnTo>
                    <a:pt x="33846"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8" name="Shape 1403">
              <a:extLst>
                <a:ext uri="{FF2B5EF4-FFF2-40B4-BE49-F238E27FC236}">
                  <a16:creationId xmlns:a16="http://schemas.microsoft.com/office/drawing/2014/main" id="{E6F4D8FD-C322-9C4B-97D7-4D1D481181D0}"/>
                </a:ext>
              </a:extLst>
            </p:cNvPr>
            <p:cNvSpPr/>
            <p:nvPr/>
          </p:nvSpPr>
          <p:spPr>
            <a:xfrm>
              <a:off x="7517596" y="2002917"/>
              <a:ext cx="408118" cy="300186"/>
            </a:xfrm>
            <a:custGeom>
              <a:avLst/>
              <a:gdLst/>
              <a:ahLst/>
              <a:cxnLst/>
              <a:rect l="0" t="0" r="0" b="0"/>
              <a:pathLst>
                <a:path w="120000" h="120000" extrusionOk="0">
                  <a:moveTo>
                    <a:pt x="0" y="98426"/>
                  </a:moveTo>
                  <a:lnTo>
                    <a:pt x="4958" y="91685"/>
                  </a:lnTo>
                  <a:lnTo>
                    <a:pt x="5950" y="89662"/>
                  </a:lnTo>
                  <a:lnTo>
                    <a:pt x="7933" y="86966"/>
                  </a:lnTo>
                  <a:lnTo>
                    <a:pt x="8925" y="85617"/>
                  </a:lnTo>
                  <a:lnTo>
                    <a:pt x="10909" y="83595"/>
                  </a:lnTo>
                  <a:lnTo>
                    <a:pt x="10909" y="81573"/>
                  </a:lnTo>
                  <a:lnTo>
                    <a:pt x="10909" y="80224"/>
                  </a:lnTo>
                  <a:lnTo>
                    <a:pt x="8429" y="73483"/>
                  </a:lnTo>
                  <a:lnTo>
                    <a:pt x="6942" y="68764"/>
                  </a:lnTo>
                  <a:lnTo>
                    <a:pt x="8925" y="66741"/>
                  </a:lnTo>
                  <a:lnTo>
                    <a:pt x="15371" y="64719"/>
                  </a:lnTo>
                  <a:lnTo>
                    <a:pt x="18842" y="64719"/>
                  </a:lnTo>
                  <a:lnTo>
                    <a:pt x="23305" y="64719"/>
                  </a:lnTo>
                  <a:lnTo>
                    <a:pt x="26280" y="64719"/>
                  </a:lnTo>
                  <a:lnTo>
                    <a:pt x="27768" y="64719"/>
                  </a:lnTo>
                  <a:lnTo>
                    <a:pt x="31239" y="62696"/>
                  </a:lnTo>
                  <a:lnTo>
                    <a:pt x="33223" y="62696"/>
                  </a:lnTo>
                  <a:lnTo>
                    <a:pt x="38181" y="60674"/>
                  </a:lnTo>
                  <a:lnTo>
                    <a:pt x="41157" y="55955"/>
                  </a:lnTo>
                  <a:lnTo>
                    <a:pt x="44132" y="53932"/>
                  </a:lnTo>
                  <a:lnTo>
                    <a:pt x="46115" y="51910"/>
                  </a:lnTo>
                  <a:lnTo>
                    <a:pt x="46115" y="50561"/>
                  </a:lnTo>
                  <a:lnTo>
                    <a:pt x="46115" y="47865"/>
                  </a:lnTo>
                  <a:lnTo>
                    <a:pt x="44132" y="44494"/>
                  </a:lnTo>
                  <a:lnTo>
                    <a:pt x="46115" y="42471"/>
                  </a:lnTo>
                  <a:lnTo>
                    <a:pt x="46611" y="39775"/>
                  </a:lnTo>
                  <a:lnTo>
                    <a:pt x="44132" y="41123"/>
                  </a:lnTo>
                  <a:lnTo>
                    <a:pt x="43140" y="39775"/>
                  </a:lnTo>
                  <a:lnTo>
                    <a:pt x="42148" y="37078"/>
                  </a:lnTo>
                  <a:lnTo>
                    <a:pt x="44628" y="34382"/>
                  </a:lnTo>
                  <a:lnTo>
                    <a:pt x="48595" y="29662"/>
                  </a:lnTo>
                  <a:lnTo>
                    <a:pt x="50082" y="25617"/>
                  </a:lnTo>
                  <a:lnTo>
                    <a:pt x="50578" y="22247"/>
                  </a:lnTo>
                  <a:lnTo>
                    <a:pt x="54545" y="15505"/>
                  </a:lnTo>
                  <a:lnTo>
                    <a:pt x="57520" y="10112"/>
                  </a:lnTo>
                  <a:lnTo>
                    <a:pt x="60991" y="6741"/>
                  </a:lnTo>
                  <a:lnTo>
                    <a:pt x="64462" y="5393"/>
                  </a:lnTo>
                  <a:lnTo>
                    <a:pt x="69917" y="3370"/>
                  </a:lnTo>
                  <a:lnTo>
                    <a:pt x="72892" y="1348"/>
                  </a:lnTo>
                  <a:lnTo>
                    <a:pt x="80826" y="0"/>
                  </a:lnTo>
                  <a:lnTo>
                    <a:pt x="80826" y="3370"/>
                  </a:lnTo>
                  <a:lnTo>
                    <a:pt x="80826" y="7415"/>
                  </a:lnTo>
                  <a:lnTo>
                    <a:pt x="81818" y="10786"/>
                  </a:lnTo>
                  <a:lnTo>
                    <a:pt x="83305" y="15505"/>
                  </a:lnTo>
                  <a:lnTo>
                    <a:pt x="84793" y="16179"/>
                  </a:lnTo>
                  <a:lnTo>
                    <a:pt x="86280" y="21573"/>
                  </a:lnTo>
                  <a:lnTo>
                    <a:pt x="84793" y="22921"/>
                  </a:lnTo>
                  <a:lnTo>
                    <a:pt x="84297" y="27640"/>
                  </a:lnTo>
                  <a:lnTo>
                    <a:pt x="86280" y="32359"/>
                  </a:lnTo>
                  <a:lnTo>
                    <a:pt x="87768" y="37752"/>
                  </a:lnTo>
                  <a:lnTo>
                    <a:pt x="89752" y="39775"/>
                  </a:lnTo>
                  <a:lnTo>
                    <a:pt x="90247" y="47191"/>
                  </a:lnTo>
                  <a:lnTo>
                    <a:pt x="91239" y="53258"/>
                  </a:lnTo>
                  <a:lnTo>
                    <a:pt x="93223" y="59325"/>
                  </a:lnTo>
                  <a:lnTo>
                    <a:pt x="93223" y="60000"/>
                  </a:lnTo>
                  <a:lnTo>
                    <a:pt x="93223" y="68764"/>
                  </a:lnTo>
                  <a:lnTo>
                    <a:pt x="93223" y="80898"/>
                  </a:lnTo>
                  <a:lnTo>
                    <a:pt x="95206" y="93707"/>
                  </a:lnTo>
                  <a:lnTo>
                    <a:pt x="95206" y="98426"/>
                  </a:lnTo>
                  <a:lnTo>
                    <a:pt x="97190" y="102471"/>
                  </a:lnTo>
                  <a:lnTo>
                    <a:pt x="95206" y="106516"/>
                  </a:lnTo>
                  <a:lnTo>
                    <a:pt x="95702" y="108539"/>
                  </a:lnTo>
                  <a:lnTo>
                    <a:pt x="92231" y="115280"/>
                  </a:lnTo>
                  <a:lnTo>
                    <a:pt x="95702" y="113258"/>
                  </a:lnTo>
                  <a:lnTo>
                    <a:pt x="98181" y="111910"/>
                  </a:lnTo>
                  <a:lnTo>
                    <a:pt x="101157" y="109213"/>
                  </a:lnTo>
                  <a:lnTo>
                    <a:pt x="102148" y="107865"/>
                  </a:lnTo>
                  <a:lnTo>
                    <a:pt x="105123" y="107191"/>
                  </a:lnTo>
                  <a:lnTo>
                    <a:pt x="107603" y="106516"/>
                  </a:lnTo>
                  <a:lnTo>
                    <a:pt x="108595" y="105168"/>
                  </a:lnTo>
                  <a:lnTo>
                    <a:pt x="111570" y="103146"/>
                  </a:lnTo>
                  <a:lnTo>
                    <a:pt x="114049" y="99101"/>
                  </a:lnTo>
                  <a:lnTo>
                    <a:pt x="111570" y="105842"/>
                  </a:lnTo>
                  <a:lnTo>
                    <a:pt x="114049" y="104494"/>
                  </a:lnTo>
                  <a:lnTo>
                    <a:pt x="115537" y="101797"/>
                  </a:lnTo>
                  <a:lnTo>
                    <a:pt x="117024" y="101123"/>
                  </a:lnTo>
                  <a:lnTo>
                    <a:pt x="119008" y="100449"/>
                  </a:lnTo>
                  <a:lnTo>
                    <a:pt x="120000" y="100449"/>
                  </a:lnTo>
                  <a:lnTo>
                    <a:pt x="115537" y="105842"/>
                  </a:lnTo>
                  <a:lnTo>
                    <a:pt x="111570" y="109887"/>
                  </a:lnTo>
                  <a:lnTo>
                    <a:pt x="108595" y="111910"/>
                  </a:lnTo>
                  <a:lnTo>
                    <a:pt x="106115" y="115280"/>
                  </a:lnTo>
                  <a:lnTo>
                    <a:pt x="102148" y="116629"/>
                  </a:lnTo>
                  <a:lnTo>
                    <a:pt x="97685" y="118651"/>
                  </a:lnTo>
                  <a:lnTo>
                    <a:pt x="93719" y="120000"/>
                  </a:lnTo>
                  <a:lnTo>
                    <a:pt x="91239" y="117977"/>
                  </a:lnTo>
                  <a:lnTo>
                    <a:pt x="90247" y="115280"/>
                  </a:lnTo>
                  <a:lnTo>
                    <a:pt x="90247" y="112584"/>
                  </a:lnTo>
                  <a:lnTo>
                    <a:pt x="89256" y="111235"/>
                  </a:lnTo>
                  <a:lnTo>
                    <a:pt x="82809" y="108539"/>
                  </a:lnTo>
                  <a:lnTo>
                    <a:pt x="76859" y="106516"/>
                  </a:lnTo>
                  <a:lnTo>
                    <a:pt x="77851" y="103146"/>
                  </a:lnTo>
                  <a:lnTo>
                    <a:pt x="76363" y="101797"/>
                  </a:lnTo>
                  <a:lnTo>
                    <a:pt x="74876" y="101797"/>
                  </a:lnTo>
                  <a:lnTo>
                    <a:pt x="73388" y="101123"/>
                  </a:lnTo>
                  <a:lnTo>
                    <a:pt x="71404" y="96404"/>
                  </a:lnTo>
                  <a:lnTo>
                    <a:pt x="69421" y="93033"/>
                  </a:lnTo>
                  <a:lnTo>
                    <a:pt x="65454" y="89662"/>
                  </a:lnTo>
                  <a:lnTo>
                    <a:pt x="991" y="105168"/>
                  </a:lnTo>
                  <a:lnTo>
                    <a:pt x="0" y="984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9" name="Shape 1404">
              <a:extLst>
                <a:ext uri="{FF2B5EF4-FFF2-40B4-BE49-F238E27FC236}">
                  <a16:creationId xmlns:a16="http://schemas.microsoft.com/office/drawing/2014/main" id="{BBF2B7C1-B87C-394C-BF25-FC114E81ED7B}"/>
                </a:ext>
              </a:extLst>
            </p:cNvPr>
            <p:cNvSpPr/>
            <p:nvPr/>
          </p:nvSpPr>
          <p:spPr>
            <a:xfrm>
              <a:off x="7792485" y="1982680"/>
              <a:ext cx="94441" cy="170331"/>
            </a:xfrm>
            <a:custGeom>
              <a:avLst/>
              <a:gdLst/>
              <a:ahLst/>
              <a:cxnLst/>
              <a:rect l="0" t="0" r="0" b="0"/>
              <a:pathLst>
                <a:path w="120000" h="120000" extrusionOk="0">
                  <a:moveTo>
                    <a:pt x="0" y="27326"/>
                  </a:moveTo>
                  <a:lnTo>
                    <a:pt x="4285" y="33267"/>
                  </a:lnTo>
                  <a:lnTo>
                    <a:pt x="10714" y="41584"/>
                  </a:lnTo>
                  <a:lnTo>
                    <a:pt x="17142" y="42772"/>
                  </a:lnTo>
                  <a:lnTo>
                    <a:pt x="23571" y="52277"/>
                  </a:lnTo>
                  <a:lnTo>
                    <a:pt x="17142" y="54653"/>
                  </a:lnTo>
                  <a:lnTo>
                    <a:pt x="14999" y="62970"/>
                  </a:lnTo>
                  <a:lnTo>
                    <a:pt x="23571" y="71287"/>
                  </a:lnTo>
                  <a:lnTo>
                    <a:pt x="29999" y="80792"/>
                  </a:lnTo>
                  <a:lnTo>
                    <a:pt x="38571" y="84356"/>
                  </a:lnTo>
                  <a:lnTo>
                    <a:pt x="40714" y="97425"/>
                  </a:lnTo>
                  <a:lnTo>
                    <a:pt x="44999" y="108118"/>
                  </a:lnTo>
                  <a:lnTo>
                    <a:pt x="53571" y="118811"/>
                  </a:lnTo>
                  <a:lnTo>
                    <a:pt x="53571" y="120000"/>
                  </a:lnTo>
                  <a:lnTo>
                    <a:pt x="100714" y="116435"/>
                  </a:lnTo>
                  <a:lnTo>
                    <a:pt x="96428" y="108118"/>
                  </a:lnTo>
                  <a:lnTo>
                    <a:pt x="98571" y="97425"/>
                  </a:lnTo>
                  <a:lnTo>
                    <a:pt x="96428" y="84356"/>
                  </a:lnTo>
                  <a:lnTo>
                    <a:pt x="94285" y="71287"/>
                  </a:lnTo>
                  <a:lnTo>
                    <a:pt x="100714" y="53465"/>
                  </a:lnTo>
                  <a:lnTo>
                    <a:pt x="100714" y="38019"/>
                  </a:lnTo>
                  <a:lnTo>
                    <a:pt x="119999" y="29702"/>
                  </a:lnTo>
                  <a:lnTo>
                    <a:pt x="119999" y="24950"/>
                  </a:lnTo>
                  <a:lnTo>
                    <a:pt x="113571" y="20198"/>
                  </a:lnTo>
                  <a:lnTo>
                    <a:pt x="113571" y="14257"/>
                  </a:lnTo>
                  <a:lnTo>
                    <a:pt x="113571" y="4752"/>
                  </a:lnTo>
                  <a:lnTo>
                    <a:pt x="107142" y="0"/>
                  </a:lnTo>
                  <a:lnTo>
                    <a:pt x="92142" y="2376"/>
                  </a:lnTo>
                  <a:lnTo>
                    <a:pt x="77142" y="4752"/>
                  </a:lnTo>
                  <a:lnTo>
                    <a:pt x="47142" y="7128"/>
                  </a:lnTo>
                  <a:lnTo>
                    <a:pt x="32142" y="9504"/>
                  </a:lnTo>
                  <a:lnTo>
                    <a:pt x="10714" y="14257"/>
                  </a:lnTo>
                  <a:lnTo>
                    <a:pt x="0" y="14257"/>
                  </a:lnTo>
                  <a:lnTo>
                    <a:pt x="0" y="20198"/>
                  </a:lnTo>
                  <a:lnTo>
                    <a:pt x="0" y="273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0" name="Shape 1405">
              <a:extLst>
                <a:ext uri="{FF2B5EF4-FFF2-40B4-BE49-F238E27FC236}">
                  <a16:creationId xmlns:a16="http://schemas.microsoft.com/office/drawing/2014/main" id="{12799D3E-9E8A-8B47-AC43-73C8FAE195D7}"/>
                </a:ext>
              </a:extLst>
            </p:cNvPr>
            <p:cNvSpPr/>
            <p:nvPr/>
          </p:nvSpPr>
          <p:spPr>
            <a:xfrm>
              <a:off x="7866689" y="1960756"/>
              <a:ext cx="84322" cy="187194"/>
            </a:xfrm>
            <a:custGeom>
              <a:avLst/>
              <a:gdLst/>
              <a:ahLst/>
              <a:cxnLst/>
              <a:rect l="0" t="0" r="0" b="0"/>
              <a:pathLst>
                <a:path w="120000" h="120000" extrusionOk="0">
                  <a:moveTo>
                    <a:pt x="43200" y="0"/>
                  </a:moveTo>
                  <a:lnTo>
                    <a:pt x="33600" y="1081"/>
                  </a:lnTo>
                  <a:lnTo>
                    <a:pt x="21600" y="1081"/>
                  </a:lnTo>
                  <a:lnTo>
                    <a:pt x="21600" y="6486"/>
                  </a:lnTo>
                  <a:lnTo>
                    <a:pt x="19200" y="9729"/>
                  </a:lnTo>
                  <a:lnTo>
                    <a:pt x="14400" y="14054"/>
                  </a:lnTo>
                  <a:lnTo>
                    <a:pt x="21600" y="18378"/>
                  </a:lnTo>
                  <a:lnTo>
                    <a:pt x="21600" y="27027"/>
                  </a:lnTo>
                  <a:lnTo>
                    <a:pt x="21600" y="32432"/>
                  </a:lnTo>
                  <a:lnTo>
                    <a:pt x="28800" y="36756"/>
                  </a:lnTo>
                  <a:lnTo>
                    <a:pt x="28800" y="41081"/>
                  </a:lnTo>
                  <a:lnTo>
                    <a:pt x="7200" y="48648"/>
                  </a:lnTo>
                  <a:lnTo>
                    <a:pt x="7200" y="62702"/>
                  </a:lnTo>
                  <a:lnTo>
                    <a:pt x="0" y="78918"/>
                  </a:lnTo>
                  <a:lnTo>
                    <a:pt x="2400" y="90810"/>
                  </a:lnTo>
                  <a:lnTo>
                    <a:pt x="4800" y="102702"/>
                  </a:lnTo>
                  <a:lnTo>
                    <a:pt x="2400" y="112432"/>
                  </a:lnTo>
                  <a:lnTo>
                    <a:pt x="7200" y="120000"/>
                  </a:lnTo>
                  <a:lnTo>
                    <a:pt x="96000" y="110270"/>
                  </a:lnTo>
                  <a:lnTo>
                    <a:pt x="98400" y="104864"/>
                  </a:lnTo>
                  <a:lnTo>
                    <a:pt x="117600" y="101621"/>
                  </a:lnTo>
                  <a:lnTo>
                    <a:pt x="115200" y="98378"/>
                  </a:lnTo>
                  <a:lnTo>
                    <a:pt x="120000" y="89729"/>
                  </a:lnTo>
                  <a:lnTo>
                    <a:pt x="120000" y="89729"/>
                  </a:lnTo>
                  <a:lnTo>
                    <a:pt x="98400" y="81081"/>
                  </a:lnTo>
                  <a:lnTo>
                    <a:pt x="4320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1" name="Shape 1406">
              <a:extLst>
                <a:ext uri="{FF2B5EF4-FFF2-40B4-BE49-F238E27FC236}">
                  <a16:creationId xmlns:a16="http://schemas.microsoft.com/office/drawing/2014/main" id="{A2E4B6D9-D3EE-394C-97E8-509301DE86D9}"/>
                </a:ext>
              </a:extLst>
            </p:cNvPr>
            <p:cNvSpPr/>
            <p:nvPr/>
          </p:nvSpPr>
          <p:spPr>
            <a:xfrm>
              <a:off x="7834647" y="2188425"/>
              <a:ext cx="94441" cy="86008"/>
            </a:xfrm>
            <a:custGeom>
              <a:avLst/>
              <a:gdLst/>
              <a:ahLst/>
              <a:cxnLst/>
              <a:rect l="0" t="0" r="0" b="0"/>
              <a:pathLst>
                <a:path w="120000" h="120000" extrusionOk="0">
                  <a:moveTo>
                    <a:pt x="8571" y="68235"/>
                  </a:moveTo>
                  <a:lnTo>
                    <a:pt x="8571" y="84705"/>
                  </a:lnTo>
                  <a:lnTo>
                    <a:pt x="17142" y="98823"/>
                  </a:lnTo>
                  <a:lnTo>
                    <a:pt x="8571" y="112941"/>
                  </a:lnTo>
                  <a:lnTo>
                    <a:pt x="10714" y="120000"/>
                  </a:lnTo>
                  <a:lnTo>
                    <a:pt x="19285" y="117647"/>
                  </a:lnTo>
                  <a:lnTo>
                    <a:pt x="27857" y="105882"/>
                  </a:lnTo>
                  <a:lnTo>
                    <a:pt x="32142" y="103529"/>
                  </a:lnTo>
                  <a:lnTo>
                    <a:pt x="42857" y="91764"/>
                  </a:lnTo>
                  <a:lnTo>
                    <a:pt x="53571" y="84705"/>
                  </a:lnTo>
                  <a:lnTo>
                    <a:pt x="70714" y="84705"/>
                  </a:lnTo>
                  <a:lnTo>
                    <a:pt x="79285" y="80000"/>
                  </a:lnTo>
                  <a:lnTo>
                    <a:pt x="83571" y="75294"/>
                  </a:lnTo>
                  <a:lnTo>
                    <a:pt x="94285" y="70588"/>
                  </a:lnTo>
                  <a:lnTo>
                    <a:pt x="104999" y="65882"/>
                  </a:lnTo>
                  <a:lnTo>
                    <a:pt x="117857" y="65882"/>
                  </a:lnTo>
                  <a:lnTo>
                    <a:pt x="119999" y="61176"/>
                  </a:lnTo>
                  <a:lnTo>
                    <a:pt x="107142" y="0"/>
                  </a:lnTo>
                  <a:lnTo>
                    <a:pt x="51428" y="11764"/>
                  </a:lnTo>
                  <a:lnTo>
                    <a:pt x="0" y="21176"/>
                  </a:lnTo>
                  <a:lnTo>
                    <a:pt x="0" y="23529"/>
                  </a:lnTo>
                  <a:lnTo>
                    <a:pt x="8571" y="6823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2" name="Shape 1407">
              <a:extLst>
                <a:ext uri="{FF2B5EF4-FFF2-40B4-BE49-F238E27FC236}">
                  <a16:creationId xmlns:a16="http://schemas.microsoft.com/office/drawing/2014/main" id="{7C6A6CBC-0100-FF48-B058-ACD7500C9F7E}"/>
                </a:ext>
              </a:extLst>
            </p:cNvPr>
            <p:cNvSpPr/>
            <p:nvPr/>
          </p:nvSpPr>
          <p:spPr>
            <a:xfrm>
              <a:off x="7918970" y="2179992"/>
              <a:ext cx="40475" cy="52279"/>
            </a:xfrm>
            <a:custGeom>
              <a:avLst/>
              <a:gdLst/>
              <a:ahLst/>
              <a:cxnLst/>
              <a:rect l="0" t="0" r="0" b="0"/>
              <a:pathLst>
                <a:path w="120000" h="120000" extrusionOk="0">
                  <a:moveTo>
                    <a:pt x="115000" y="58064"/>
                  </a:moveTo>
                  <a:lnTo>
                    <a:pt x="105000" y="50322"/>
                  </a:lnTo>
                  <a:lnTo>
                    <a:pt x="105000" y="46451"/>
                  </a:lnTo>
                  <a:lnTo>
                    <a:pt x="90000" y="42580"/>
                  </a:lnTo>
                  <a:lnTo>
                    <a:pt x="80000" y="38709"/>
                  </a:lnTo>
                  <a:lnTo>
                    <a:pt x="80000" y="27096"/>
                  </a:lnTo>
                  <a:lnTo>
                    <a:pt x="65000" y="19354"/>
                  </a:lnTo>
                  <a:lnTo>
                    <a:pt x="50000" y="0"/>
                  </a:lnTo>
                  <a:lnTo>
                    <a:pt x="0" y="19354"/>
                  </a:lnTo>
                  <a:lnTo>
                    <a:pt x="30000" y="120000"/>
                  </a:lnTo>
                  <a:lnTo>
                    <a:pt x="40000" y="112258"/>
                  </a:lnTo>
                  <a:lnTo>
                    <a:pt x="50000" y="108387"/>
                  </a:lnTo>
                  <a:lnTo>
                    <a:pt x="70000" y="100645"/>
                  </a:lnTo>
                  <a:lnTo>
                    <a:pt x="70000" y="89032"/>
                  </a:lnTo>
                  <a:lnTo>
                    <a:pt x="70000" y="85161"/>
                  </a:lnTo>
                  <a:lnTo>
                    <a:pt x="70000" y="77419"/>
                  </a:lnTo>
                  <a:lnTo>
                    <a:pt x="70000" y="65806"/>
                  </a:lnTo>
                  <a:lnTo>
                    <a:pt x="70000" y="58064"/>
                  </a:lnTo>
                  <a:lnTo>
                    <a:pt x="70000" y="54193"/>
                  </a:lnTo>
                  <a:lnTo>
                    <a:pt x="75000" y="50322"/>
                  </a:lnTo>
                  <a:lnTo>
                    <a:pt x="80000" y="50322"/>
                  </a:lnTo>
                  <a:lnTo>
                    <a:pt x="95000" y="54193"/>
                  </a:lnTo>
                  <a:lnTo>
                    <a:pt x="95000" y="61935"/>
                  </a:lnTo>
                  <a:lnTo>
                    <a:pt x="105000" y="77419"/>
                  </a:lnTo>
                  <a:lnTo>
                    <a:pt x="105000" y="81290"/>
                  </a:lnTo>
                  <a:lnTo>
                    <a:pt x="110000" y="85161"/>
                  </a:lnTo>
                  <a:lnTo>
                    <a:pt x="120000" y="81290"/>
                  </a:lnTo>
                  <a:lnTo>
                    <a:pt x="120000" y="77419"/>
                  </a:lnTo>
                  <a:lnTo>
                    <a:pt x="120000" y="73548"/>
                  </a:lnTo>
                  <a:lnTo>
                    <a:pt x="115000" y="5806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3" name="Shape 1408">
              <a:extLst>
                <a:ext uri="{FF2B5EF4-FFF2-40B4-BE49-F238E27FC236}">
                  <a16:creationId xmlns:a16="http://schemas.microsoft.com/office/drawing/2014/main" id="{4CCBBE8B-05BD-2B45-B9E7-701B849E8847}"/>
                </a:ext>
              </a:extLst>
            </p:cNvPr>
            <p:cNvSpPr/>
            <p:nvPr/>
          </p:nvSpPr>
          <p:spPr>
            <a:xfrm>
              <a:off x="7834647" y="2119281"/>
              <a:ext cx="183821" cy="92755"/>
            </a:xfrm>
            <a:custGeom>
              <a:avLst/>
              <a:gdLst/>
              <a:ahLst/>
              <a:cxnLst/>
              <a:rect l="0" t="0" r="0" b="0"/>
              <a:pathLst>
                <a:path w="120000" h="120000" extrusionOk="0">
                  <a:moveTo>
                    <a:pt x="117798" y="76363"/>
                  </a:moveTo>
                  <a:lnTo>
                    <a:pt x="115596" y="69818"/>
                  </a:lnTo>
                  <a:lnTo>
                    <a:pt x="114495" y="67636"/>
                  </a:lnTo>
                  <a:lnTo>
                    <a:pt x="111192" y="63272"/>
                  </a:lnTo>
                  <a:lnTo>
                    <a:pt x="107889" y="58909"/>
                  </a:lnTo>
                  <a:lnTo>
                    <a:pt x="106788" y="54545"/>
                  </a:lnTo>
                  <a:lnTo>
                    <a:pt x="105688" y="58909"/>
                  </a:lnTo>
                  <a:lnTo>
                    <a:pt x="106788" y="63272"/>
                  </a:lnTo>
                  <a:lnTo>
                    <a:pt x="110091" y="69818"/>
                  </a:lnTo>
                  <a:lnTo>
                    <a:pt x="112293" y="76363"/>
                  </a:lnTo>
                  <a:lnTo>
                    <a:pt x="108990" y="78545"/>
                  </a:lnTo>
                  <a:lnTo>
                    <a:pt x="104587" y="78545"/>
                  </a:lnTo>
                  <a:lnTo>
                    <a:pt x="97981" y="85090"/>
                  </a:lnTo>
                  <a:lnTo>
                    <a:pt x="96880" y="80727"/>
                  </a:lnTo>
                  <a:lnTo>
                    <a:pt x="95779" y="78545"/>
                  </a:lnTo>
                  <a:lnTo>
                    <a:pt x="93577" y="76363"/>
                  </a:lnTo>
                  <a:lnTo>
                    <a:pt x="90275" y="72000"/>
                  </a:lnTo>
                  <a:lnTo>
                    <a:pt x="89174" y="69818"/>
                  </a:lnTo>
                  <a:lnTo>
                    <a:pt x="90275" y="65454"/>
                  </a:lnTo>
                  <a:lnTo>
                    <a:pt x="89174" y="58909"/>
                  </a:lnTo>
                  <a:lnTo>
                    <a:pt x="84770" y="52363"/>
                  </a:lnTo>
                  <a:lnTo>
                    <a:pt x="80366" y="48000"/>
                  </a:lnTo>
                  <a:lnTo>
                    <a:pt x="78165" y="48000"/>
                  </a:lnTo>
                  <a:lnTo>
                    <a:pt x="75963" y="48000"/>
                  </a:lnTo>
                  <a:lnTo>
                    <a:pt x="74862" y="43636"/>
                  </a:lnTo>
                  <a:lnTo>
                    <a:pt x="74862" y="34909"/>
                  </a:lnTo>
                  <a:lnTo>
                    <a:pt x="77064" y="30545"/>
                  </a:lnTo>
                  <a:lnTo>
                    <a:pt x="78165" y="28363"/>
                  </a:lnTo>
                  <a:lnTo>
                    <a:pt x="80366" y="24000"/>
                  </a:lnTo>
                  <a:lnTo>
                    <a:pt x="84770" y="19636"/>
                  </a:lnTo>
                  <a:lnTo>
                    <a:pt x="84770" y="17454"/>
                  </a:lnTo>
                  <a:lnTo>
                    <a:pt x="83669" y="13090"/>
                  </a:lnTo>
                  <a:lnTo>
                    <a:pt x="80366" y="13090"/>
                  </a:lnTo>
                  <a:lnTo>
                    <a:pt x="78165" y="13090"/>
                  </a:lnTo>
                  <a:lnTo>
                    <a:pt x="77064" y="6545"/>
                  </a:lnTo>
                  <a:lnTo>
                    <a:pt x="74862" y="0"/>
                  </a:lnTo>
                  <a:lnTo>
                    <a:pt x="66055" y="6545"/>
                  </a:lnTo>
                  <a:lnTo>
                    <a:pt x="64954" y="17454"/>
                  </a:lnTo>
                  <a:lnTo>
                    <a:pt x="24220" y="37090"/>
                  </a:lnTo>
                  <a:lnTo>
                    <a:pt x="0" y="43636"/>
                  </a:lnTo>
                  <a:lnTo>
                    <a:pt x="0" y="72000"/>
                  </a:lnTo>
                  <a:lnTo>
                    <a:pt x="0" y="109090"/>
                  </a:lnTo>
                  <a:lnTo>
                    <a:pt x="26422" y="100363"/>
                  </a:lnTo>
                  <a:lnTo>
                    <a:pt x="55045" y="89454"/>
                  </a:lnTo>
                  <a:lnTo>
                    <a:pt x="66055" y="78545"/>
                  </a:lnTo>
                  <a:lnTo>
                    <a:pt x="69357" y="89454"/>
                  </a:lnTo>
                  <a:lnTo>
                    <a:pt x="72660" y="93818"/>
                  </a:lnTo>
                  <a:lnTo>
                    <a:pt x="72660" y="100363"/>
                  </a:lnTo>
                  <a:lnTo>
                    <a:pt x="74862" y="102545"/>
                  </a:lnTo>
                  <a:lnTo>
                    <a:pt x="78165" y="104727"/>
                  </a:lnTo>
                  <a:lnTo>
                    <a:pt x="78165" y="106909"/>
                  </a:lnTo>
                  <a:lnTo>
                    <a:pt x="80366" y="111272"/>
                  </a:lnTo>
                  <a:lnTo>
                    <a:pt x="81467" y="120000"/>
                  </a:lnTo>
                  <a:lnTo>
                    <a:pt x="81467" y="120000"/>
                  </a:lnTo>
                  <a:lnTo>
                    <a:pt x="83669" y="120000"/>
                  </a:lnTo>
                  <a:lnTo>
                    <a:pt x="84770" y="120000"/>
                  </a:lnTo>
                  <a:lnTo>
                    <a:pt x="86972" y="115636"/>
                  </a:lnTo>
                  <a:lnTo>
                    <a:pt x="86972" y="106909"/>
                  </a:lnTo>
                  <a:lnTo>
                    <a:pt x="90275" y="102545"/>
                  </a:lnTo>
                  <a:lnTo>
                    <a:pt x="90275" y="98181"/>
                  </a:lnTo>
                  <a:lnTo>
                    <a:pt x="93577" y="93818"/>
                  </a:lnTo>
                  <a:lnTo>
                    <a:pt x="94678" y="100363"/>
                  </a:lnTo>
                  <a:lnTo>
                    <a:pt x="95779" y="106909"/>
                  </a:lnTo>
                  <a:lnTo>
                    <a:pt x="95779" y="111272"/>
                  </a:lnTo>
                  <a:lnTo>
                    <a:pt x="99082" y="106909"/>
                  </a:lnTo>
                  <a:lnTo>
                    <a:pt x="101284" y="102545"/>
                  </a:lnTo>
                  <a:lnTo>
                    <a:pt x="101284" y="98181"/>
                  </a:lnTo>
                  <a:lnTo>
                    <a:pt x="103486" y="98181"/>
                  </a:lnTo>
                  <a:lnTo>
                    <a:pt x="106788" y="93818"/>
                  </a:lnTo>
                  <a:lnTo>
                    <a:pt x="111192" y="93818"/>
                  </a:lnTo>
                  <a:lnTo>
                    <a:pt x="113394" y="89454"/>
                  </a:lnTo>
                  <a:lnTo>
                    <a:pt x="116697" y="87272"/>
                  </a:lnTo>
                  <a:lnTo>
                    <a:pt x="118899" y="82909"/>
                  </a:lnTo>
                  <a:lnTo>
                    <a:pt x="120000" y="78545"/>
                  </a:lnTo>
                  <a:lnTo>
                    <a:pt x="117798" y="7636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4" name="Shape 1409">
              <a:extLst>
                <a:ext uri="{FF2B5EF4-FFF2-40B4-BE49-F238E27FC236}">
                  <a16:creationId xmlns:a16="http://schemas.microsoft.com/office/drawing/2014/main" id="{B310A7FD-9EFB-F743-8CE8-E47425F2B871}"/>
                </a:ext>
              </a:extLst>
            </p:cNvPr>
            <p:cNvSpPr/>
            <p:nvPr/>
          </p:nvSpPr>
          <p:spPr>
            <a:xfrm>
              <a:off x="7976309" y="2205290"/>
              <a:ext cx="16863" cy="11806"/>
            </a:xfrm>
            <a:custGeom>
              <a:avLst/>
              <a:gdLst/>
              <a:ahLst/>
              <a:cxnLst/>
              <a:rect l="0" t="0" r="0" b="0"/>
              <a:pathLst>
                <a:path w="120000" h="120000" extrusionOk="0">
                  <a:moveTo>
                    <a:pt x="30000" y="120000"/>
                  </a:moveTo>
                  <a:cubicBezTo>
                    <a:pt x="70000" y="120000"/>
                    <a:pt x="70000" y="120000"/>
                    <a:pt x="70000" y="120000"/>
                  </a:cubicBezTo>
                  <a:cubicBezTo>
                    <a:pt x="100000" y="80000"/>
                    <a:pt x="100000" y="80000"/>
                    <a:pt x="100000" y="80000"/>
                  </a:cubicBezTo>
                  <a:cubicBezTo>
                    <a:pt x="120000" y="53333"/>
                    <a:pt x="120000" y="53333"/>
                    <a:pt x="120000" y="53333"/>
                  </a:cubicBezTo>
                  <a:cubicBezTo>
                    <a:pt x="80000" y="26666"/>
                    <a:pt x="80000" y="26666"/>
                    <a:pt x="80000" y="26666"/>
                  </a:cubicBezTo>
                  <a:cubicBezTo>
                    <a:pt x="80000" y="26666"/>
                    <a:pt x="50000" y="0"/>
                    <a:pt x="40000" y="13333"/>
                  </a:cubicBezTo>
                  <a:cubicBezTo>
                    <a:pt x="40000" y="26666"/>
                    <a:pt x="0" y="93333"/>
                    <a:pt x="0" y="93333"/>
                  </a:cubicBezTo>
                  <a:lnTo>
                    <a:pt x="30000"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5" name="Shape 1410">
              <a:extLst>
                <a:ext uri="{FF2B5EF4-FFF2-40B4-BE49-F238E27FC236}">
                  <a16:creationId xmlns:a16="http://schemas.microsoft.com/office/drawing/2014/main" id="{F782033D-CF41-9B43-91EF-7788A5B5D3E5}"/>
                </a:ext>
              </a:extLst>
            </p:cNvPr>
            <p:cNvSpPr/>
            <p:nvPr/>
          </p:nvSpPr>
          <p:spPr>
            <a:xfrm>
              <a:off x="7763817" y="2269375"/>
              <a:ext cx="70829" cy="158525"/>
            </a:xfrm>
            <a:custGeom>
              <a:avLst/>
              <a:gdLst/>
              <a:ahLst/>
              <a:cxnLst/>
              <a:rect l="0" t="0" r="0" b="0"/>
              <a:pathLst>
                <a:path w="120000" h="120000" extrusionOk="0">
                  <a:moveTo>
                    <a:pt x="102857" y="16595"/>
                  </a:moveTo>
                  <a:lnTo>
                    <a:pt x="102857" y="11489"/>
                  </a:lnTo>
                  <a:lnTo>
                    <a:pt x="97142" y="8936"/>
                  </a:lnTo>
                  <a:lnTo>
                    <a:pt x="60000" y="3829"/>
                  </a:lnTo>
                  <a:lnTo>
                    <a:pt x="25714" y="0"/>
                  </a:lnTo>
                  <a:lnTo>
                    <a:pt x="22857" y="3829"/>
                  </a:lnTo>
                  <a:lnTo>
                    <a:pt x="17142" y="8936"/>
                  </a:lnTo>
                  <a:lnTo>
                    <a:pt x="8571" y="11489"/>
                  </a:lnTo>
                  <a:lnTo>
                    <a:pt x="5714" y="17872"/>
                  </a:lnTo>
                  <a:lnTo>
                    <a:pt x="8571" y="25531"/>
                  </a:lnTo>
                  <a:lnTo>
                    <a:pt x="8571" y="31914"/>
                  </a:lnTo>
                  <a:lnTo>
                    <a:pt x="5714" y="38297"/>
                  </a:lnTo>
                  <a:lnTo>
                    <a:pt x="14285" y="40851"/>
                  </a:lnTo>
                  <a:lnTo>
                    <a:pt x="25714" y="43404"/>
                  </a:lnTo>
                  <a:lnTo>
                    <a:pt x="31428" y="48510"/>
                  </a:lnTo>
                  <a:lnTo>
                    <a:pt x="42857" y="53617"/>
                  </a:lnTo>
                  <a:lnTo>
                    <a:pt x="57142" y="58723"/>
                  </a:lnTo>
                  <a:lnTo>
                    <a:pt x="57142" y="60000"/>
                  </a:lnTo>
                  <a:lnTo>
                    <a:pt x="51428" y="67659"/>
                  </a:lnTo>
                  <a:lnTo>
                    <a:pt x="28571" y="74042"/>
                  </a:lnTo>
                  <a:lnTo>
                    <a:pt x="8571" y="81702"/>
                  </a:lnTo>
                  <a:lnTo>
                    <a:pt x="5714" y="85531"/>
                  </a:lnTo>
                  <a:lnTo>
                    <a:pt x="0" y="91914"/>
                  </a:lnTo>
                  <a:lnTo>
                    <a:pt x="2857" y="95744"/>
                  </a:lnTo>
                  <a:lnTo>
                    <a:pt x="8571" y="100851"/>
                  </a:lnTo>
                  <a:lnTo>
                    <a:pt x="22857" y="105957"/>
                  </a:lnTo>
                  <a:lnTo>
                    <a:pt x="34285" y="108510"/>
                  </a:lnTo>
                  <a:lnTo>
                    <a:pt x="42857" y="109787"/>
                  </a:lnTo>
                  <a:lnTo>
                    <a:pt x="57142" y="109787"/>
                  </a:lnTo>
                  <a:lnTo>
                    <a:pt x="68571" y="109787"/>
                  </a:lnTo>
                  <a:lnTo>
                    <a:pt x="71428" y="109787"/>
                  </a:lnTo>
                  <a:lnTo>
                    <a:pt x="68571" y="114893"/>
                  </a:lnTo>
                  <a:lnTo>
                    <a:pt x="68571" y="118723"/>
                  </a:lnTo>
                  <a:lnTo>
                    <a:pt x="71428" y="120000"/>
                  </a:lnTo>
                  <a:lnTo>
                    <a:pt x="74285" y="120000"/>
                  </a:lnTo>
                  <a:lnTo>
                    <a:pt x="77142" y="111063"/>
                  </a:lnTo>
                  <a:lnTo>
                    <a:pt x="80000" y="109787"/>
                  </a:lnTo>
                  <a:lnTo>
                    <a:pt x="88571" y="104680"/>
                  </a:lnTo>
                  <a:lnTo>
                    <a:pt x="102857" y="99574"/>
                  </a:lnTo>
                  <a:lnTo>
                    <a:pt x="102857" y="88085"/>
                  </a:lnTo>
                  <a:lnTo>
                    <a:pt x="102857" y="82978"/>
                  </a:lnTo>
                  <a:lnTo>
                    <a:pt x="114285" y="77872"/>
                  </a:lnTo>
                  <a:lnTo>
                    <a:pt x="117142" y="67659"/>
                  </a:lnTo>
                  <a:lnTo>
                    <a:pt x="120000" y="61276"/>
                  </a:lnTo>
                  <a:lnTo>
                    <a:pt x="120000" y="51063"/>
                  </a:lnTo>
                  <a:lnTo>
                    <a:pt x="120000" y="45957"/>
                  </a:lnTo>
                  <a:lnTo>
                    <a:pt x="114285" y="38297"/>
                  </a:lnTo>
                  <a:lnTo>
                    <a:pt x="102857" y="38297"/>
                  </a:lnTo>
                  <a:lnTo>
                    <a:pt x="97142" y="38297"/>
                  </a:lnTo>
                  <a:lnTo>
                    <a:pt x="100000" y="31914"/>
                  </a:lnTo>
                  <a:lnTo>
                    <a:pt x="105714" y="25531"/>
                  </a:lnTo>
                  <a:lnTo>
                    <a:pt x="111428" y="22978"/>
                  </a:lnTo>
                  <a:lnTo>
                    <a:pt x="108571" y="21702"/>
                  </a:lnTo>
                  <a:lnTo>
                    <a:pt x="102857" y="1659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6" name="Shape 1411">
              <a:extLst>
                <a:ext uri="{FF2B5EF4-FFF2-40B4-BE49-F238E27FC236}">
                  <a16:creationId xmlns:a16="http://schemas.microsoft.com/office/drawing/2014/main" id="{7E4E25CB-6040-C447-A59E-88BE1F9C2A79}"/>
                </a:ext>
              </a:extLst>
            </p:cNvPr>
            <p:cNvSpPr/>
            <p:nvPr/>
          </p:nvSpPr>
          <p:spPr>
            <a:xfrm>
              <a:off x="7750325" y="2378993"/>
              <a:ext cx="55651" cy="91067"/>
            </a:xfrm>
            <a:custGeom>
              <a:avLst/>
              <a:gdLst/>
              <a:ahLst/>
              <a:cxnLst/>
              <a:rect l="0" t="0" r="0" b="0"/>
              <a:pathLst>
                <a:path w="120000" h="120000" extrusionOk="0">
                  <a:moveTo>
                    <a:pt x="32727" y="22222"/>
                  </a:moveTo>
                  <a:lnTo>
                    <a:pt x="29090" y="15555"/>
                  </a:lnTo>
                  <a:lnTo>
                    <a:pt x="36363" y="4444"/>
                  </a:lnTo>
                  <a:lnTo>
                    <a:pt x="40000" y="2222"/>
                  </a:lnTo>
                  <a:lnTo>
                    <a:pt x="32727" y="0"/>
                  </a:lnTo>
                  <a:lnTo>
                    <a:pt x="21818" y="0"/>
                  </a:lnTo>
                  <a:lnTo>
                    <a:pt x="18181" y="0"/>
                  </a:lnTo>
                  <a:lnTo>
                    <a:pt x="7272" y="4444"/>
                  </a:lnTo>
                  <a:lnTo>
                    <a:pt x="0" y="11111"/>
                  </a:lnTo>
                  <a:lnTo>
                    <a:pt x="43636" y="120000"/>
                  </a:lnTo>
                  <a:lnTo>
                    <a:pt x="120000" y="113333"/>
                  </a:lnTo>
                  <a:lnTo>
                    <a:pt x="116363" y="95555"/>
                  </a:lnTo>
                  <a:lnTo>
                    <a:pt x="105454" y="88888"/>
                  </a:lnTo>
                  <a:lnTo>
                    <a:pt x="101818" y="84444"/>
                  </a:lnTo>
                  <a:lnTo>
                    <a:pt x="94545" y="82222"/>
                  </a:lnTo>
                  <a:lnTo>
                    <a:pt x="83636" y="75555"/>
                  </a:lnTo>
                  <a:lnTo>
                    <a:pt x="72727" y="71111"/>
                  </a:lnTo>
                  <a:lnTo>
                    <a:pt x="65454" y="62222"/>
                  </a:lnTo>
                  <a:lnTo>
                    <a:pt x="58181" y="53333"/>
                  </a:lnTo>
                  <a:lnTo>
                    <a:pt x="50909" y="44444"/>
                  </a:lnTo>
                  <a:lnTo>
                    <a:pt x="58181" y="37777"/>
                  </a:lnTo>
                  <a:lnTo>
                    <a:pt x="40000" y="31111"/>
                  </a:lnTo>
                  <a:lnTo>
                    <a:pt x="32727" y="2222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7" name="Shape 1412">
              <a:extLst>
                <a:ext uri="{FF2B5EF4-FFF2-40B4-BE49-F238E27FC236}">
                  <a16:creationId xmlns:a16="http://schemas.microsoft.com/office/drawing/2014/main" id="{B065D37D-2B5D-1649-99C7-4C31B06D7E67}"/>
                </a:ext>
              </a:extLst>
            </p:cNvPr>
            <p:cNvSpPr/>
            <p:nvPr/>
          </p:nvSpPr>
          <p:spPr>
            <a:xfrm>
              <a:off x="7480495" y="2227213"/>
              <a:ext cx="317051" cy="205745"/>
            </a:xfrm>
            <a:custGeom>
              <a:avLst/>
              <a:gdLst/>
              <a:ahLst/>
              <a:cxnLst/>
              <a:rect l="0" t="0" r="0" b="0"/>
              <a:pathLst>
                <a:path w="120000" h="120000" extrusionOk="0">
                  <a:moveTo>
                    <a:pt x="105319" y="88524"/>
                  </a:moveTo>
                  <a:lnTo>
                    <a:pt x="105957" y="88524"/>
                  </a:lnTo>
                  <a:lnTo>
                    <a:pt x="107872" y="88524"/>
                  </a:lnTo>
                  <a:lnTo>
                    <a:pt x="109148" y="89508"/>
                  </a:lnTo>
                  <a:lnTo>
                    <a:pt x="109148" y="87540"/>
                  </a:lnTo>
                  <a:lnTo>
                    <a:pt x="113617" y="81639"/>
                  </a:lnTo>
                  <a:lnTo>
                    <a:pt x="118723" y="76721"/>
                  </a:lnTo>
                  <a:lnTo>
                    <a:pt x="120000" y="70819"/>
                  </a:lnTo>
                  <a:lnTo>
                    <a:pt x="120000" y="69836"/>
                  </a:lnTo>
                  <a:lnTo>
                    <a:pt x="116808" y="65901"/>
                  </a:lnTo>
                  <a:lnTo>
                    <a:pt x="114255" y="61967"/>
                  </a:lnTo>
                  <a:lnTo>
                    <a:pt x="112978" y="58032"/>
                  </a:lnTo>
                  <a:lnTo>
                    <a:pt x="110425" y="56065"/>
                  </a:lnTo>
                  <a:lnTo>
                    <a:pt x="108510" y="54098"/>
                  </a:lnTo>
                  <a:lnTo>
                    <a:pt x="109148" y="49180"/>
                  </a:lnTo>
                  <a:lnTo>
                    <a:pt x="109148" y="44262"/>
                  </a:lnTo>
                  <a:lnTo>
                    <a:pt x="108510" y="38360"/>
                  </a:lnTo>
                  <a:lnTo>
                    <a:pt x="109148" y="33442"/>
                  </a:lnTo>
                  <a:lnTo>
                    <a:pt x="111063" y="31475"/>
                  </a:lnTo>
                  <a:lnTo>
                    <a:pt x="112340" y="27540"/>
                  </a:lnTo>
                  <a:lnTo>
                    <a:pt x="112978" y="24590"/>
                  </a:lnTo>
                  <a:lnTo>
                    <a:pt x="114255" y="19672"/>
                  </a:lnTo>
                  <a:lnTo>
                    <a:pt x="112340" y="17704"/>
                  </a:lnTo>
                  <a:lnTo>
                    <a:pt x="110425" y="17704"/>
                  </a:lnTo>
                  <a:lnTo>
                    <a:pt x="108510" y="16721"/>
                  </a:lnTo>
                  <a:lnTo>
                    <a:pt x="105957" y="9836"/>
                  </a:lnTo>
                  <a:lnTo>
                    <a:pt x="103404" y="4918"/>
                  </a:lnTo>
                  <a:lnTo>
                    <a:pt x="98297" y="0"/>
                  </a:lnTo>
                  <a:lnTo>
                    <a:pt x="15319" y="22622"/>
                  </a:lnTo>
                  <a:lnTo>
                    <a:pt x="14042" y="12786"/>
                  </a:lnTo>
                  <a:lnTo>
                    <a:pt x="10212" y="16721"/>
                  </a:lnTo>
                  <a:lnTo>
                    <a:pt x="7021" y="20655"/>
                  </a:lnTo>
                  <a:lnTo>
                    <a:pt x="3829" y="23606"/>
                  </a:lnTo>
                  <a:lnTo>
                    <a:pt x="0" y="27540"/>
                  </a:lnTo>
                  <a:lnTo>
                    <a:pt x="10212" y="120000"/>
                  </a:lnTo>
                  <a:lnTo>
                    <a:pt x="102127" y="93442"/>
                  </a:lnTo>
                  <a:lnTo>
                    <a:pt x="103404" y="90491"/>
                  </a:lnTo>
                  <a:lnTo>
                    <a:pt x="105319" y="8852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8" name="Shape 1413">
              <a:extLst>
                <a:ext uri="{FF2B5EF4-FFF2-40B4-BE49-F238E27FC236}">
                  <a16:creationId xmlns:a16="http://schemas.microsoft.com/office/drawing/2014/main" id="{DF3067A9-B6ED-0F41-983D-741052DE7EC4}"/>
                </a:ext>
              </a:extLst>
            </p:cNvPr>
            <p:cNvSpPr/>
            <p:nvPr/>
          </p:nvSpPr>
          <p:spPr>
            <a:xfrm>
              <a:off x="7183681" y="3051884"/>
              <a:ext cx="490753" cy="384509"/>
            </a:xfrm>
            <a:custGeom>
              <a:avLst/>
              <a:gdLst/>
              <a:ahLst/>
              <a:cxnLst/>
              <a:rect l="0" t="0" r="0" b="0"/>
              <a:pathLst>
                <a:path w="120000" h="120000" extrusionOk="0">
                  <a:moveTo>
                    <a:pt x="80000" y="0"/>
                  </a:moveTo>
                  <a:lnTo>
                    <a:pt x="80000" y="0"/>
                  </a:lnTo>
                  <a:lnTo>
                    <a:pt x="82474" y="0"/>
                  </a:lnTo>
                  <a:lnTo>
                    <a:pt x="86185" y="1052"/>
                  </a:lnTo>
                  <a:lnTo>
                    <a:pt x="86597" y="3684"/>
                  </a:lnTo>
                  <a:lnTo>
                    <a:pt x="87010" y="5263"/>
                  </a:lnTo>
                  <a:lnTo>
                    <a:pt x="88659" y="6315"/>
                  </a:lnTo>
                  <a:lnTo>
                    <a:pt x="89896" y="8947"/>
                  </a:lnTo>
                  <a:lnTo>
                    <a:pt x="91958" y="15789"/>
                  </a:lnTo>
                  <a:lnTo>
                    <a:pt x="94432" y="21052"/>
                  </a:lnTo>
                  <a:lnTo>
                    <a:pt x="97731" y="28947"/>
                  </a:lnTo>
                  <a:lnTo>
                    <a:pt x="99381" y="32631"/>
                  </a:lnTo>
                  <a:lnTo>
                    <a:pt x="103505" y="40526"/>
                  </a:lnTo>
                  <a:lnTo>
                    <a:pt x="105567" y="42631"/>
                  </a:lnTo>
                  <a:lnTo>
                    <a:pt x="106804" y="44210"/>
                  </a:lnTo>
                  <a:lnTo>
                    <a:pt x="106804" y="45789"/>
                  </a:lnTo>
                  <a:lnTo>
                    <a:pt x="106804" y="50526"/>
                  </a:lnTo>
                  <a:lnTo>
                    <a:pt x="105567" y="45263"/>
                  </a:lnTo>
                  <a:lnTo>
                    <a:pt x="105154" y="50526"/>
                  </a:lnTo>
                  <a:lnTo>
                    <a:pt x="107628" y="55789"/>
                  </a:lnTo>
                  <a:lnTo>
                    <a:pt x="110515" y="61052"/>
                  </a:lnTo>
                  <a:lnTo>
                    <a:pt x="113402" y="67894"/>
                  </a:lnTo>
                  <a:lnTo>
                    <a:pt x="115463" y="72105"/>
                  </a:lnTo>
                  <a:lnTo>
                    <a:pt x="117938" y="75789"/>
                  </a:lnTo>
                  <a:lnTo>
                    <a:pt x="119175" y="80526"/>
                  </a:lnTo>
                  <a:lnTo>
                    <a:pt x="120000" y="88421"/>
                  </a:lnTo>
                  <a:lnTo>
                    <a:pt x="120000" y="92631"/>
                  </a:lnTo>
                  <a:lnTo>
                    <a:pt x="120000" y="97368"/>
                  </a:lnTo>
                  <a:lnTo>
                    <a:pt x="120000" y="101578"/>
                  </a:lnTo>
                  <a:lnTo>
                    <a:pt x="118762" y="103157"/>
                  </a:lnTo>
                  <a:lnTo>
                    <a:pt x="117938" y="105263"/>
                  </a:lnTo>
                  <a:lnTo>
                    <a:pt x="117938" y="107894"/>
                  </a:lnTo>
                  <a:lnTo>
                    <a:pt x="118350" y="111052"/>
                  </a:lnTo>
                  <a:lnTo>
                    <a:pt x="117938" y="114736"/>
                  </a:lnTo>
                  <a:lnTo>
                    <a:pt x="116701" y="118421"/>
                  </a:lnTo>
                  <a:lnTo>
                    <a:pt x="115463" y="119473"/>
                  </a:lnTo>
                  <a:lnTo>
                    <a:pt x="114226" y="119999"/>
                  </a:lnTo>
                  <a:lnTo>
                    <a:pt x="115051" y="117894"/>
                  </a:lnTo>
                  <a:lnTo>
                    <a:pt x="115876" y="116842"/>
                  </a:lnTo>
                  <a:lnTo>
                    <a:pt x="115876" y="114210"/>
                  </a:lnTo>
                  <a:lnTo>
                    <a:pt x="115463" y="114210"/>
                  </a:lnTo>
                  <a:lnTo>
                    <a:pt x="112989" y="116315"/>
                  </a:lnTo>
                  <a:lnTo>
                    <a:pt x="111340" y="116842"/>
                  </a:lnTo>
                  <a:lnTo>
                    <a:pt x="110103" y="116315"/>
                  </a:lnTo>
                  <a:lnTo>
                    <a:pt x="108865" y="116842"/>
                  </a:lnTo>
                  <a:lnTo>
                    <a:pt x="107628" y="117894"/>
                  </a:lnTo>
                  <a:lnTo>
                    <a:pt x="106804" y="117368"/>
                  </a:lnTo>
                  <a:lnTo>
                    <a:pt x="105154" y="116842"/>
                  </a:lnTo>
                  <a:lnTo>
                    <a:pt x="104329" y="115263"/>
                  </a:lnTo>
                  <a:lnTo>
                    <a:pt x="104742" y="114210"/>
                  </a:lnTo>
                  <a:lnTo>
                    <a:pt x="105154" y="114210"/>
                  </a:lnTo>
                  <a:lnTo>
                    <a:pt x="108041" y="114736"/>
                  </a:lnTo>
                  <a:lnTo>
                    <a:pt x="108865" y="114210"/>
                  </a:lnTo>
                  <a:lnTo>
                    <a:pt x="108453" y="113684"/>
                  </a:lnTo>
                  <a:lnTo>
                    <a:pt x="107216" y="112631"/>
                  </a:lnTo>
                  <a:lnTo>
                    <a:pt x="105567" y="113157"/>
                  </a:lnTo>
                  <a:lnTo>
                    <a:pt x="104329" y="111578"/>
                  </a:lnTo>
                  <a:lnTo>
                    <a:pt x="103092" y="108947"/>
                  </a:lnTo>
                  <a:lnTo>
                    <a:pt x="101443" y="106842"/>
                  </a:lnTo>
                  <a:lnTo>
                    <a:pt x="101030" y="105263"/>
                  </a:lnTo>
                  <a:lnTo>
                    <a:pt x="99793" y="103157"/>
                  </a:lnTo>
                  <a:lnTo>
                    <a:pt x="97731" y="102631"/>
                  </a:lnTo>
                  <a:lnTo>
                    <a:pt x="96082" y="101578"/>
                  </a:lnTo>
                  <a:lnTo>
                    <a:pt x="94432" y="101052"/>
                  </a:lnTo>
                  <a:lnTo>
                    <a:pt x="92783" y="95263"/>
                  </a:lnTo>
                  <a:lnTo>
                    <a:pt x="91958" y="93157"/>
                  </a:lnTo>
                  <a:lnTo>
                    <a:pt x="90721" y="91578"/>
                  </a:lnTo>
                  <a:lnTo>
                    <a:pt x="90309" y="90526"/>
                  </a:lnTo>
                  <a:lnTo>
                    <a:pt x="89072" y="88947"/>
                  </a:lnTo>
                  <a:lnTo>
                    <a:pt x="87835" y="87894"/>
                  </a:lnTo>
                  <a:lnTo>
                    <a:pt x="88247" y="85789"/>
                  </a:lnTo>
                  <a:lnTo>
                    <a:pt x="88659" y="84736"/>
                  </a:lnTo>
                  <a:lnTo>
                    <a:pt x="87422" y="81578"/>
                  </a:lnTo>
                  <a:lnTo>
                    <a:pt x="86185" y="82105"/>
                  </a:lnTo>
                  <a:lnTo>
                    <a:pt x="86185" y="83157"/>
                  </a:lnTo>
                  <a:lnTo>
                    <a:pt x="86185" y="85789"/>
                  </a:lnTo>
                  <a:lnTo>
                    <a:pt x="85360" y="85789"/>
                  </a:lnTo>
                  <a:lnTo>
                    <a:pt x="84536" y="84736"/>
                  </a:lnTo>
                  <a:lnTo>
                    <a:pt x="83298" y="83157"/>
                  </a:lnTo>
                  <a:lnTo>
                    <a:pt x="81237" y="78947"/>
                  </a:lnTo>
                  <a:lnTo>
                    <a:pt x="80000" y="77368"/>
                  </a:lnTo>
                  <a:lnTo>
                    <a:pt x="79587" y="76842"/>
                  </a:lnTo>
                  <a:lnTo>
                    <a:pt x="80000" y="75789"/>
                  </a:lnTo>
                  <a:lnTo>
                    <a:pt x="79175" y="73684"/>
                  </a:lnTo>
                  <a:lnTo>
                    <a:pt x="77938" y="73157"/>
                  </a:lnTo>
                  <a:lnTo>
                    <a:pt x="79175" y="70000"/>
                  </a:lnTo>
                  <a:lnTo>
                    <a:pt x="80000" y="68421"/>
                  </a:lnTo>
                  <a:lnTo>
                    <a:pt x="80412" y="66842"/>
                  </a:lnTo>
                  <a:lnTo>
                    <a:pt x="80824" y="65263"/>
                  </a:lnTo>
                  <a:lnTo>
                    <a:pt x="80000" y="63684"/>
                  </a:lnTo>
                  <a:lnTo>
                    <a:pt x="79587" y="65789"/>
                  </a:lnTo>
                  <a:lnTo>
                    <a:pt x="78762" y="65263"/>
                  </a:lnTo>
                  <a:lnTo>
                    <a:pt x="78762" y="64210"/>
                  </a:lnTo>
                  <a:lnTo>
                    <a:pt x="77525" y="62105"/>
                  </a:lnTo>
                  <a:lnTo>
                    <a:pt x="77113" y="62105"/>
                  </a:lnTo>
                  <a:lnTo>
                    <a:pt x="77113" y="62631"/>
                  </a:lnTo>
                  <a:lnTo>
                    <a:pt x="77525" y="63684"/>
                  </a:lnTo>
                  <a:lnTo>
                    <a:pt x="77938" y="65263"/>
                  </a:lnTo>
                  <a:lnTo>
                    <a:pt x="77938" y="66842"/>
                  </a:lnTo>
                  <a:lnTo>
                    <a:pt x="77938" y="67368"/>
                  </a:lnTo>
                  <a:lnTo>
                    <a:pt x="77113" y="68421"/>
                  </a:lnTo>
                  <a:lnTo>
                    <a:pt x="76701" y="67894"/>
                  </a:lnTo>
                  <a:lnTo>
                    <a:pt x="75876" y="66842"/>
                  </a:lnTo>
                  <a:lnTo>
                    <a:pt x="74639" y="64210"/>
                  </a:lnTo>
                  <a:lnTo>
                    <a:pt x="74226" y="63157"/>
                  </a:lnTo>
                  <a:lnTo>
                    <a:pt x="74226" y="61052"/>
                  </a:lnTo>
                  <a:lnTo>
                    <a:pt x="74226" y="57894"/>
                  </a:lnTo>
                  <a:lnTo>
                    <a:pt x="75051" y="55789"/>
                  </a:lnTo>
                  <a:lnTo>
                    <a:pt x="75463" y="51578"/>
                  </a:lnTo>
                  <a:lnTo>
                    <a:pt x="75463" y="48947"/>
                  </a:lnTo>
                  <a:lnTo>
                    <a:pt x="75051" y="45263"/>
                  </a:lnTo>
                  <a:lnTo>
                    <a:pt x="74226" y="41578"/>
                  </a:lnTo>
                  <a:lnTo>
                    <a:pt x="72989" y="40526"/>
                  </a:lnTo>
                  <a:lnTo>
                    <a:pt x="71752" y="37894"/>
                  </a:lnTo>
                  <a:lnTo>
                    <a:pt x="69278" y="37368"/>
                  </a:lnTo>
                  <a:lnTo>
                    <a:pt x="68041" y="37368"/>
                  </a:lnTo>
                  <a:lnTo>
                    <a:pt x="67216" y="35263"/>
                  </a:lnTo>
                  <a:lnTo>
                    <a:pt x="65979" y="34736"/>
                  </a:lnTo>
                  <a:lnTo>
                    <a:pt x="64329" y="32105"/>
                  </a:lnTo>
                  <a:lnTo>
                    <a:pt x="62680" y="31578"/>
                  </a:lnTo>
                  <a:lnTo>
                    <a:pt x="62268" y="28947"/>
                  </a:lnTo>
                  <a:lnTo>
                    <a:pt x="61443" y="27894"/>
                  </a:lnTo>
                  <a:lnTo>
                    <a:pt x="58969" y="25263"/>
                  </a:lnTo>
                  <a:lnTo>
                    <a:pt x="56907" y="23157"/>
                  </a:lnTo>
                  <a:lnTo>
                    <a:pt x="55257" y="22105"/>
                  </a:lnTo>
                  <a:lnTo>
                    <a:pt x="53608" y="20526"/>
                  </a:lnTo>
                  <a:lnTo>
                    <a:pt x="52371" y="20000"/>
                  </a:lnTo>
                  <a:lnTo>
                    <a:pt x="50309" y="20000"/>
                  </a:lnTo>
                  <a:lnTo>
                    <a:pt x="48247" y="20526"/>
                  </a:lnTo>
                  <a:lnTo>
                    <a:pt x="47835" y="22105"/>
                  </a:lnTo>
                  <a:lnTo>
                    <a:pt x="48247" y="23684"/>
                  </a:lnTo>
                  <a:lnTo>
                    <a:pt x="47835" y="24736"/>
                  </a:lnTo>
                  <a:lnTo>
                    <a:pt x="47010" y="24736"/>
                  </a:lnTo>
                  <a:lnTo>
                    <a:pt x="46185" y="23684"/>
                  </a:lnTo>
                  <a:lnTo>
                    <a:pt x="44123" y="25789"/>
                  </a:lnTo>
                  <a:lnTo>
                    <a:pt x="41649" y="28421"/>
                  </a:lnTo>
                  <a:lnTo>
                    <a:pt x="38762" y="29473"/>
                  </a:lnTo>
                  <a:lnTo>
                    <a:pt x="34226" y="31052"/>
                  </a:lnTo>
                  <a:lnTo>
                    <a:pt x="34226" y="27894"/>
                  </a:lnTo>
                  <a:lnTo>
                    <a:pt x="32989" y="26315"/>
                  </a:lnTo>
                  <a:lnTo>
                    <a:pt x="31752" y="25789"/>
                  </a:lnTo>
                  <a:lnTo>
                    <a:pt x="29690" y="24210"/>
                  </a:lnTo>
                  <a:lnTo>
                    <a:pt x="31340" y="23157"/>
                  </a:lnTo>
                  <a:lnTo>
                    <a:pt x="31752" y="22631"/>
                  </a:lnTo>
                  <a:lnTo>
                    <a:pt x="28865" y="22105"/>
                  </a:lnTo>
                  <a:lnTo>
                    <a:pt x="28865" y="20526"/>
                  </a:lnTo>
                  <a:lnTo>
                    <a:pt x="29690" y="20526"/>
                  </a:lnTo>
                  <a:lnTo>
                    <a:pt x="30103" y="19473"/>
                  </a:lnTo>
                  <a:lnTo>
                    <a:pt x="30103" y="18421"/>
                  </a:lnTo>
                  <a:lnTo>
                    <a:pt x="29690" y="18421"/>
                  </a:lnTo>
                  <a:lnTo>
                    <a:pt x="28865" y="18947"/>
                  </a:lnTo>
                  <a:lnTo>
                    <a:pt x="28865" y="19473"/>
                  </a:lnTo>
                  <a:lnTo>
                    <a:pt x="28453" y="20000"/>
                  </a:lnTo>
                  <a:lnTo>
                    <a:pt x="27628" y="18947"/>
                  </a:lnTo>
                  <a:lnTo>
                    <a:pt x="25567" y="18947"/>
                  </a:lnTo>
                  <a:lnTo>
                    <a:pt x="26391" y="20526"/>
                  </a:lnTo>
                  <a:lnTo>
                    <a:pt x="26804" y="20526"/>
                  </a:lnTo>
                  <a:lnTo>
                    <a:pt x="27216" y="22631"/>
                  </a:lnTo>
                  <a:lnTo>
                    <a:pt x="26804" y="22631"/>
                  </a:lnTo>
                  <a:lnTo>
                    <a:pt x="25154" y="21578"/>
                  </a:lnTo>
                  <a:lnTo>
                    <a:pt x="23505" y="20000"/>
                  </a:lnTo>
                  <a:lnTo>
                    <a:pt x="21855" y="19473"/>
                  </a:lnTo>
                  <a:lnTo>
                    <a:pt x="18144" y="19473"/>
                  </a:lnTo>
                  <a:lnTo>
                    <a:pt x="16907" y="18421"/>
                  </a:lnTo>
                  <a:lnTo>
                    <a:pt x="16082" y="17368"/>
                  </a:lnTo>
                  <a:lnTo>
                    <a:pt x="14845" y="17368"/>
                  </a:lnTo>
                  <a:lnTo>
                    <a:pt x="10721" y="18421"/>
                  </a:lnTo>
                  <a:lnTo>
                    <a:pt x="7835" y="18421"/>
                  </a:lnTo>
                  <a:lnTo>
                    <a:pt x="5773" y="20000"/>
                  </a:lnTo>
                  <a:lnTo>
                    <a:pt x="4536" y="20526"/>
                  </a:lnTo>
                  <a:lnTo>
                    <a:pt x="2886" y="16842"/>
                  </a:lnTo>
                  <a:lnTo>
                    <a:pt x="2474" y="14210"/>
                  </a:lnTo>
                  <a:lnTo>
                    <a:pt x="824" y="11578"/>
                  </a:lnTo>
                  <a:lnTo>
                    <a:pt x="0" y="10526"/>
                  </a:lnTo>
                  <a:lnTo>
                    <a:pt x="0" y="8947"/>
                  </a:lnTo>
                  <a:lnTo>
                    <a:pt x="1237" y="8421"/>
                  </a:lnTo>
                  <a:lnTo>
                    <a:pt x="4123" y="7368"/>
                  </a:lnTo>
                  <a:lnTo>
                    <a:pt x="7422" y="6315"/>
                  </a:lnTo>
                  <a:lnTo>
                    <a:pt x="38350" y="3157"/>
                  </a:lnTo>
                  <a:lnTo>
                    <a:pt x="40412" y="8421"/>
                  </a:lnTo>
                  <a:lnTo>
                    <a:pt x="77938" y="5789"/>
                  </a:lnTo>
                  <a:lnTo>
                    <a:pt x="78350" y="10000"/>
                  </a:lnTo>
                  <a:lnTo>
                    <a:pt x="81237" y="10000"/>
                  </a:lnTo>
                  <a:lnTo>
                    <a:pt x="8000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9" name="Shape 1414">
              <a:extLst>
                <a:ext uri="{FF2B5EF4-FFF2-40B4-BE49-F238E27FC236}">
                  <a16:creationId xmlns:a16="http://schemas.microsoft.com/office/drawing/2014/main" id="{3DABD56A-ACE7-2641-A6CB-5CEC6A1FC4F2}"/>
                </a:ext>
              </a:extLst>
            </p:cNvPr>
            <p:cNvSpPr/>
            <p:nvPr/>
          </p:nvSpPr>
          <p:spPr>
            <a:xfrm>
              <a:off x="6802545" y="2950697"/>
              <a:ext cx="306933" cy="271518"/>
            </a:xfrm>
            <a:custGeom>
              <a:avLst/>
              <a:gdLst/>
              <a:ahLst/>
              <a:cxnLst/>
              <a:rect l="0" t="0" r="0" b="0"/>
              <a:pathLst>
                <a:path w="120000" h="120000" extrusionOk="0">
                  <a:moveTo>
                    <a:pt x="119340" y="111055"/>
                  </a:moveTo>
                  <a:lnTo>
                    <a:pt x="118021" y="111055"/>
                  </a:lnTo>
                  <a:lnTo>
                    <a:pt x="116043" y="109565"/>
                  </a:lnTo>
                  <a:lnTo>
                    <a:pt x="115384" y="109565"/>
                  </a:lnTo>
                  <a:lnTo>
                    <a:pt x="114065" y="109565"/>
                  </a:lnTo>
                  <a:lnTo>
                    <a:pt x="112747" y="108819"/>
                  </a:lnTo>
                  <a:lnTo>
                    <a:pt x="109450" y="106583"/>
                  </a:lnTo>
                  <a:lnTo>
                    <a:pt x="108791" y="106583"/>
                  </a:lnTo>
                  <a:lnTo>
                    <a:pt x="105494" y="103602"/>
                  </a:lnTo>
                  <a:lnTo>
                    <a:pt x="104175" y="102111"/>
                  </a:lnTo>
                  <a:lnTo>
                    <a:pt x="102197" y="101366"/>
                  </a:lnTo>
                  <a:lnTo>
                    <a:pt x="100219" y="99875"/>
                  </a:lnTo>
                  <a:lnTo>
                    <a:pt x="98901" y="98385"/>
                  </a:lnTo>
                  <a:lnTo>
                    <a:pt x="100879" y="98385"/>
                  </a:lnTo>
                  <a:lnTo>
                    <a:pt x="102197" y="96894"/>
                  </a:lnTo>
                  <a:lnTo>
                    <a:pt x="105494" y="96894"/>
                  </a:lnTo>
                  <a:lnTo>
                    <a:pt x="106153" y="95403"/>
                  </a:lnTo>
                  <a:lnTo>
                    <a:pt x="109450" y="95403"/>
                  </a:lnTo>
                  <a:lnTo>
                    <a:pt x="110769" y="93913"/>
                  </a:lnTo>
                  <a:lnTo>
                    <a:pt x="108791" y="90186"/>
                  </a:lnTo>
                  <a:lnTo>
                    <a:pt x="106813" y="87950"/>
                  </a:lnTo>
                  <a:lnTo>
                    <a:pt x="106153" y="87950"/>
                  </a:lnTo>
                  <a:lnTo>
                    <a:pt x="99560" y="90186"/>
                  </a:lnTo>
                  <a:lnTo>
                    <a:pt x="97582" y="90931"/>
                  </a:lnTo>
                  <a:lnTo>
                    <a:pt x="95604" y="90931"/>
                  </a:lnTo>
                  <a:lnTo>
                    <a:pt x="95604" y="90186"/>
                  </a:lnTo>
                  <a:lnTo>
                    <a:pt x="97582" y="88695"/>
                  </a:lnTo>
                  <a:lnTo>
                    <a:pt x="99560" y="87950"/>
                  </a:lnTo>
                  <a:lnTo>
                    <a:pt x="101538" y="86459"/>
                  </a:lnTo>
                  <a:lnTo>
                    <a:pt x="101538" y="84968"/>
                  </a:lnTo>
                  <a:lnTo>
                    <a:pt x="101538" y="81987"/>
                  </a:lnTo>
                  <a:lnTo>
                    <a:pt x="100879" y="76770"/>
                  </a:lnTo>
                  <a:lnTo>
                    <a:pt x="98901" y="73788"/>
                  </a:lnTo>
                  <a:lnTo>
                    <a:pt x="97582" y="70807"/>
                  </a:lnTo>
                  <a:lnTo>
                    <a:pt x="98241" y="58881"/>
                  </a:lnTo>
                  <a:lnTo>
                    <a:pt x="55384" y="61118"/>
                  </a:lnTo>
                  <a:lnTo>
                    <a:pt x="54725" y="58136"/>
                  </a:lnTo>
                  <a:lnTo>
                    <a:pt x="54725" y="55900"/>
                  </a:lnTo>
                  <a:lnTo>
                    <a:pt x="55384" y="54409"/>
                  </a:lnTo>
                  <a:lnTo>
                    <a:pt x="57362" y="52919"/>
                  </a:lnTo>
                  <a:lnTo>
                    <a:pt x="57362" y="49192"/>
                  </a:lnTo>
                  <a:lnTo>
                    <a:pt x="57362" y="47701"/>
                  </a:lnTo>
                  <a:lnTo>
                    <a:pt x="58021" y="45465"/>
                  </a:lnTo>
                  <a:lnTo>
                    <a:pt x="58681" y="44720"/>
                  </a:lnTo>
                  <a:lnTo>
                    <a:pt x="59340" y="43229"/>
                  </a:lnTo>
                  <a:lnTo>
                    <a:pt x="60000" y="38012"/>
                  </a:lnTo>
                  <a:lnTo>
                    <a:pt x="61318" y="36521"/>
                  </a:lnTo>
                  <a:lnTo>
                    <a:pt x="63956" y="32049"/>
                  </a:lnTo>
                  <a:lnTo>
                    <a:pt x="64615" y="30559"/>
                  </a:lnTo>
                  <a:lnTo>
                    <a:pt x="64615" y="27577"/>
                  </a:lnTo>
                  <a:lnTo>
                    <a:pt x="65274" y="27577"/>
                  </a:lnTo>
                  <a:lnTo>
                    <a:pt x="67252" y="25341"/>
                  </a:lnTo>
                  <a:lnTo>
                    <a:pt x="67912" y="19378"/>
                  </a:lnTo>
                  <a:lnTo>
                    <a:pt x="67252" y="17142"/>
                  </a:lnTo>
                  <a:lnTo>
                    <a:pt x="65274" y="15652"/>
                  </a:lnTo>
                  <a:lnTo>
                    <a:pt x="65274" y="14161"/>
                  </a:lnTo>
                  <a:lnTo>
                    <a:pt x="64615" y="10434"/>
                  </a:lnTo>
                  <a:lnTo>
                    <a:pt x="64615" y="9689"/>
                  </a:lnTo>
                  <a:lnTo>
                    <a:pt x="63956" y="8198"/>
                  </a:lnTo>
                  <a:lnTo>
                    <a:pt x="61978" y="6708"/>
                  </a:lnTo>
                  <a:lnTo>
                    <a:pt x="64615" y="5217"/>
                  </a:lnTo>
                  <a:lnTo>
                    <a:pt x="64615" y="3726"/>
                  </a:lnTo>
                  <a:lnTo>
                    <a:pt x="63956" y="1490"/>
                  </a:lnTo>
                  <a:lnTo>
                    <a:pt x="61978" y="0"/>
                  </a:lnTo>
                  <a:lnTo>
                    <a:pt x="0" y="2236"/>
                  </a:lnTo>
                  <a:lnTo>
                    <a:pt x="0" y="35031"/>
                  </a:lnTo>
                  <a:lnTo>
                    <a:pt x="4615" y="39503"/>
                  </a:lnTo>
                  <a:lnTo>
                    <a:pt x="4615" y="40993"/>
                  </a:lnTo>
                  <a:lnTo>
                    <a:pt x="7252" y="47701"/>
                  </a:lnTo>
                  <a:lnTo>
                    <a:pt x="7912" y="49192"/>
                  </a:lnTo>
                  <a:lnTo>
                    <a:pt x="7912" y="53664"/>
                  </a:lnTo>
                  <a:lnTo>
                    <a:pt x="8571" y="55900"/>
                  </a:lnTo>
                  <a:lnTo>
                    <a:pt x="9890" y="61863"/>
                  </a:lnTo>
                  <a:lnTo>
                    <a:pt x="11208" y="66335"/>
                  </a:lnTo>
                  <a:lnTo>
                    <a:pt x="8571" y="70062"/>
                  </a:lnTo>
                  <a:lnTo>
                    <a:pt x="7252" y="76024"/>
                  </a:lnTo>
                  <a:lnTo>
                    <a:pt x="7252" y="78260"/>
                  </a:lnTo>
                  <a:lnTo>
                    <a:pt x="5934" y="81987"/>
                  </a:lnTo>
                  <a:lnTo>
                    <a:pt x="7912" y="87204"/>
                  </a:lnTo>
                  <a:lnTo>
                    <a:pt x="7912" y="90186"/>
                  </a:lnTo>
                  <a:lnTo>
                    <a:pt x="5934" y="97639"/>
                  </a:lnTo>
                  <a:lnTo>
                    <a:pt x="3956" y="101366"/>
                  </a:lnTo>
                  <a:lnTo>
                    <a:pt x="6593" y="101366"/>
                  </a:lnTo>
                  <a:lnTo>
                    <a:pt x="9890" y="101366"/>
                  </a:lnTo>
                  <a:lnTo>
                    <a:pt x="11868" y="99875"/>
                  </a:lnTo>
                  <a:lnTo>
                    <a:pt x="14505" y="99875"/>
                  </a:lnTo>
                  <a:lnTo>
                    <a:pt x="16483" y="99875"/>
                  </a:lnTo>
                  <a:lnTo>
                    <a:pt x="22417" y="101366"/>
                  </a:lnTo>
                  <a:lnTo>
                    <a:pt x="25714" y="102111"/>
                  </a:lnTo>
                  <a:lnTo>
                    <a:pt x="29010" y="103602"/>
                  </a:lnTo>
                  <a:lnTo>
                    <a:pt x="33626" y="105838"/>
                  </a:lnTo>
                  <a:lnTo>
                    <a:pt x="42197" y="105838"/>
                  </a:lnTo>
                  <a:lnTo>
                    <a:pt x="47472" y="105838"/>
                  </a:lnTo>
                  <a:lnTo>
                    <a:pt x="52087" y="105838"/>
                  </a:lnTo>
                  <a:lnTo>
                    <a:pt x="52747" y="105093"/>
                  </a:lnTo>
                  <a:lnTo>
                    <a:pt x="51428" y="102857"/>
                  </a:lnTo>
                  <a:lnTo>
                    <a:pt x="48131" y="102857"/>
                  </a:lnTo>
                  <a:lnTo>
                    <a:pt x="47472" y="102857"/>
                  </a:lnTo>
                  <a:lnTo>
                    <a:pt x="46153" y="102111"/>
                  </a:lnTo>
                  <a:lnTo>
                    <a:pt x="46813" y="99875"/>
                  </a:lnTo>
                  <a:lnTo>
                    <a:pt x="47472" y="98385"/>
                  </a:lnTo>
                  <a:lnTo>
                    <a:pt x="50769" y="98385"/>
                  </a:lnTo>
                  <a:lnTo>
                    <a:pt x="55384" y="100621"/>
                  </a:lnTo>
                  <a:lnTo>
                    <a:pt x="60000" y="105093"/>
                  </a:lnTo>
                  <a:lnTo>
                    <a:pt x="63956" y="105838"/>
                  </a:lnTo>
                  <a:lnTo>
                    <a:pt x="66593" y="104347"/>
                  </a:lnTo>
                  <a:lnTo>
                    <a:pt x="65934" y="107329"/>
                  </a:lnTo>
                  <a:lnTo>
                    <a:pt x="64615" y="111801"/>
                  </a:lnTo>
                  <a:lnTo>
                    <a:pt x="65934" y="114037"/>
                  </a:lnTo>
                  <a:lnTo>
                    <a:pt x="69890" y="115527"/>
                  </a:lnTo>
                  <a:lnTo>
                    <a:pt x="73186" y="115527"/>
                  </a:lnTo>
                  <a:lnTo>
                    <a:pt x="75824" y="117763"/>
                  </a:lnTo>
                  <a:lnTo>
                    <a:pt x="78461" y="117763"/>
                  </a:lnTo>
                  <a:lnTo>
                    <a:pt x="79780" y="114782"/>
                  </a:lnTo>
                  <a:lnTo>
                    <a:pt x="82417" y="111801"/>
                  </a:lnTo>
                  <a:lnTo>
                    <a:pt x="84395" y="111055"/>
                  </a:lnTo>
                  <a:lnTo>
                    <a:pt x="87032" y="111801"/>
                  </a:lnTo>
                  <a:lnTo>
                    <a:pt x="89670" y="115527"/>
                  </a:lnTo>
                  <a:lnTo>
                    <a:pt x="92307" y="115527"/>
                  </a:lnTo>
                  <a:lnTo>
                    <a:pt x="93626" y="114037"/>
                  </a:lnTo>
                  <a:lnTo>
                    <a:pt x="92307" y="108074"/>
                  </a:lnTo>
                  <a:lnTo>
                    <a:pt x="92307" y="106583"/>
                  </a:lnTo>
                  <a:lnTo>
                    <a:pt x="93626" y="105093"/>
                  </a:lnTo>
                  <a:lnTo>
                    <a:pt x="96263" y="105093"/>
                  </a:lnTo>
                  <a:lnTo>
                    <a:pt x="98901" y="106583"/>
                  </a:lnTo>
                  <a:lnTo>
                    <a:pt x="98901" y="109565"/>
                  </a:lnTo>
                  <a:lnTo>
                    <a:pt x="104175" y="110310"/>
                  </a:lnTo>
                  <a:lnTo>
                    <a:pt x="108791" y="112546"/>
                  </a:lnTo>
                  <a:lnTo>
                    <a:pt x="110769" y="114782"/>
                  </a:lnTo>
                  <a:lnTo>
                    <a:pt x="109450" y="117018"/>
                  </a:lnTo>
                  <a:lnTo>
                    <a:pt x="108791" y="120000"/>
                  </a:lnTo>
                  <a:lnTo>
                    <a:pt x="111428" y="120000"/>
                  </a:lnTo>
                  <a:lnTo>
                    <a:pt x="112747" y="117763"/>
                  </a:lnTo>
                  <a:lnTo>
                    <a:pt x="114065" y="116273"/>
                  </a:lnTo>
                  <a:lnTo>
                    <a:pt x="116043" y="117763"/>
                  </a:lnTo>
                  <a:lnTo>
                    <a:pt x="116043" y="119254"/>
                  </a:lnTo>
                  <a:lnTo>
                    <a:pt x="117362" y="117018"/>
                  </a:lnTo>
                  <a:lnTo>
                    <a:pt x="119340" y="114782"/>
                  </a:lnTo>
                  <a:lnTo>
                    <a:pt x="120000" y="114037"/>
                  </a:lnTo>
                  <a:lnTo>
                    <a:pt x="119340" y="11105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0" name="Shape 1415">
              <a:extLst>
                <a:ext uri="{FF2B5EF4-FFF2-40B4-BE49-F238E27FC236}">
                  <a16:creationId xmlns:a16="http://schemas.microsoft.com/office/drawing/2014/main" id="{84232A38-8C0F-CE41-9393-631CBCD54781}"/>
                </a:ext>
              </a:extLst>
            </p:cNvPr>
            <p:cNvSpPr/>
            <p:nvPr/>
          </p:nvSpPr>
          <p:spPr>
            <a:xfrm>
              <a:off x="6765442" y="2707850"/>
              <a:ext cx="274889" cy="247907"/>
            </a:xfrm>
            <a:custGeom>
              <a:avLst/>
              <a:gdLst/>
              <a:ahLst/>
              <a:cxnLst/>
              <a:rect l="0" t="0" r="0" b="0"/>
              <a:pathLst>
                <a:path w="120000" h="120000" extrusionOk="0">
                  <a:moveTo>
                    <a:pt x="4417" y="100408"/>
                  </a:moveTo>
                  <a:lnTo>
                    <a:pt x="2944" y="98775"/>
                  </a:lnTo>
                  <a:lnTo>
                    <a:pt x="5153" y="101224"/>
                  </a:lnTo>
                  <a:lnTo>
                    <a:pt x="7361" y="102040"/>
                  </a:lnTo>
                  <a:lnTo>
                    <a:pt x="8834" y="100408"/>
                  </a:lnTo>
                  <a:lnTo>
                    <a:pt x="16196" y="101224"/>
                  </a:lnTo>
                  <a:lnTo>
                    <a:pt x="16196" y="120000"/>
                  </a:lnTo>
                  <a:lnTo>
                    <a:pt x="85398" y="117551"/>
                  </a:lnTo>
                  <a:lnTo>
                    <a:pt x="86134" y="117551"/>
                  </a:lnTo>
                  <a:lnTo>
                    <a:pt x="87607" y="113469"/>
                  </a:lnTo>
                  <a:lnTo>
                    <a:pt x="88343" y="111020"/>
                  </a:lnTo>
                  <a:lnTo>
                    <a:pt x="87607" y="108571"/>
                  </a:lnTo>
                  <a:lnTo>
                    <a:pt x="87607" y="103673"/>
                  </a:lnTo>
                  <a:lnTo>
                    <a:pt x="87607" y="102040"/>
                  </a:lnTo>
                  <a:lnTo>
                    <a:pt x="86134" y="99591"/>
                  </a:lnTo>
                  <a:lnTo>
                    <a:pt x="85398" y="98775"/>
                  </a:lnTo>
                  <a:lnTo>
                    <a:pt x="85398" y="97142"/>
                  </a:lnTo>
                  <a:lnTo>
                    <a:pt x="86134" y="95510"/>
                  </a:lnTo>
                  <a:lnTo>
                    <a:pt x="85398" y="94693"/>
                  </a:lnTo>
                  <a:lnTo>
                    <a:pt x="86871" y="92244"/>
                  </a:lnTo>
                  <a:lnTo>
                    <a:pt x="89079" y="88979"/>
                  </a:lnTo>
                  <a:lnTo>
                    <a:pt x="89815" y="88979"/>
                  </a:lnTo>
                  <a:lnTo>
                    <a:pt x="89079" y="87346"/>
                  </a:lnTo>
                  <a:lnTo>
                    <a:pt x="90552" y="84081"/>
                  </a:lnTo>
                  <a:lnTo>
                    <a:pt x="92024" y="81632"/>
                  </a:lnTo>
                  <a:lnTo>
                    <a:pt x="90552" y="80816"/>
                  </a:lnTo>
                  <a:lnTo>
                    <a:pt x="91288" y="77551"/>
                  </a:lnTo>
                  <a:lnTo>
                    <a:pt x="93496" y="75102"/>
                  </a:lnTo>
                  <a:lnTo>
                    <a:pt x="97177" y="70204"/>
                  </a:lnTo>
                  <a:lnTo>
                    <a:pt x="99386" y="66122"/>
                  </a:lnTo>
                  <a:lnTo>
                    <a:pt x="99386" y="62857"/>
                  </a:lnTo>
                  <a:lnTo>
                    <a:pt x="100858" y="58775"/>
                  </a:lnTo>
                  <a:lnTo>
                    <a:pt x="101595" y="58775"/>
                  </a:lnTo>
                  <a:lnTo>
                    <a:pt x="103067" y="57142"/>
                  </a:lnTo>
                  <a:lnTo>
                    <a:pt x="103803" y="54693"/>
                  </a:lnTo>
                  <a:lnTo>
                    <a:pt x="105276" y="53061"/>
                  </a:lnTo>
                  <a:lnTo>
                    <a:pt x="108220" y="51428"/>
                  </a:lnTo>
                  <a:lnTo>
                    <a:pt x="107484" y="48979"/>
                  </a:lnTo>
                  <a:lnTo>
                    <a:pt x="108957" y="47346"/>
                  </a:lnTo>
                  <a:lnTo>
                    <a:pt x="110429" y="44081"/>
                  </a:lnTo>
                  <a:lnTo>
                    <a:pt x="110429" y="39183"/>
                  </a:lnTo>
                  <a:lnTo>
                    <a:pt x="110429" y="35102"/>
                  </a:lnTo>
                  <a:lnTo>
                    <a:pt x="112638" y="31836"/>
                  </a:lnTo>
                  <a:lnTo>
                    <a:pt x="114846" y="30204"/>
                  </a:lnTo>
                  <a:lnTo>
                    <a:pt x="114846" y="28571"/>
                  </a:lnTo>
                  <a:lnTo>
                    <a:pt x="115582" y="26938"/>
                  </a:lnTo>
                  <a:lnTo>
                    <a:pt x="115582" y="23673"/>
                  </a:lnTo>
                  <a:lnTo>
                    <a:pt x="117791" y="22857"/>
                  </a:lnTo>
                  <a:lnTo>
                    <a:pt x="118527" y="21224"/>
                  </a:lnTo>
                  <a:lnTo>
                    <a:pt x="119263" y="19591"/>
                  </a:lnTo>
                  <a:lnTo>
                    <a:pt x="120000" y="17959"/>
                  </a:lnTo>
                  <a:lnTo>
                    <a:pt x="120000" y="15510"/>
                  </a:lnTo>
                  <a:lnTo>
                    <a:pt x="101595" y="16326"/>
                  </a:lnTo>
                  <a:lnTo>
                    <a:pt x="108957" y="4081"/>
                  </a:lnTo>
                  <a:lnTo>
                    <a:pt x="108220" y="0"/>
                  </a:lnTo>
                  <a:lnTo>
                    <a:pt x="0" y="3265"/>
                  </a:lnTo>
                  <a:lnTo>
                    <a:pt x="5153" y="38367"/>
                  </a:lnTo>
                  <a:lnTo>
                    <a:pt x="4417" y="10040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1" name="Shape 1416">
              <a:extLst>
                <a:ext uri="{FF2B5EF4-FFF2-40B4-BE49-F238E27FC236}">
                  <a16:creationId xmlns:a16="http://schemas.microsoft.com/office/drawing/2014/main" id="{E409C036-41BB-8F4B-96B5-6B0C73E9D2EF}"/>
                </a:ext>
              </a:extLst>
            </p:cNvPr>
            <p:cNvSpPr/>
            <p:nvPr/>
          </p:nvSpPr>
          <p:spPr>
            <a:xfrm>
              <a:off x="7011664" y="2657257"/>
              <a:ext cx="465457" cy="151778"/>
            </a:xfrm>
            <a:custGeom>
              <a:avLst/>
              <a:gdLst/>
              <a:ahLst/>
              <a:cxnLst/>
              <a:rect l="0" t="0" r="0" b="0"/>
              <a:pathLst>
                <a:path w="120000" h="120000" extrusionOk="0">
                  <a:moveTo>
                    <a:pt x="71042" y="15700"/>
                  </a:moveTo>
                  <a:cubicBezTo>
                    <a:pt x="30552" y="23551"/>
                    <a:pt x="30552" y="23551"/>
                    <a:pt x="30552" y="23551"/>
                  </a:cubicBezTo>
                  <a:cubicBezTo>
                    <a:pt x="31288" y="34766"/>
                    <a:pt x="31288" y="34766"/>
                    <a:pt x="31288" y="34766"/>
                  </a:cubicBezTo>
                  <a:cubicBezTo>
                    <a:pt x="9570" y="35887"/>
                    <a:pt x="9570" y="35887"/>
                    <a:pt x="9570" y="35887"/>
                  </a:cubicBezTo>
                  <a:cubicBezTo>
                    <a:pt x="8834" y="37009"/>
                    <a:pt x="8834" y="37009"/>
                    <a:pt x="8834" y="37009"/>
                  </a:cubicBezTo>
                  <a:cubicBezTo>
                    <a:pt x="8834" y="40373"/>
                    <a:pt x="8834" y="40373"/>
                    <a:pt x="8834" y="40373"/>
                  </a:cubicBezTo>
                  <a:cubicBezTo>
                    <a:pt x="8834" y="43738"/>
                    <a:pt x="8834" y="43738"/>
                    <a:pt x="8834" y="43738"/>
                  </a:cubicBezTo>
                  <a:cubicBezTo>
                    <a:pt x="8466" y="47102"/>
                    <a:pt x="8466" y="47102"/>
                    <a:pt x="8466" y="47102"/>
                  </a:cubicBezTo>
                  <a:cubicBezTo>
                    <a:pt x="7730" y="48224"/>
                    <a:pt x="7730" y="48224"/>
                    <a:pt x="7730" y="48224"/>
                  </a:cubicBezTo>
                  <a:cubicBezTo>
                    <a:pt x="7361" y="50467"/>
                    <a:pt x="7361" y="50467"/>
                    <a:pt x="7361" y="50467"/>
                  </a:cubicBezTo>
                  <a:cubicBezTo>
                    <a:pt x="7730" y="51588"/>
                    <a:pt x="7730" y="51588"/>
                    <a:pt x="7730" y="51588"/>
                  </a:cubicBezTo>
                  <a:cubicBezTo>
                    <a:pt x="7730" y="51588"/>
                    <a:pt x="8466" y="54953"/>
                    <a:pt x="8466" y="56074"/>
                  </a:cubicBezTo>
                  <a:cubicBezTo>
                    <a:pt x="8834" y="57196"/>
                    <a:pt x="8098" y="58317"/>
                    <a:pt x="8098" y="58317"/>
                  </a:cubicBezTo>
                  <a:cubicBezTo>
                    <a:pt x="7361" y="61682"/>
                    <a:pt x="7361" y="61682"/>
                    <a:pt x="7361" y="61682"/>
                  </a:cubicBezTo>
                  <a:cubicBezTo>
                    <a:pt x="6993" y="65046"/>
                    <a:pt x="6993" y="65046"/>
                    <a:pt x="6993" y="65046"/>
                  </a:cubicBezTo>
                  <a:cubicBezTo>
                    <a:pt x="7361" y="65046"/>
                    <a:pt x="7361" y="65046"/>
                    <a:pt x="7361" y="65046"/>
                  </a:cubicBezTo>
                  <a:cubicBezTo>
                    <a:pt x="7361" y="69532"/>
                    <a:pt x="7361" y="69532"/>
                    <a:pt x="7361" y="69532"/>
                  </a:cubicBezTo>
                  <a:cubicBezTo>
                    <a:pt x="6993" y="71775"/>
                    <a:pt x="6993" y="71775"/>
                    <a:pt x="6993" y="71775"/>
                  </a:cubicBezTo>
                  <a:cubicBezTo>
                    <a:pt x="6625" y="74018"/>
                    <a:pt x="6625" y="74018"/>
                    <a:pt x="6625" y="74018"/>
                  </a:cubicBezTo>
                  <a:cubicBezTo>
                    <a:pt x="5889" y="77383"/>
                    <a:pt x="5889" y="77383"/>
                    <a:pt x="5889" y="77383"/>
                  </a:cubicBezTo>
                  <a:cubicBezTo>
                    <a:pt x="4785" y="78504"/>
                    <a:pt x="4785" y="78504"/>
                    <a:pt x="4785" y="78504"/>
                  </a:cubicBezTo>
                  <a:cubicBezTo>
                    <a:pt x="4785" y="84112"/>
                    <a:pt x="4785" y="84112"/>
                    <a:pt x="4785" y="84112"/>
                  </a:cubicBezTo>
                  <a:cubicBezTo>
                    <a:pt x="4417" y="86355"/>
                    <a:pt x="4417" y="86355"/>
                    <a:pt x="4417" y="86355"/>
                  </a:cubicBezTo>
                  <a:cubicBezTo>
                    <a:pt x="4417" y="88598"/>
                    <a:pt x="4417" y="88598"/>
                    <a:pt x="4417" y="88598"/>
                  </a:cubicBezTo>
                  <a:cubicBezTo>
                    <a:pt x="2944" y="91962"/>
                    <a:pt x="2944" y="91962"/>
                    <a:pt x="2944" y="91962"/>
                  </a:cubicBezTo>
                  <a:cubicBezTo>
                    <a:pt x="1840" y="97570"/>
                    <a:pt x="1840" y="97570"/>
                    <a:pt x="1840" y="97570"/>
                  </a:cubicBezTo>
                  <a:cubicBezTo>
                    <a:pt x="1840" y="103177"/>
                    <a:pt x="1840" y="103177"/>
                    <a:pt x="1840" y="103177"/>
                  </a:cubicBezTo>
                  <a:cubicBezTo>
                    <a:pt x="1840" y="111028"/>
                    <a:pt x="1840" y="111028"/>
                    <a:pt x="1840" y="111028"/>
                  </a:cubicBezTo>
                  <a:cubicBezTo>
                    <a:pt x="736" y="116635"/>
                    <a:pt x="736" y="116635"/>
                    <a:pt x="736" y="116635"/>
                  </a:cubicBezTo>
                  <a:cubicBezTo>
                    <a:pt x="0" y="120000"/>
                    <a:pt x="0" y="120000"/>
                    <a:pt x="0" y="120000"/>
                  </a:cubicBezTo>
                  <a:cubicBezTo>
                    <a:pt x="0" y="120000"/>
                    <a:pt x="0" y="120000"/>
                    <a:pt x="0" y="120000"/>
                  </a:cubicBezTo>
                  <a:cubicBezTo>
                    <a:pt x="85398" y="99813"/>
                    <a:pt x="85398" y="99813"/>
                    <a:pt x="85398" y="99813"/>
                  </a:cubicBezTo>
                  <a:cubicBezTo>
                    <a:pt x="85398" y="99813"/>
                    <a:pt x="85398" y="99813"/>
                    <a:pt x="85398" y="99813"/>
                  </a:cubicBezTo>
                  <a:cubicBezTo>
                    <a:pt x="85398" y="98691"/>
                    <a:pt x="85398" y="98691"/>
                    <a:pt x="85398" y="98691"/>
                  </a:cubicBezTo>
                  <a:cubicBezTo>
                    <a:pt x="85766" y="91962"/>
                    <a:pt x="85766" y="91962"/>
                    <a:pt x="85766" y="91962"/>
                  </a:cubicBezTo>
                  <a:cubicBezTo>
                    <a:pt x="85766" y="88598"/>
                    <a:pt x="85766" y="88598"/>
                    <a:pt x="85766" y="88598"/>
                  </a:cubicBezTo>
                  <a:cubicBezTo>
                    <a:pt x="87239" y="84112"/>
                    <a:pt x="87239" y="84112"/>
                    <a:pt x="87239" y="84112"/>
                  </a:cubicBezTo>
                  <a:cubicBezTo>
                    <a:pt x="88343" y="84112"/>
                    <a:pt x="88343" y="84112"/>
                    <a:pt x="88343" y="84112"/>
                  </a:cubicBezTo>
                  <a:cubicBezTo>
                    <a:pt x="89815" y="80747"/>
                    <a:pt x="89815" y="80747"/>
                    <a:pt x="89815" y="80747"/>
                  </a:cubicBezTo>
                  <a:cubicBezTo>
                    <a:pt x="89447" y="76261"/>
                    <a:pt x="89447" y="76261"/>
                    <a:pt x="89447" y="76261"/>
                  </a:cubicBezTo>
                  <a:cubicBezTo>
                    <a:pt x="90552" y="71775"/>
                    <a:pt x="90552" y="71775"/>
                    <a:pt x="90552" y="71775"/>
                  </a:cubicBezTo>
                  <a:cubicBezTo>
                    <a:pt x="103067" y="49345"/>
                    <a:pt x="103067" y="49345"/>
                    <a:pt x="103067" y="49345"/>
                  </a:cubicBezTo>
                  <a:cubicBezTo>
                    <a:pt x="104907" y="45981"/>
                    <a:pt x="104907" y="45981"/>
                    <a:pt x="104907" y="45981"/>
                  </a:cubicBezTo>
                  <a:cubicBezTo>
                    <a:pt x="105644" y="41495"/>
                    <a:pt x="105644" y="41495"/>
                    <a:pt x="105644" y="41495"/>
                  </a:cubicBezTo>
                  <a:cubicBezTo>
                    <a:pt x="107116" y="34766"/>
                    <a:pt x="107116" y="34766"/>
                    <a:pt x="107116" y="34766"/>
                  </a:cubicBezTo>
                  <a:cubicBezTo>
                    <a:pt x="108220" y="34766"/>
                    <a:pt x="108220" y="34766"/>
                    <a:pt x="108220" y="34766"/>
                  </a:cubicBezTo>
                  <a:cubicBezTo>
                    <a:pt x="109325" y="39252"/>
                    <a:pt x="109325" y="39252"/>
                    <a:pt x="109325" y="39252"/>
                  </a:cubicBezTo>
                  <a:cubicBezTo>
                    <a:pt x="110797" y="34766"/>
                    <a:pt x="110797" y="34766"/>
                    <a:pt x="110797" y="34766"/>
                  </a:cubicBezTo>
                  <a:cubicBezTo>
                    <a:pt x="112638" y="28037"/>
                    <a:pt x="112638" y="28037"/>
                    <a:pt x="112638" y="28037"/>
                  </a:cubicBezTo>
                  <a:cubicBezTo>
                    <a:pt x="116687" y="25794"/>
                    <a:pt x="116687" y="25794"/>
                    <a:pt x="116687" y="25794"/>
                  </a:cubicBezTo>
                  <a:cubicBezTo>
                    <a:pt x="117055" y="21308"/>
                    <a:pt x="117055" y="21308"/>
                    <a:pt x="117055" y="21308"/>
                  </a:cubicBezTo>
                  <a:cubicBezTo>
                    <a:pt x="118159" y="15700"/>
                    <a:pt x="118159" y="15700"/>
                    <a:pt x="118159" y="15700"/>
                  </a:cubicBezTo>
                  <a:cubicBezTo>
                    <a:pt x="119631" y="13457"/>
                    <a:pt x="119631" y="13457"/>
                    <a:pt x="119631" y="13457"/>
                  </a:cubicBezTo>
                  <a:cubicBezTo>
                    <a:pt x="120000" y="13457"/>
                    <a:pt x="120000" y="13457"/>
                    <a:pt x="120000" y="13457"/>
                  </a:cubicBezTo>
                  <a:cubicBezTo>
                    <a:pt x="120000" y="0"/>
                    <a:pt x="120000" y="0"/>
                    <a:pt x="120000" y="0"/>
                  </a:cubicBezTo>
                  <a:lnTo>
                    <a:pt x="71042" y="157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2" name="Shape 1417">
              <a:extLst>
                <a:ext uri="{FF2B5EF4-FFF2-40B4-BE49-F238E27FC236}">
                  <a16:creationId xmlns:a16="http://schemas.microsoft.com/office/drawing/2014/main" id="{AA07E2EF-F1A3-284D-813C-E6894B4007E4}"/>
                </a:ext>
              </a:extLst>
            </p:cNvPr>
            <p:cNvSpPr/>
            <p:nvPr/>
          </p:nvSpPr>
          <p:spPr>
            <a:xfrm>
              <a:off x="7342207" y="2606663"/>
              <a:ext cx="465457" cy="205745"/>
            </a:xfrm>
            <a:custGeom>
              <a:avLst/>
              <a:gdLst/>
              <a:ahLst/>
              <a:cxnLst/>
              <a:rect l="0" t="0" r="0" b="0"/>
              <a:pathLst>
                <a:path w="120000" h="120000" extrusionOk="0">
                  <a:moveTo>
                    <a:pt x="119263" y="28333"/>
                  </a:moveTo>
                  <a:cubicBezTo>
                    <a:pt x="118527" y="25833"/>
                    <a:pt x="118527" y="25833"/>
                    <a:pt x="118527" y="25833"/>
                  </a:cubicBezTo>
                  <a:cubicBezTo>
                    <a:pt x="117791" y="23333"/>
                    <a:pt x="117791" y="23333"/>
                    <a:pt x="117791" y="23333"/>
                  </a:cubicBezTo>
                  <a:cubicBezTo>
                    <a:pt x="116687" y="23333"/>
                    <a:pt x="116687" y="23333"/>
                    <a:pt x="116687" y="23333"/>
                  </a:cubicBezTo>
                  <a:cubicBezTo>
                    <a:pt x="116319" y="24166"/>
                    <a:pt x="116319" y="24166"/>
                    <a:pt x="116319" y="24166"/>
                  </a:cubicBezTo>
                  <a:cubicBezTo>
                    <a:pt x="115950" y="31666"/>
                    <a:pt x="115950" y="31666"/>
                    <a:pt x="115950" y="31666"/>
                  </a:cubicBezTo>
                  <a:cubicBezTo>
                    <a:pt x="115950" y="33333"/>
                    <a:pt x="115950" y="33333"/>
                    <a:pt x="115950" y="33333"/>
                  </a:cubicBezTo>
                  <a:cubicBezTo>
                    <a:pt x="114846" y="31666"/>
                    <a:pt x="114846" y="31666"/>
                    <a:pt x="114846" y="31666"/>
                  </a:cubicBezTo>
                  <a:cubicBezTo>
                    <a:pt x="114478" y="26666"/>
                    <a:pt x="114478" y="26666"/>
                    <a:pt x="114478" y="26666"/>
                  </a:cubicBezTo>
                  <a:cubicBezTo>
                    <a:pt x="113742" y="23333"/>
                    <a:pt x="113742" y="23333"/>
                    <a:pt x="113742" y="23333"/>
                  </a:cubicBezTo>
                  <a:cubicBezTo>
                    <a:pt x="112638" y="22500"/>
                    <a:pt x="112638" y="22500"/>
                    <a:pt x="112638" y="22500"/>
                  </a:cubicBezTo>
                  <a:cubicBezTo>
                    <a:pt x="110429" y="25000"/>
                    <a:pt x="110429" y="25000"/>
                    <a:pt x="110429" y="25000"/>
                  </a:cubicBezTo>
                  <a:cubicBezTo>
                    <a:pt x="109693" y="25000"/>
                    <a:pt x="109693" y="25000"/>
                    <a:pt x="109693" y="25000"/>
                  </a:cubicBezTo>
                  <a:cubicBezTo>
                    <a:pt x="107484" y="26666"/>
                    <a:pt x="107484" y="26666"/>
                    <a:pt x="107484" y="26666"/>
                  </a:cubicBezTo>
                  <a:cubicBezTo>
                    <a:pt x="106380" y="29166"/>
                    <a:pt x="106380" y="29166"/>
                    <a:pt x="106380" y="29166"/>
                  </a:cubicBezTo>
                  <a:cubicBezTo>
                    <a:pt x="105276" y="32500"/>
                    <a:pt x="105276" y="32500"/>
                    <a:pt x="105276" y="32500"/>
                  </a:cubicBezTo>
                  <a:cubicBezTo>
                    <a:pt x="104907" y="30833"/>
                    <a:pt x="104907" y="30833"/>
                    <a:pt x="104907" y="30833"/>
                  </a:cubicBezTo>
                  <a:cubicBezTo>
                    <a:pt x="104907" y="26666"/>
                    <a:pt x="104907" y="26666"/>
                    <a:pt x="104907" y="26666"/>
                  </a:cubicBezTo>
                  <a:cubicBezTo>
                    <a:pt x="104907" y="25000"/>
                    <a:pt x="104907" y="25000"/>
                    <a:pt x="104907" y="25000"/>
                  </a:cubicBezTo>
                  <a:cubicBezTo>
                    <a:pt x="104171" y="22500"/>
                    <a:pt x="104171" y="22500"/>
                    <a:pt x="104171" y="22500"/>
                  </a:cubicBezTo>
                  <a:cubicBezTo>
                    <a:pt x="103803" y="20833"/>
                    <a:pt x="103803" y="20833"/>
                    <a:pt x="103803" y="20833"/>
                  </a:cubicBezTo>
                  <a:cubicBezTo>
                    <a:pt x="103435" y="19166"/>
                    <a:pt x="103435" y="19166"/>
                    <a:pt x="103435" y="19166"/>
                  </a:cubicBezTo>
                  <a:cubicBezTo>
                    <a:pt x="103435" y="16666"/>
                    <a:pt x="103435" y="16666"/>
                    <a:pt x="103435" y="16666"/>
                  </a:cubicBezTo>
                  <a:cubicBezTo>
                    <a:pt x="103435" y="15000"/>
                    <a:pt x="103435" y="15000"/>
                    <a:pt x="103435" y="15000"/>
                  </a:cubicBezTo>
                  <a:cubicBezTo>
                    <a:pt x="104171" y="13333"/>
                    <a:pt x="104171" y="13333"/>
                    <a:pt x="104171" y="13333"/>
                  </a:cubicBezTo>
                  <a:cubicBezTo>
                    <a:pt x="104171" y="13333"/>
                    <a:pt x="104171" y="13333"/>
                    <a:pt x="104171" y="13333"/>
                  </a:cubicBezTo>
                  <a:cubicBezTo>
                    <a:pt x="104539" y="16666"/>
                    <a:pt x="104539" y="16666"/>
                    <a:pt x="104539" y="16666"/>
                  </a:cubicBezTo>
                  <a:cubicBezTo>
                    <a:pt x="104907" y="21666"/>
                    <a:pt x="104907" y="21666"/>
                    <a:pt x="104907" y="21666"/>
                  </a:cubicBezTo>
                  <a:cubicBezTo>
                    <a:pt x="105644" y="25833"/>
                    <a:pt x="105644" y="25833"/>
                    <a:pt x="105644" y="25833"/>
                  </a:cubicBezTo>
                  <a:cubicBezTo>
                    <a:pt x="106748" y="24166"/>
                    <a:pt x="106748" y="24166"/>
                    <a:pt x="106748" y="24166"/>
                  </a:cubicBezTo>
                  <a:cubicBezTo>
                    <a:pt x="107116" y="23333"/>
                    <a:pt x="107116" y="23333"/>
                    <a:pt x="107116" y="23333"/>
                  </a:cubicBezTo>
                  <a:cubicBezTo>
                    <a:pt x="108220" y="21666"/>
                    <a:pt x="108220" y="21666"/>
                    <a:pt x="108220" y="21666"/>
                  </a:cubicBezTo>
                  <a:cubicBezTo>
                    <a:pt x="108588" y="21666"/>
                    <a:pt x="108588" y="21666"/>
                    <a:pt x="108588" y="21666"/>
                  </a:cubicBezTo>
                  <a:cubicBezTo>
                    <a:pt x="110061" y="20000"/>
                    <a:pt x="110061" y="20000"/>
                    <a:pt x="110061" y="20000"/>
                  </a:cubicBezTo>
                  <a:cubicBezTo>
                    <a:pt x="110429" y="18333"/>
                    <a:pt x="110429" y="18333"/>
                    <a:pt x="110429" y="18333"/>
                  </a:cubicBezTo>
                  <a:cubicBezTo>
                    <a:pt x="112269" y="18333"/>
                    <a:pt x="112269" y="18333"/>
                    <a:pt x="112269" y="18333"/>
                  </a:cubicBezTo>
                  <a:cubicBezTo>
                    <a:pt x="112638" y="15833"/>
                    <a:pt x="112638" y="15833"/>
                    <a:pt x="112638" y="15833"/>
                  </a:cubicBezTo>
                  <a:cubicBezTo>
                    <a:pt x="113006" y="15000"/>
                    <a:pt x="113006" y="15000"/>
                    <a:pt x="113006" y="15000"/>
                  </a:cubicBezTo>
                  <a:cubicBezTo>
                    <a:pt x="113006" y="15000"/>
                    <a:pt x="112638" y="14166"/>
                    <a:pt x="112638" y="13333"/>
                  </a:cubicBezTo>
                  <a:cubicBezTo>
                    <a:pt x="112269" y="13333"/>
                    <a:pt x="112269" y="13333"/>
                    <a:pt x="112269" y="13333"/>
                  </a:cubicBezTo>
                  <a:cubicBezTo>
                    <a:pt x="111533" y="10833"/>
                    <a:pt x="111533" y="10833"/>
                    <a:pt x="111533" y="10833"/>
                  </a:cubicBezTo>
                  <a:cubicBezTo>
                    <a:pt x="111533" y="10000"/>
                    <a:pt x="111533" y="10000"/>
                    <a:pt x="111533" y="10000"/>
                  </a:cubicBezTo>
                  <a:cubicBezTo>
                    <a:pt x="111901" y="10000"/>
                    <a:pt x="111901" y="10000"/>
                    <a:pt x="111901" y="10000"/>
                  </a:cubicBezTo>
                  <a:cubicBezTo>
                    <a:pt x="113742" y="11666"/>
                    <a:pt x="113742" y="11666"/>
                    <a:pt x="113742" y="11666"/>
                  </a:cubicBezTo>
                  <a:cubicBezTo>
                    <a:pt x="114846" y="11666"/>
                    <a:pt x="114846" y="11666"/>
                    <a:pt x="114846" y="11666"/>
                  </a:cubicBezTo>
                  <a:cubicBezTo>
                    <a:pt x="114846" y="9166"/>
                    <a:pt x="114846" y="9166"/>
                    <a:pt x="114846" y="9166"/>
                  </a:cubicBezTo>
                  <a:cubicBezTo>
                    <a:pt x="113742" y="5833"/>
                    <a:pt x="113742" y="5833"/>
                    <a:pt x="113742" y="5833"/>
                  </a:cubicBezTo>
                  <a:cubicBezTo>
                    <a:pt x="113374" y="3333"/>
                    <a:pt x="113374" y="3333"/>
                    <a:pt x="113374" y="3333"/>
                  </a:cubicBezTo>
                  <a:cubicBezTo>
                    <a:pt x="112269" y="0"/>
                    <a:pt x="112269" y="0"/>
                    <a:pt x="112269" y="0"/>
                  </a:cubicBezTo>
                  <a:cubicBezTo>
                    <a:pt x="80245" y="15000"/>
                    <a:pt x="80245" y="15000"/>
                    <a:pt x="80245" y="15000"/>
                  </a:cubicBezTo>
                  <a:cubicBezTo>
                    <a:pt x="57055" y="23333"/>
                    <a:pt x="57055" y="23333"/>
                    <a:pt x="57055" y="23333"/>
                  </a:cubicBezTo>
                  <a:cubicBezTo>
                    <a:pt x="34601" y="29166"/>
                    <a:pt x="34601" y="29166"/>
                    <a:pt x="34601" y="29166"/>
                  </a:cubicBezTo>
                  <a:cubicBezTo>
                    <a:pt x="34601" y="39166"/>
                    <a:pt x="34601" y="39166"/>
                    <a:pt x="34601" y="39166"/>
                  </a:cubicBezTo>
                  <a:cubicBezTo>
                    <a:pt x="34233" y="39166"/>
                    <a:pt x="34233" y="39166"/>
                    <a:pt x="34233" y="39166"/>
                  </a:cubicBezTo>
                  <a:cubicBezTo>
                    <a:pt x="32760" y="40833"/>
                    <a:pt x="32760" y="40833"/>
                    <a:pt x="32760" y="40833"/>
                  </a:cubicBezTo>
                  <a:cubicBezTo>
                    <a:pt x="31656" y="45000"/>
                    <a:pt x="31656" y="45000"/>
                    <a:pt x="31656" y="45000"/>
                  </a:cubicBezTo>
                  <a:cubicBezTo>
                    <a:pt x="31288" y="48333"/>
                    <a:pt x="31288" y="48333"/>
                    <a:pt x="31288" y="48333"/>
                  </a:cubicBezTo>
                  <a:cubicBezTo>
                    <a:pt x="27239" y="50000"/>
                    <a:pt x="27239" y="50000"/>
                    <a:pt x="27239" y="50000"/>
                  </a:cubicBezTo>
                  <a:cubicBezTo>
                    <a:pt x="25398" y="55000"/>
                    <a:pt x="25398" y="55000"/>
                    <a:pt x="25398" y="55000"/>
                  </a:cubicBezTo>
                  <a:cubicBezTo>
                    <a:pt x="23926" y="58333"/>
                    <a:pt x="23926" y="58333"/>
                    <a:pt x="23926" y="58333"/>
                  </a:cubicBezTo>
                  <a:cubicBezTo>
                    <a:pt x="22822" y="55000"/>
                    <a:pt x="22822" y="55000"/>
                    <a:pt x="22822" y="55000"/>
                  </a:cubicBezTo>
                  <a:cubicBezTo>
                    <a:pt x="21717" y="55000"/>
                    <a:pt x="21717" y="55000"/>
                    <a:pt x="21717" y="55000"/>
                  </a:cubicBezTo>
                  <a:cubicBezTo>
                    <a:pt x="20245" y="60000"/>
                    <a:pt x="20245" y="60000"/>
                    <a:pt x="20245" y="60000"/>
                  </a:cubicBezTo>
                  <a:cubicBezTo>
                    <a:pt x="19509" y="63333"/>
                    <a:pt x="19509" y="63333"/>
                    <a:pt x="19509" y="63333"/>
                  </a:cubicBezTo>
                  <a:cubicBezTo>
                    <a:pt x="17668" y="65833"/>
                    <a:pt x="17668" y="65833"/>
                    <a:pt x="17668" y="65833"/>
                  </a:cubicBezTo>
                  <a:cubicBezTo>
                    <a:pt x="5153" y="82500"/>
                    <a:pt x="5153" y="82500"/>
                    <a:pt x="5153" y="82500"/>
                  </a:cubicBezTo>
                  <a:cubicBezTo>
                    <a:pt x="4049" y="85833"/>
                    <a:pt x="4049" y="85833"/>
                    <a:pt x="4049" y="85833"/>
                  </a:cubicBezTo>
                  <a:cubicBezTo>
                    <a:pt x="4417" y="89166"/>
                    <a:pt x="4417" y="89166"/>
                    <a:pt x="4417" y="89166"/>
                  </a:cubicBezTo>
                  <a:cubicBezTo>
                    <a:pt x="2944" y="91666"/>
                    <a:pt x="2944" y="91666"/>
                    <a:pt x="2944" y="91666"/>
                  </a:cubicBezTo>
                  <a:cubicBezTo>
                    <a:pt x="1840" y="91666"/>
                    <a:pt x="1840" y="91666"/>
                    <a:pt x="1840" y="91666"/>
                  </a:cubicBezTo>
                  <a:cubicBezTo>
                    <a:pt x="368" y="95000"/>
                    <a:pt x="368" y="95000"/>
                    <a:pt x="368" y="95000"/>
                  </a:cubicBezTo>
                  <a:cubicBezTo>
                    <a:pt x="368" y="97500"/>
                    <a:pt x="368" y="97500"/>
                    <a:pt x="368" y="97500"/>
                  </a:cubicBezTo>
                  <a:cubicBezTo>
                    <a:pt x="0" y="102500"/>
                    <a:pt x="0" y="102500"/>
                    <a:pt x="0" y="102500"/>
                  </a:cubicBezTo>
                  <a:cubicBezTo>
                    <a:pt x="0" y="103333"/>
                    <a:pt x="0" y="103333"/>
                    <a:pt x="0" y="103333"/>
                  </a:cubicBezTo>
                  <a:cubicBezTo>
                    <a:pt x="0" y="103333"/>
                    <a:pt x="0" y="103333"/>
                    <a:pt x="0" y="103333"/>
                  </a:cubicBezTo>
                  <a:cubicBezTo>
                    <a:pt x="20613" y="98333"/>
                    <a:pt x="20613" y="98333"/>
                    <a:pt x="20613" y="98333"/>
                  </a:cubicBezTo>
                  <a:cubicBezTo>
                    <a:pt x="26871" y="87500"/>
                    <a:pt x="26871" y="87500"/>
                    <a:pt x="26871" y="87500"/>
                  </a:cubicBezTo>
                  <a:cubicBezTo>
                    <a:pt x="30552" y="86666"/>
                    <a:pt x="30552" y="86666"/>
                    <a:pt x="30552" y="86666"/>
                  </a:cubicBezTo>
                  <a:cubicBezTo>
                    <a:pt x="33128" y="86666"/>
                    <a:pt x="33128" y="86666"/>
                    <a:pt x="33128" y="86666"/>
                  </a:cubicBezTo>
                  <a:cubicBezTo>
                    <a:pt x="37546" y="88333"/>
                    <a:pt x="37546" y="88333"/>
                    <a:pt x="37546" y="88333"/>
                  </a:cubicBezTo>
                  <a:cubicBezTo>
                    <a:pt x="39754" y="87500"/>
                    <a:pt x="39754" y="87500"/>
                    <a:pt x="39754" y="87500"/>
                  </a:cubicBezTo>
                  <a:cubicBezTo>
                    <a:pt x="40858" y="86666"/>
                    <a:pt x="40858" y="86666"/>
                    <a:pt x="40858" y="86666"/>
                  </a:cubicBezTo>
                  <a:cubicBezTo>
                    <a:pt x="42699" y="84166"/>
                    <a:pt x="42699" y="84166"/>
                    <a:pt x="42699" y="84166"/>
                  </a:cubicBezTo>
                  <a:cubicBezTo>
                    <a:pt x="45276" y="83333"/>
                    <a:pt x="45276" y="83333"/>
                    <a:pt x="45276" y="83333"/>
                  </a:cubicBezTo>
                  <a:cubicBezTo>
                    <a:pt x="48588" y="84166"/>
                    <a:pt x="48588" y="84166"/>
                    <a:pt x="48588" y="84166"/>
                  </a:cubicBezTo>
                  <a:cubicBezTo>
                    <a:pt x="50797" y="86666"/>
                    <a:pt x="50797" y="86666"/>
                    <a:pt x="50797" y="86666"/>
                  </a:cubicBezTo>
                  <a:cubicBezTo>
                    <a:pt x="52269" y="95000"/>
                    <a:pt x="52269" y="95000"/>
                    <a:pt x="52269" y="95000"/>
                  </a:cubicBezTo>
                  <a:cubicBezTo>
                    <a:pt x="66993" y="88333"/>
                    <a:pt x="66993" y="88333"/>
                    <a:pt x="66993" y="88333"/>
                  </a:cubicBezTo>
                  <a:cubicBezTo>
                    <a:pt x="86134" y="120000"/>
                    <a:pt x="86134" y="120000"/>
                    <a:pt x="86134" y="120000"/>
                  </a:cubicBezTo>
                  <a:cubicBezTo>
                    <a:pt x="89447" y="116666"/>
                    <a:pt x="89447" y="116666"/>
                    <a:pt x="89447" y="116666"/>
                  </a:cubicBezTo>
                  <a:cubicBezTo>
                    <a:pt x="90184" y="116666"/>
                    <a:pt x="90184" y="116666"/>
                    <a:pt x="90184" y="116666"/>
                  </a:cubicBezTo>
                  <a:cubicBezTo>
                    <a:pt x="93496" y="115833"/>
                    <a:pt x="93496" y="115833"/>
                    <a:pt x="93496" y="115833"/>
                  </a:cubicBezTo>
                  <a:cubicBezTo>
                    <a:pt x="94233" y="113333"/>
                    <a:pt x="94233" y="113333"/>
                    <a:pt x="94233" y="113333"/>
                  </a:cubicBezTo>
                  <a:cubicBezTo>
                    <a:pt x="95337" y="110833"/>
                    <a:pt x="95337" y="110833"/>
                    <a:pt x="95337" y="110833"/>
                  </a:cubicBezTo>
                  <a:cubicBezTo>
                    <a:pt x="95705" y="103333"/>
                    <a:pt x="95705" y="103333"/>
                    <a:pt x="95705" y="103333"/>
                  </a:cubicBezTo>
                  <a:cubicBezTo>
                    <a:pt x="96809" y="97500"/>
                    <a:pt x="96809" y="97500"/>
                    <a:pt x="96809" y="97500"/>
                  </a:cubicBezTo>
                  <a:cubicBezTo>
                    <a:pt x="98282" y="92500"/>
                    <a:pt x="98282" y="92500"/>
                    <a:pt x="98282" y="92500"/>
                  </a:cubicBezTo>
                  <a:cubicBezTo>
                    <a:pt x="99754" y="90000"/>
                    <a:pt x="99754" y="90000"/>
                    <a:pt x="99754" y="90000"/>
                  </a:cubicBezTo>
                  <a:cubicBezTo>
                    <a:pt x="99754" y="88333"/>
                    <a:pt x="99754" y="88333"/>
                    <a:pt x="99754" y="88333"/>
                  </a:cubicBezTo>
                  <a:cubicBezTo>
                    <a:pt x="99386" y="85833"/>
                    <a:pt x="99386" y="85833"/>
                    <a:pt x="99386" y="85833"/>
                  </a:cubicBezTo>
                  <a:cubicBezTo>
                    <a:pt x="99018" y="84166"/>
                    <a:pt x="99018" y="84166"/>
                    <a:pt x="99018" y="84166"/>
                  </a:cubicBezTo>
                  <a:cubicBezTo>
                    <a:pt x="99386" y="83333"/>
                    <a:pt x="99386" y="83333"/>
                    <a:pt x="99386" y="83333"/>
                  </a:cubicBezTo>
                  <a:cubicBezTo>
                    <a:pt x="99386" y="81666"/>
                    <a:pt x="99386" y="81666"/>
                    <a:pt x="99386" y="81666"/>
                  </a:cubicBezTo>
                  <a:cubicBezTo>
                    <a:pt x="99754" y="80833"/>
                    <a:pt x="99754" y="80833"/>
                    <a:pt x="99754" y="80833"/>
                  </a:cubicBezTo>
                  <a:cubicBezTo>
                    <a:pt x="100122" y="80833"/>
                    <a:pt x="100122" y="80833"/>
                    <a:pt x="100122" y="80833"/>
                  </a:cubicBezTo>
                  <a:cubicBezTo>
                    <a:pt x="100490" y="81666"/>
                    <a:pt x="100490" y="81666"/>
                    <a:pt x="100490" y="81666"/>
                  </a:cubicBezTo>
                  <a:cubicBezTo>
                    <a:pt x="100858" y="85000"/>
                    <a:pt x="100858" y="85000"/>
                    <a:pt x="100858" y="85000"/>
                  </a:cubicBezTo>
                  <a:cubicBezTo>
                    <a:pt x="102331" y="83333"/>
                    <a:pt x="102331" y="83333"/>
                    <a:pt x="102331" y="83333"/>
                  </a:cubicBezTo>
                  <a:cubicBezTo>
                    <a:pt x="103435" y="82500"/>
                    <a:pt x="103435" y="82500"/>
                    <a:pt x="103435" y="82500"/>
                  </a:cubicBezTo>
                  <a:cubicBezTo>
                    <a:pt x="103435" y="80833"/>
                    <a:pt x="103435" y="80833"/>
                    <a:pt x="103435" y="80833"/>
                  </a:cubicBezTo>
                  <a:cubicBezTo>
                    <a:pt x="103435" y="79166"/>
                    <a:pt x="103435" y="79166"/>
                    <a:pt x="103435" y="79166"/>
                  </a:cubicBezTo>
                  <a:cubicBezTo>
                    <a:pt x="104171" y="78333"/>
                    <a:pt x="104171" y="78333"/>
                    <a:pt x="104171" y="78333"/>
                  </a:cubicBezTo>
                  <a:cubicBezTo>
                    <a:pt x="104171" y="77500"/>
                    <a:pt x="104171" y="77500"/>
                    <a:pt x="104171" y="77500"/>
                  </a:cubicBezTo>
                  <a:cubicBezTo>
                    <a:pt x="104907" y="79166"/>
                    <a:pt x="104907" y="79166"/>
                    <a:pt x="104907" y="79166"/>
                  </a:cubicBezTo>
                  <a:cubicBezTo>
                    <a:pt x="106748" y="77500"/>
                    <a:pt x="106748" y="77500"/>
                    <a:pt x="106748" y="77500"/>
                  </a:cubicBezTo>
                  <a:cubicBezTo>
                    <a:pt x="108220" y="75833"/>
                    <a:pt x="108220" y="75833"/>
                    <a:pt x="108220" y="75833"/>
                  </a:cubicBezTo>
                  <a:cubicBezTo>
                    <a:pt x="108957" y="75833"/>
                    <a:pt x="108957" y="75833"/>
                    <a:pt x="108957" y="75833"/>
                  </a:cubicBezTo>
                  <a:cubicBezTo>
                    <a:pt x="110061" y="74166"/>
                    <a:pt x="110061" y="74166"/>
                    <a:pt x="110061" y="74166"/>
                  </a:cubicBezTo>
                  <a:cubicBezTo>
                    <a:pt x="110797" y="73333"/>
                    <a:pt x="110797" y="73333"/>
                    <a:pt x="110797" y="73333"/>
                  </a:cubicBezTo>
                  <a:cubicBezTo>
                    <a:pt x="110797" y="72500"/>
                    <a:pt x="110797" y="72500"/>
                    <a:pt x="110797" y="72500"/>
                  </a:cubicBezTo>
                  <a:cubicBezTo>
                    <a:pt x="112269" y="75000"/>
                    <a:pt x="112269" y="75000"/>
                    <a:pt x="112269" y="75000"/>
                  </a:cubicBezTo>
                  <a:cubicBezTo>
                    <a:pt x="113006" y="71666"/>
                    <a:pt x="113006" y="71666"/>
                    <a:pt x="113006" y="71666"/>
                  </a:cubicBezTo>
                  <a:cubicBezTo>
                    <a:pt x="113374" y="67500"/>
                    <a:pt x="113374" y="67500"/>
                    <a:pt x="113374" y="67500"/>
                  </a:cubicBezTo>
                  <a:cubicBezTo>
                    <a:pt x="113742" y="65833"/>
                    <a:pt x="113742" y="65833"/>
                    <a:pt x="113742" y="65833"/>
                  </a:cubicBezTo>
                  <a:cubicBezTo>
                    <a:pt x="114110" y="64166"/>
                    <a:pt x="114110" y="64166"/>
                    <a:pt x="114110" y="64166"/>
                  </a:cubicBezTo>
                  <a:cubicBezTo>
                    <a:pt x="114110" y="64166"/>
                    <a:pt x="113742" y="61666"/>
                    <a:pt x="113374" y="62500"/>
                  </a:cubicBezTo>
                  <a:cubicBezTo>
                    <a:pt x="113006" y="62500"/>
                    <a:pt x="111901" y="63333"/>
                    <a:pt x="111901" y="63333"/>
                  </a:cubicBezTo>
                  <a:cubicBezTo>
                    <a:pt x="111533" y="65000"/>
                    <a:pt x="111533" y="65000"/>
                    <a:pt x="111533" y="65000"/>
                  </a:cubicBezTo>
                  <a:cubicBezTo>
                    <a:pt x="110797" y="65000"/>
                    <a:pt x="110797" y="65000"/>
                    <a:pt x="110797" y="65000"/>
                  </a:cubicBezTo>
                  <a:cubicBezTo>
                    <a:pt x="110061" y="66666"/>
                    <a:pt x="110061" y="66666"/>
                    <a:pt x="110061" y="66666"/>
                  </a:cubicBezTo>
                  <a:cubicBezTo>
                    <a:pt x="108220" y="69166"/>
                    <a:pt x="108220" y="69166"/>
                    <a:pt x="108220" y="69166"/>
                  </a:cubicBezTo>
                  <a:cubicBezTo>
                    <a:pt x="107116" y="69166"/>
                    <a:pt x="107116" y="69166"/>
                    <a:pt x="107116" y="69166"/>
                  </a:cubicBezTo>
                  <a:cubicBezTo>
                    <a:pt x="104171" y="67500"/>
                    <a:pt x="104171" y="67500"/>
                    <a:pt x="104171" y="67500"/>
                  </a:cubicBezTo>
                  <a:cubicBezTo>
                    <a:pt x="104171" y="65833"/>
                    <a:pt x="104171" y="65833"/>
                    <a:pt x="104171" y="65833"/>
                  </a:cubicBezTo>
                  <a:cubicBezTo>
                    <a:pt x="104171" y="64166"/>
                    <a:pt x="104171" y="64166"/>
                    <a:pt x="104171" y="64166"/>
                  </a:cubicBezTo>
                  <a:cubicBezTo>
                    <a:pt x="104539" y="63333"/>
                    <a:pt x="104539" y="63333"/>
                    <a:pt x="104539" y="63333"/>
                  </a:cubicBezTo>
                  <a:cubicBezTo>
                    <a:pt x="105276" y="63333"/>
                    <a:pt x="105276" y="63333"/>
                    <a:pt x="105276" y="63333"/>
                  </a:cubicBezTo>
                  <a:cubicBezTo>
                    <a:pt x="106012" y="64166"/>
                    <a:pt x="106012" y="64166"/>
                    <a:pt x="106012" y="64166"/>
                  </a:cubicBezTo>
                  <a:cubicBezTo>
                    <a:pt x="107852" y="64166"/>
                    <a:pt x="107852" y="64166"/>
                    <a:pt x="107852" y="64166"/>
                  </a:cubicBezTo>
                  <a:cubicBezTo>
                    <a:pt x="108957" y="62500"/>
                    <a:pt x="108957" y="62500"/>
                    <a:pt x="108957" y="62500"/>
                  </a:cubicBezTo>
                  <a:cubicBezTo>
                    <a:pt x="108957" y="60833"/>
                    <a:pt x="108957" y="60833"/>
                    <a:pt x="108957" y="60833"/>
                  </a:cubicBezTo>
                  <a:cubicBezTo>
                    <a:pt x="108588" y="59166"/>
                    <a:pt x="108588" y="59166"/>
                    <a:pt x="108588" y="59166"/>
                  </a:cubicBezTo>
                  <a:cubicBezTo>
                    <a:pt x="108957" y="56666"/>
                    <a:pt x="108957" y="56666"/>
                    <a:pt x="108957" y="56666"/>
                  </a:cubicBezTo>
                  <a:cubicBezTo>
                    <a:pt x="109325" y="56666"/>
                    <a:pt x="109325" y="56666"/>
                    <a:pt x="109325" y="56666"/>
                  </a:cubicBezTo>
                  <a:cubicBezTo>
                    <a:pt x="110061" y="55000"/>
                    <a:pt x="110061" y="55000"/>
                    <a:pt x="110061" y="55000"/>
                  </a:cubicBezTo>
                  <a:cubicBezTo>
                    <a:pt x="110061" y="53333"/>
                    <a:pt x="110061" y="53333"/>
                    <a:pt x="110061" y="53333"/>
                  </a:cubicBezTo>
                  <a:cubicBezTo>
                    <a:pt x="108957" y="53333"/>
                    <a:pt x="108957" y="53333"/>
                    <a:pt x="108957" y="53333"/>
                  </a:cubicBezTo>
                  <a:cubicBezTo>
                    <a:pt x="106748" y="50833"/>
                    <a:pt x="106748" y="50833"/>
                    <a:pt x="106748" y="50833"/>
                  </a:cubicBezTo>
                  <a:cubicBezTo>
                    <a:pt x="104171" y="50000"/>
                    <a:pt x="104171" y="50000"/>
                    <a:pt x="104171" y="50000"/>
                  </a:cubicBezTo>
                  <a:cubicBezTo>
                    <a:pt x="103067" y="48333"/>
                    <a:pt x="103067" y="48333"/>
                    <a:pt x="103067" y="48333"/>
                  </a:cubicBezTo>
                  <a:cubicBezTo>
                    <a:pt x="103067" y="47500"/>
                    <a:pt x="103067" y="47500"/>
                    <a:pt x="103067" y="47500"/>
                  </a:cubicBezTo>
                  <a:cubicBezTo>
                    <a:pt x="104539" y="47500"/>
                    <a:pt x="104539" y="47500"/>
                    <a:pt x="104539" y="47500"/>
                  </a:cubicBezTo>
                  <a:cubicBezTo>
                    <a:pt x="106748" y="47500"/>
                    <a:pt x="106748" y="47500"/>
                    <a:pt x="106748" y="47500"/>
                  </a:cubicBezTo>
                  <a:cubicBezTo>
                    <a:pt x="108220" y="49166"/>
                    <a:pt x="108220" y="49166"/>
                    <a:pt x="108220" y="49166"/>
                  </a:cubicBezTo>
                  <a:cubicBezTo>
                    <a:pt x="108588" y="47500"/>
                    <a:pt x="108588" y="47500"/>
                    <a:pt x="108588" y="47500"/>
                  </a:cubicBezTo>
                  <a:cubicBezTo>
                    <a:pt x="108220" y="45833"/>
                    <a:pt x="108220" y="45833"/>
                    <a:pt x="108220" y="45833"/>
                  </a:cubicBezTo>
                  <a:cubicBezTo>
                    <a:pt x="107852" y="45000"/>
                    <a:pt x="107852" y="45000"/>
                    <a:pt x="107852" y="45000"/>
                  </a:cubicBezTo>
                  <a:cubicBezTo>
                    <a:pt x="107484" y="43333"/>
                    <a:pt x="107484" y="43333"/>
                    <a:pt x="107484" y="43333"/>
                  </a:cubicBezTo>
                  <a:cubicBezTo>
                    <a:pt x="108220" y="42500"/>
                    <a:pt x="108220" y="42500"/>
                    <a:pt x="108220" y="42500"/>
                  </a:cubicBezTo>
                  <a:cubicBezTo>
                    <a:pt x="109325" y="42500"/>
                    <a:pt x="109325" y="42500"/>
                    <a:pt x="109325" y="42500"/>
                  </a:cubicBezTo>
                  <a:cubicBezTo>
                    <a:pt x="109693" y="46666"/>
                    <a:pt x="109693" y="46666"/>
                    <a:pt x="109693" y="46666"/>
                  </a:cubicBezTo>
                  <a:cubicBezTo>
                    <a:pt x="110429" y="48333"/>
                    <a:pt x="110429" y="48333"/>
                    <a:pt x="110429" y="48333"/>
                  </a:cubicBezTo>
                  <a:cubicBezTo>
                    <a:pt x="111533" y="48333"/>
                    <a:pt x="111533" y="48333"/>
                    <a:pt x="111533" y="48333"/>
                  </a:cubicBezTo>
                  <a:cubicBezTo>
                    <a:pt x="111901" y="47500"/>
                    <a:pt x="111901" y="47500"/>
                    <a:pt x="111901" y="47500"/>
                  </a:cubicBezTo>
                  <a:cubicBezTo>
                    <a:pt x="112638" y="48333"/>
                    <a:pt x="112638" y="48333"/>
                    <a:pt x="112638" y="48333"/>
                  </a:cubicBezTo>
                  <a:cubicBezTo>
                    <a:pt x="114110" y="48333"/>
                    <a:pt x="114110" y="48333"/>
                    <a:pt x="114110" y="48333"/>
                  </a:cubicBezTo>
                  <a:cubicBezTo>
                    <a:pt x="116319" y="48333"/>
                    <a:pt x="116319" y="48333"/>
                    <a:pt x="116319" y="48333"/>
                  </a:cubicBezTo>
                  <a:cubicBezTo>
                    <a:pt x="116687" y="47500"/>
                    <a:pt x="116687" y="47500"/>
                    <a:pt x="116687" y="47500"/>
                  </a:cubicBezTo>
                  <a:cubicBezTo>
                    <a:pt x="116687" y="44166"/>
                    <a:pt x="116687" y="44166"/>
                    <a:pt x="116687" y="44166"/>
                  </a:cubicBezTo>
                  <a:cubicBezTo>
                    <a:pt x="117055" y="42500"/>
                    <a:pt x="117055" y="42500"/>
                    <a:pt x="117055" y="42500"/>
                  </a:cubicBezTo>
                  <a:cubicBezTo>
                    <a:pt x="117423" y="40000"/>
                    <a:pt x="117423" y="40000"/>
                    <a:pt x="117423" y="40000"/>
                  </a:cubicBezTo>
                  <a:cubicBezTo>
                    <a:pt x="117423" y="38333"/>
                    <a:pt x="117423" y="38333"/>
                    <a:pt x="117423" y="38333"/>
                  </a:cubicBezTo>
                  <a:cubicBezTo>
                    <a:pt x="117791" y="35000"/>
                    <a:pt x="117791" y="35000"/>
                    <a:pt x="117791" y="35000"/>
                  </a:cubicBezTo>
                  <a:cubicBezTo>
                    <a:pt x="118527" y="35000"/>
                    <a:pt x="118527" y="35000"/>
                    <a:pt x="118527" y="35000"/>
                  </a:cubicBezTo>
                  <a:cubicBezTo>
                    <a:pt x="118895" y="36666"/>
                    <a:pt x="118895" y="36666"/>
                    <a:pt x="118895" y="36666"/>
                  </a:cubicBezTo>
                  <a:cubicBezTo>
                    <a:pt x="119631" y="35000"/>
                    <a:pt x="119631" y="35000"/>
                    <a:pt x="119631" y="35000"/>
                  </a:cubicBezTo>
                  <a:cubicBezTo>
                    <a:pt x="119631" y="32500"/>
                    <a:pt x="119631" y="32500"/>
                    <a:pt x="119631" y="32500"/>
                  </a:cubicBezTo>
                  <a:cubicBezTo>
                    <a:pt x="120000" y="30833"/>
                    <a:pt x="120000" y="30833"/>
                    <a:pt x="120000" y="30833"/>
                  </a:cubicBezTo>
                  <a:lnTo>
                    <a:pt x="119263" y="28333"/>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3" name="Shape 1418">
              <a:extLst>
                <a:ext uri="{FF2B5EF4-FFF2-40B4-BE49-F238E27FC236}">
                  <a16:creationId xmlns:a16="http://schemas.microsoft.com/office/drawing/2014/main" id="{D6D86E5F-854C-0A4C-B63B-CF01143911FF}"/>
                </a:ext>
              </a:extLst>
            </p:cNvPr>
            <p:cNvSpPr/>
            <p:nvPr/>
          </p:nvSpPr>
          <p:spPr>
            <a:xfrm>
              <a:off x="7274749" y="2775308"/>
              <a:ext cx="286694" cy="308619"/>
            </a:xfrm>
            <a:custGeom>
              <a:avLst/>
              <a:gdLst/>
              <a:ahLst/>
              <a:cxnLst/>
              <a:rect l="0" t="0" r="0" b="0"/>
              <a:pathLst>
                <a:path w="120000" h="120000" extrusionOk="0">
                  <a:moveTo>
                    <a:pt x="118208" y="71111"/>
                  </a:moveTo>
                  <a:cubicBezTo>
                    <a:pt x="117014" y="70555"/>
                    <a:pt x="117014" y="70555"/>
                    <a:pt x="117014" y="70555"/>
                  </a:cubicBezTo>
                  <a:cubicBezTo>
                    <a:pt x="116417" y="68888"/>
                    <a:pt x="116417" y="68888"/>
                    <a:pt x="116417" y="68888"/>
                  </a:cubicBezTo>
                  <a:cubicBezTo>
                    <a:pt x="116417" y="66666"/>
                    <a:pt x="116417" y="66666"/>
                    <a:pt x="116417" y="66666"/>
                  </a:cubicBezTo>
                  <a:cubicBezTo>
                    <a:pt x="116417" y="66111"/>
                    <a:pt x="116417" y="66111"/>
                    <a:pt x="116417" y="66111"/>
                  </a:cubicBezTo>
                  <a:cubicBezTo>
                    <a:pt x="114029" y="63888"/>
                    <a:pt x="114029" y="63888"/>
                    <a:pt x="114029" y="63888"/>
                  </a:cubicBezTo>
                  <a:cubicBezTo>
                    <a:pt x="113432" y="62222"/>
                    <a:pt x="113432" y="62222"/>
                    <a:pt x="113432" y="62222"/>
                  </a:cubicBezTo>
                  <a:cubicBezTo>
                    <a:pt x="113432" y="61111"/>
                    <a:pt x="113432" y="61111"/>
                    <a:pt x="113432" y="61111"/>
                  </a:cubicBezTo>
                  <a:cubicBezTo>
                    <a:pt x="113432" y="60555"/>
                    <a:pt x="113432" y="60555"/>
                    <a:pt x="113432" y="60555"/>
                  </a:cubicBezTo>
                  <a:cubicBezTo>
                    <a:pt x="111641" y="59444"/>
                    <a:pt x="111641" y="59444"/>
                    <a:pt x="111641" y="59444"/>
                  </a:cubicBezTo>
                  <a:cubicBezTo>
                    <a:pt x="109850" y="58888"/>
                    <a:pt x="109850" y="58888"/>
                    <a:pt x="109850" y="58888"/>
                  </a:cubicBezTo>
                  <a:cubicBezTo>
                    <a:pt x="109253" y="58888"/>
                    <a:pt x="109253" y="58888"/>
                    <a:pt x="109253" y="58888"/>
                  </a:cubicBezTo>
                  <a:cubicBezTo>
                    <a:pt x="108656" y="57777"/>
                    <a:pt x="108656" y="57777"/>
                    <a:pt x="108656" y="57777"/>
                  </a:cubicBezTo>
                  <a:cubicBezTo>
                    <a:pt x="108059" y="56111"/>
                    <a:pt x="108059" y="56111"/>
                    <a:pt x="108059" y="56111"/>
                  </a:cubicBezTo>
                  <a:cubicBezTo>
                    <a:pt x="108059" y="55000"/>
                    <a:pt x="108059" y="55000"/>
                    <a:pt x="108059" y="55000"/>
                  </a:cubicBezTo>
                  <a:cubicBezTo>
                    <a:pt x="106865" y="53333"/>
                    <a:pt x="106865" y="53333"/>
                    <a:pt x="106865" y="53333"/>
                  </a:cubicBezTo>
                  <a:cubicBezTo>
                    <a:pt x="105074" y="50555"/>
                    <a:pt x="105074" y="50555"/>
                    <a:pt x="105074" y="50555"/>
                  </a:cubicBezTo>
                  <a:cubicBezTo>
                    <a:pt x="103880" y="49444"/>
                    <a:pt x="103880" y="49444"/>
                    <a:pt x="103880" y="49444"/>
                  </a:cubicBezTo>
                  <a:cubicBezTo>
                    <a:pt x="102089" y="48333"/>
                    <a:pt x="102089" y="48333"/>
                    <a:pt x="102089" y="48333"/>
                  </a:cubicBezTo>
                  <a:cubicBezTo>
                    <a:pt x="100298" y="46666"/>
                    <a:pt x="100298" y="46666"/>
                    <a:pt x="100298" y="46666"/>
                  </a:cubicBezTo>
                  <a:cubicBezTo>
                    <a:pt x="98507" y="45000"/>
                    <a:pt x="98507" y="45000"/>
                    <a:pt x="98507" y="45000"/>
                  </a:cubicBezTo>
                  <a:cubicBezTo>
                    <a:pt x="94328" y="43333"/>
                    <a:pt x="94328" y="43333"/>
                    <a:pt x="94328" y="43333"/>
                  </a:cubicBezTo>
                  <a:cubicBezTo>
                    <a:pt x="91343" y="39444"/>
                    <a:pt x="91343" y="39444"/>
                    <a:pt x="91343" y="39444"/>
                  </a:cubicBezTo>
                  <a:cubicBezTo>
                    <a:pt x="87761" y="35000"/>
                    <a:pt x="87761" y="35000"/>
                    <a:pt x="87761" y="35000"/>
                  </a:cubicBezTo>
                  <a:cubicBezTo>
                    <a:pt x="84776" y="32777"/>
                    <a:pt x="84776" y="32777"/>
                    <a:pt x="84776" y="32777"/>
                  </a:cubicBezTo>
                  <a:cubicBezTo>
                    <a:pt x="75223" y="25555"/>
                    <a:pt x="75223" y="25555"/>
                    <a:pt x="75223" y="25555"/>
                  </a:cubicBezTo>
                  <a:cubicBezTo>
                    <a:pt x="72238" y="22222"/>
                    <a:pt x="72238" y="22222"/>
                    <a:pt x="72238" y="22222"/>
                  </a:cubicBezTo>
                  <a:cubicBezTo>
                    <a:pt x="69253" y="19444"/>
                    <a:pt x="69253" y="19444"/>
                    <a:pt x="69253" y="19444"/>
                  </a:cubicBezTo>
                  <a:cubicBezTo>
                    <a:pt x="68059" y="17222"/>
                    <a:pt x="68059" y="17222"/>
                    <a:pt x="68059" y="17222"/>
                  </a:cubicBezTo>
                  <a:cubicBezTo>
                    <a:pt x="66268" y="15000"/>
                    <a:pt x="66268" y="15000"/>
                    <a:pt x="66268" y="15000"/>
                  </a:cubicBezTo>
                  <a:cubicBezTo>
                    <a:pt x="64477" y="13333"/>
                    <a:pt x="64477" y="13333"/>
                    <a:pt x="64477" y="13333"/>
                  </a:cubicBezTo>
                  <a:cubicBezTo>
                    <a:pt x="57313" y="10555"/>
                    <a:pt x="57313" y="10555"/>
                    <a:pt x="57313" y="10555"/>
                  </a:cubicBezTo>
                  <a:cubicBezTo>
                    <a:pt x="56119" y="8888"/>
                    <a:pt x="56119" y="8888"/>
                    <a:pt x="56119" y="8888"/>
                  </a:cubicBezTo>
                  <a:cubicBezTo>
                    <a:pt x="54925" y="7777"/>
                    <a:pt x="54925" y="7777"/>
                    <a:pt x="54925" y="7777"/>
                  </a:cubicBezTo>
                  <a:cubicBezTo>
                    <a:pt x="54925" y="6111"/>
                    <a:pt x="54925" y="6111"/>
                    <a:pt x="54925" y="6111"/>
                  </a:cubicBezTo>
                  <a:cubicBezTo>
                    <a:pt x="57910" y="4444"/>
                    <a:pt x="57910" y="4444"/>
                    <a:pt x="57910" y="4444"/>
                  </a:cubicBezTo>
                  <a:cubicBezTo>
                    <a:pt x="60298" y="2777"/>
                    <a:pt x="60298" y="2777"/>
                    <a:pt x="60298" y="2777"/>
                  </a:cubicBezTo>
                  <a:cubicBezTo>
                    <a:pt x="61492" y="2222"/>
                    <a:pt x="61492" y="2222"/>
                    <a:pt x="61492" y="2222"/>
                  </a:cubicBezTo>
                  <a:cubicBezTo>
                    <a:pt x="61492" y="1111"/>
                    <a:pt x="61492" y="1111"/>
                    <a:pt x="61492" y="1111"/>
                  </a:cubicBezTo>
                  <a:cubicBezTo>
                    <a:pt x="62089" y="0"/>
                    <a:pt x="62089" y="0"/>
                    <a:pt x="62089" y="0"/>
                  </a:cubicBezTo>
                  <a:cubicBezTo>
                    <a:pt x="62089" y="0"/>
                    <a:pt x="62089" y="0"/>
                    <a:pt x="62089" y="0"/>
                  </a:cubicBezTo>
                  <a:cubicBezTo>
                    <a:pt x="28656" y="3333"/>
                    <a:pt x="28656" y="3333"/>
                    <a:pt x="28656" y="3333"/>
                  </a:cubicBezTo>
                  <a:cubicBezTo>
                    <a:pt x="28656" y="3333"/>
                    <a:pt x="28656" y="3333"/>
                    <a:pt x="28656" y="3333"/>
                  </a:cubicBezTo>
                  <a:cubicBezTo>
                    <a:pt x="0" y="5555"/>
                    <a:pt x="0" y="5555"/>
                    <a:pt x="0" y="5555"/>
                  </a:cubicBezTo>
                  <a:cubicBezTo>
                    <a:pt x="1791" y="13333"/>
                    <a:pt x="1791" y="13333"/>
                    <a:pt x="1791" y="13333"/>
                  </a:cubicBezTo>
                  <a:cubicBezTo>
                    <a:pt x="6567" y="32222"/>
                    <a:pt x="6567" y="32222"/>
                    <a:pt x="6567" y="32222"/>
                  </a:cubicBezTo>
                  <a:cubicBezTo>
                    <a:pt x="13731" y="54444"/>
                    <a:pt x="13731" y="54444"/>
                    <a:pt x="13731" y="54444"/>
                  </a:cubicBezTo>
                  <a:cubicBezTo>
                    <a:pt x="14925" y="59444"/>
                    <a:pt x="14925" y="59444"/>
                    <a:pt x="14925" y="59444"/>
                  </a:cubicBezTo>
                  <a:cubicBezTo>
                    <a:pt x="19701" y="67777"/>
                    <a:pt x="19701" y="67777"/>
                    <a:pt x="19701" y="67777"/>
                  </a:cubicBezTo>
                  <a:cubicBezTo>
                    <a:pt x="22686" y="71111"/>
                    <a:pt x="22686" y="71111"/>
                    <a:pt x="22686" y="71111"/>
                  </a:cubicBezTo>
                  <a:cubicBezTo>
                    <a:pt x="22686" y="73333"/>
                    <a:pt x="22686" y="73333"/>
                    <a:pt x="22686" y="73333"/>
                  </a:cubicBezTo>
                  <a:cubicBezTo>
                    <a:pt x="23283" y="76111"/>
                    <a:pt x="23283" y="76111"/>
                    <a:pt x="23283" y="76111"/>
                  </a:cubicBezTo>
                  <a:cubicBezTo>
                    <a:pt x="25074" y="77222"/>
                    <a:pt x="25074" y="77222"/>
                    <a:pt x="25074" y="77222"/>
                  </a:cubicBezTo>
                  <a:cubicBezTo>
                    <a:pt x="23880" y="80000"/>
                    <a:pt x="23880" y="80000"/>
                    <a:pt x="23880" y="80000"/>
                  </a:cubicBezTo>
                  <a:cubicBezTo>
                    <a:pt x="20895" y="81666"/>
                    <a:pt x="20895" y="81666"/>
                    <a:pt x="20895" y="81666"/>
                  </a:cubicBezTo>
                  <a:cubicBezTo>
                    <a:pt x="23283" y="83333"/>
                    <a:pt x="23283" y="83333"/>
                    <a:pt x="23283" y="83333"/>
                  </a:cubicBezTo>
                  <a:cubicBezTo>
                    <a:pt x="22686" y="86111"/>
                    <a:pt x="22686" y="86111"/>
                    <a:pt x="22686" y="86111"/>
                  </a:cubicBezTo>
                  <a:cubicBezTo>
                    <a:pt x="20895" y="87222"/>
                    <a:pt x="20895" y="87222"/>
                    <a:pt x="20895" y="87222"/>
                  </a:cubicBezTo>
                  <a:cubicBezTo>
                    <a:pt x="20895" y="90555"/>
                    <a:pt x="20895" y="90555"/>
                    <a:pt x="20895" y="90555"/>
                  </a:cubicBezTo>
                  <a:cubicBezTo>
                    <a:pt x="22089" y="95555"/>
                    <a:pt x="22089" y="95555"/>
                    <a:pt x="22089" y="95555"/>
                  </a:cubicBezTo>
                  <a:cubicBezTo>
                    <a:pt x="23283" y="97777"/>
                    <a:pt x="23283" y="97777"/>
                    <a:pt x="23283" y="97777"/>
                  </a:cubicBezTo>
                  <a:cubicBezTo>
                    <a:pt x="23880" y="101111"/>
                    <a:pt x="23880" y="101111"/>
                    <a:pt x="23880" y="101111"/>
                  </a:cubicBezTo>
                  <a:cubicBezTo>
                    <a:pt x="22686" y="102222"/>
                    <a:pt x="22686" y="102222"/>
                    <a:pt x="22686" y="102222"/>
                  </a:cubicBezTo>
                  <a:cubicBezTo>
                    <a:pt x="22089" y="103333"/>
                    <a:pt x="22089" y="103333"/>
                    <a:pt x="22089" y="103333"/>
                  </a:cubicBezTo>
                  <a:cubicBezTo>
                    <a:pt x="23283" y="105555"/>
                    <a:pt x="23283" y="105555"/>
                    <a:pt x="23283" y="105555"/>
                  </a:cubicBezTo>
                  <a:cubicBezTo>
                    <a:pt x="24477" y="107222"/>
                    <a:pt x="24477" y="107222"/>
                    <a:pt x="24477" y="107222"/>
                  </a:cubicBezTo>
                  <a:cubicBezTo>
                    <a:pt x="26865" y="110555"/>
                    <a:pt x="26865" y="110555"/>
                    <a:pt x="26865" y="110555"/>
                  </a:cubicBezTo>
                  <a:cubicBezTo>
                    <a:pt x="27462" y="111666"/>
                    <a:pt x="27462" y="111666"/>
                    <a:pt x="27462" y="111666"/>
                  </a:cubicBezTo>
                  <a:cubicBezTo>
                    <a:pt x="31044" y="118333"/>
                    <a:pt x="31044" y="118333"/>
                    <a:pt x="31044" y="118333"/>
                  </a:cubicBezTo>
                  <a:cubicBezTo>
                    <a:pt x="95522" y="115000"/>
                    <a:pt x="95522" y="115000"/>
                    <a:pt x="95522" y="115000"/>
                  </a:cubicBezTo>
                  <a:cubicBezTo>
                    <a:pt x="96119" y="120000"/>
                    <a:pt x="96119" y="120000"/>
                    <a:pt x="96119" y="120000"/>
                  </a:cubicBezTo>
                  <a:cubicBezTo>
                    <a:pt x="100895" y="120000"/>
                    <a:pt x="100895" y="120000"/>
                    <a:pt x="100895" y="120000"/>
                  </a:cubicBezTo>
                  <a:cubicBezTo>
                    <a:pt x="99104" y="107222"/>
                    <a:pt x="99104" y="107222"/>
                    <a:pt x="99104" y="107222"/>
                  </a:cubicBezTo>
                  <a:cubicBezTo>
                    <a:pt x="99104" y="107222"/>
                    <a:pt x="99104" y="107222"/>
                    <a:pt x="99104" y="107222"/>
                  </a:cubicBezTo>
                  <a:cubicBezTo>
                    <a:pt x="103283" y="107777"/>
                    <a:pt x="103283" y="107777"/>
                    <a:pt x="103283" y="107777"/>
                  </a:cubicBezTo>
                  <a:cubicBezTo>
                    <a:pt x="109253" y="108888"/>
                    <a:pt x="109253" y="108888"/>
                    <a:pt x="109253" y="108888"/>
                  </a:cubicBezTo>
                  <a:cubicBezTo>
                    <a:pt x="109850" y="107222"/>
                    <a:pt x="109850" y="107222"/>
                    <a:pt x="109850" y="107222"/>
                  </a:cubicBezTo>
                  <a:cubicBezTo>
                    <a:pt x="109850" y="107222"/>
                    <a:pt x="110447" y="105000"/>
                    <a:pt x="110447" y="105000"/>
                  </a:cubicBezTo>
                  <a:cubicBezTo>
                    <a:pt x="110447" y="104444"/>
                    <a:pt x="109850" y="104444"/>
                    <a:pt x="109850" y="104444"/>
                  </a:cubicBezTo>
                  <a:cubicBezTo>
                    <a:pt x="109850" y="104444"/>
                    <a:pt x="109253" y="103888"/>
                    <a:pt x="108656" y="103888"/>
                  </a:cubicBezTo>
                  <a:cubicBezTo>
                    <a:pt x="108059" y="103333"/>
                    <a:pt x="108059" y="102777"/>
                    <a:pt x="107462" y="102222"/>
                  </a:cubicBezTo>
                  <a:cubicBezTo>
                    <a:pt x="106865" y="101666"/>
                    <a:pt x="107462" y="101666"/>
                    <a:pt x="107462" y="101666"/>
                  </a:cubicBezTo>
                  <a:cubicBezTo>
                    <a:pt x="108656" y="101666"/>
                    <a:pt x="108656" y="101666"/>
                    <a:pt x="108656" y="101666"/>
                  </a:cubicBezTo>
                  <a:cubicBezTo>
                    <a:pt x="110447" y="101666"/>
                    <a:pt x="110447" y="101666"/>
                    <a:pt x="110447" y="101666"/>
                  </a:cubicBezTo>
                  <a:cubicBezTo>
                    <a:pt x="110447" y="101666"/>
                    <a:pt x="109850" y="100555"/>
                    <a:pt x="109850" y="99444"/>
                  </a:cubicBezTo>
                  <a:cubicBezTo>
                    <a:pt x="109253" y="98333"/>
                    <a:pt x="109253" y="98333"/>
                    <a:pt x="109253" y="98333"/>
                  </a:cubicBezTo>
                  <a:cubicBezTo>
                    <a:pt x="111044" y="97777"/>
                    <a:pt x="111044" y="97777"/>
                    <a:pt x="111044" y="97777"/>
                  </a:cubicBezTo>
                  <a:cubicBezTo>
                    <a:pt x="112238" y="96666"/>
                    <a:pt x="112238" y="96666"/>
                    <a:pt x="112238" y="96666"/>
                  </a:cubicBezTo>
                  <a:cubicBezTo>
                    <a:pt x="113432" y="93888"/>
                    <a:pt x="113432" y="93888"/>
                    <a:pt x="113432" y="93888"/>
                  </a:cubicBezTo>
                  <a:cubicBezTo>
                    <a:pt x="111641" y="93333"/>
                    <a:pt x="111641" y="93333"/>
                    <a:pt x="111641" y="93333"/>
                  </a:cubicBezTo>
                  <a:cubicBezTo>
                    <a:pt x="111641" y="93333"/>
                    <a:pt x="111641" y="92777"/>
                    <a:pt x="111641" y="92777"/>
                  </a:cubicBezTo>
                  <a:cubicBezTo>
                    <a:pt x="111641" y="92222"/>
                    <a:pt x="112238" y="92222"/>
                    <a:pt x="112238" y="91666"/>
                  </a:cubicBezTo>
                  <a:cubicBezTo>
                    <a:pt x="112238" y="91666"/>
                    <a:pt x="112835" y="91111"/>
                    <a:pt x="112835" y="91111"/>
                  </a:cubicBezTo>
                  <a:cubicBezTo>
                    <a:pt x="112835" y="89444"/>
                    <a:pt x="112835" y="89444"/>
                    <a:pt x="112835" y="89444"/>
                  </a:cubicBezTo>
                  <a:cubicBezTo>
                    <a:pt x="112835" y="85555"/>
                    <a:pt x="112835" y="85555"/>
                    <a:pt x="112835" y="85555"/>
                  </a:cubicBezTo>
                  <a:cubicBezTo>
                    <a:pt x="112835" y="83888"/>
                    <a:pt x="112835" y="83888"/>
                    <a:pt x="112835" y="83888"/>
                  </a:cubicBezTo>
                  <a:cubicBezTo>
                    <a:pt x="112835" y="83888"/>
                    <a:pt x="114029" y="83888"/>
                    <a:pt x="114626" y="83888"/>
                  </a:cubicBezTo>
                  <a:cubicBezTo>
                    <a:pt x="114626" y="83888"/>
                    <a:pt x="115820" y="84444"/>
                    <a:pt x="115820" y="84444"/>
                  </a:cubicBezTo>
                  <a:cubicBezTo>
                    <a:pt x="115820" y="84444"/>
                    <a:pt x="116417" y="83888"/>
                    <a:pt x="116417" y="83333"/>
                  </a:cubicBezTo>
                  <a:cubicBezTo>
                    <a:pt x="116417" y="83333"/>
                    <a:pt x="116417" y="83333"/>
                    <a:pt x="115223" y="82777"/>
                  </a:cubicBezTo>
                  <a:cubicBezTo>
                    <a:pt x="114626" y="82222"/>
                    <a:pt x="113432" y="81666"/>
                    <a:pt x="113432" y="81666"/>
                  </a:cubicBezTo>
                  <a:cubicBezTo>
                    <a:pt x="113432" y="81111"/>
                    <a:pt x="112835" y="80000"/>
                    <a:pt x="112835" y="80000"/>
                  </a:cubicBezTo>
                  <a:cubicBezTo>
                    <a:pt x="114029" y="80000"/>
                    <a:pt x="114029" y="80000"/>
                    <a:pt x="114029" y="80000"/>
                  </a:cubicBezTo>
                  <a:cubicBezTo>
                    <a:pt x="117014" y="80000"/>
                    <a:pt x="117014" y="80000"/>
                    <a:pt x="117014" y="80000"/>
                  </a:cubicBezTo>
                  <a:cubicBezTo>
                    <a:pt x="117611" y="78333"/>
                    <a:pt x="117611" y="78333"/>
                    <a:pt x="117611" y="78333"/>
                  </a:cubicBezTo>
                  <a:cubicBezTo>
                    <a:pt x="117611" y="78333"/>
                    <a:pt x="115223" y="78333"/>
                    <a:pt x="115223" y="78333"/>
                  </a:cubicBezTo>
                  <a:cubicBezTo>
                    <a:pt x="115223" y="78333"/>
                    <a:pt x="114029" y="77222"/>
                    <a:pt x="114029" y="77222"/>
                  </a:cubicBezTo>
                  <a:cubicBezTo>
                    <a:pt x="114626" y="76111"/>
                    <a:pt x="114626" y="76111"/>
                    <a:pt x="114626" y="76111"/>
                  </a:cubicBezTo>
                  <a:cubicBezTo>
                    <a:pt x="115223" y="76666"/>
                    <a:pt x="115223" y="76666"/>
                    <a:pt x="115223" y="76666"/>
                  </a:cubicBezTo>
                  <a:cubicBezTo>
                    <a:pt x="117611" y="76666"/>
                    <a:pt x="117611" y="76666"/>
                    <a:pt x="117611" y="76666"/>
                  </a:cubicBezTo>
                  <a:cubicBezTo>
                    <a:pt x="118805" y="76111"/>
                    <a:pt x="118805" y="76111"/>
                    <a:pt x="118805" y="76111"/>
                  </a:cubicBezTo>
                  <a:cubicBezTo>
                    <a:pt x="118805" y="74444"/>
                    <a:pt x="118805" y="74444"/>
                    <a:pt x="118805" y="74444"/>
                  </a:cubicBezTo>
                  <a:cubicBezTo>
                    <a:pt x="118805" y="73333"/>
                    <a:pt x="118805" y="73333"/>
                    <a:pt x="118805" y="73333"/>
                  </a:cubicBezTo>
                  <a:cubicBezTo>
                    <a:pt x="120000" y="72222"/>
                    <a:pt x="120000" y="72222"/>
                    <a:pt x="120000" y="72222"/>
                  </a:cubicBezTo>
                  <a:cubicBezTo>
                    <a:pt x="119402" y="71666"/>
                    <a:pt x="119402" y="71666"/>
                    <a:pt x="119402" y="71666"/>
                  </a:cubicBezTo>
                  <a:lnTo>
                    <a:pt x="118208" y="7111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9F9EA2"/>
                </a:solidFill>
                <a:latin typeface="Arial" panose="020B0604020202020204" pitchFamily="34" charset="0"/>
                <a:ea typeface="Source Sans Pro"/>
                <a:cs typeface="Arial" panose="020B0604020202020204" pitchFamily="34" charset="0"/>
                <a:sym typeface="Source Sans Pro"/>
              </a:endParaRPr>
            </a:p>
          </p:txBody>
        </p:sp>
        <p:sp>
          <p:nvSpPr>
            <p:cNvPr id="44" name="Shape 1419">
              <a:extLst>
                <a:ext uri="{FF2B5EF4-FFF2-40B4-BE49-F238E27FC236}">
                  <a16:creationId xmlns:a16="http://schemas.microsoft.com/office/drawing/2014/main" id="{B31D7BB5-AC66-194A-BB11-A992EC72D91A}"/>
                </a:ext>
              </a:extLst>
            </p:cNvPr>
            <p:cNvSpPr/>
            <p:nvPr/>
          </p:nvSpPr>
          <p:spPr>
            <a:xfrm>
              <a:off x="7369189" y="2432959"/>
              <a:ext cx="418238" cy="234415"/>
            </a:xfrm>
            <a:custGeom>
              <a:avLst/>
              <a:gdLst/>
              <a:ahLst/>
              <a:cxnLst/>
              <a:rect l="0" t="0" r="0" b="0"/>
              <a:pathLst>
                <a:path w="120000" h="120000" extrusionOk="0">
                  <a:moveTo>
                    <a:pt x="56129" y="109640"/>
                  </a:moveTo>
                  <a:lnTo>
                    <a:pt x="81774" y="101870"/>
                  </a:lnTo>
                  <a:lnTo>
                    <a:pt x="117580" y="88920"/>
                  </a:lnTo>
                  <a:lnTo>
                    <a:pt x="120000" y="87194"/>
                  </a:lnTo>
                  <a:lnTo>
                    <a:pt x="120000" y="84604"/>
                  </a:lnTo>
                  <a:lnTo>
                    <a:pt x="119032" y="80287"/>
                  </a:lnTo>
                  <a:lnTo>
                    <a:pt x="117580" y="76834"/>
                  </a:lnTo>
                  <a:lnTo>
                    <a:pt x="115645" y="74244"/>
                  </a:lnTo>
                  <a:lnTo>
                    <a:pt x="114677" y="74244"/>
                  </a:lnTo>
                  <a:lnTo>
                    <a:pt x="112258" y="71654"/>
                  </a:lnTo>
                  <a:lnTo>
                    <a:pt x="111774" y="69064"/>
                  </a:lnTo>
                  <a:lnTo>
                    <a:pt x="110322" y="67338"/>
                  </a:lnTo>
                  <a:lnTo>
                    <a:pt x="109354" y="63884"/>
                  </a:lnTo>
                  <a:lnTo>
                    <a:pt x="108387" y="62158"/>
                  </a:lnTo>
                  <a:lnTo>
                    <a:pt x="108387" y="60431"/>
                  </a:lnTo>
                  <a:lnTo>
                    <a:pt x="109354" y="58705"/>
                  </a:lnTo>
                  <a:lnTo>
                    <a:pt x="111290" y="60431"/>
                  </a:lnTo>
                  <a:lnTo>
                    <a:pt x="110322" y="57841"/>
                  </a:lnTo>
                  <a:lnTo>
                    <a:pt x="109354" y="55251"/>
                  </a:lnTo>
                  <a:lnTo>
                    <a:pt x="108387" y="54388"/>
                  </a:lnTo>
                  <a:lnTo>
                    <a:pt x="104032" y="51798"/>
                  </a:lnTo>
                  <a:lnTo>
                    <a:pt x="102096" y="46618"/>
                  </a:lnTo>
                  <a:lnTo>
                    <a:pt x="102096" y="45755"/>
                  </a:lnTo>
                  <a:lnTo>
                    <a:pt x="104032" y="47482"/>
                  </a:lnTo>
                  <a:lnTo>
                    <a:pt x="106451" y="48345"/>
                  </a:lnTo>
                  <a:lnTo>
                    <a:pt x="106935" y="50935"/>
                  </a:lnTo>
                  <a:lnTo>
                    <a:pt x="109838" y="51798"/>
                  </a:lnTo>
                  <a:lnTo>
                    <a:pt x="108870" y="48345"/>
                  </a:lnTo>
                  <a:lnTo>
                    <a:pt x="108870" y="44028"/>
                  </a:lnTo>
                  <a:lnTo>
                    <a:pt x="108870" y="41438"/>
                  </a:lnTo>
                  <a:lnTo>
                    <a:pt x="106935" y="42302"/>
                  </a:lnTo>
                  <a:lnTo>
                    <a:pt x="104032" y="38848"/>
                  </a:lnTo>
                  <a:lnTo>
                    <a:pt x="102580" y="35395"/>
                  </a:lnTo>
                  <a:lnTo>
                    <a:pt x="102096" y="35395"/>
                  </a:lnTo>
                  <a:lnTo>
                    <a:pt x="101612" y="37122"/>
                  </a:lnTo>
                  <a:lnTo>
                    <a:pt x="100161" y="37122"/>
                  </a:lnTo>
                  <a:lnTo>
                    <a:pt x="98225" y="33669"/>
                  </a:lnTo>
                  <a:lnTo>
                    <a:pt x="96290" y="31942"/>
                  </a:lnTo>
                  <a:lnTo>
                    <a:pt x="94354" y="31079"/>
                  </a:lnTo>
                  <a:lnTo>
                    <a:pt x="93387" y="31942"/>
                  </a:lnTo>
                  <a:lnTo>
                    <a:pt x="91935" y="32805"/>
                  </a:lnTo>
                  <a:lnTo>
                    <a:pt x="90967" y="31079"/>
                  </a:lnTo>
                  <a:lnTo>
                    <a:pt x="90967" y="21582"/>
                  </a:lnTo>
                  <a:lnTo>
                    <a:pt x="92419" y="20719"/>
                  </a:lnTo>
                  <a:lnTo>
                    <a:pt x="93387" y="18129"/>
                  </a:lnTo>
                  <a:lnTo>
                    <a:pt x="92903" y="14676"/>
                  </a:lnTo>
                  <a:lnTo>
                    <a:pt x="90967" y="12086"/>
                  </a:lnTo>
                  <a:lnTo>
                    <a:pt x="88548" y="8633"/>
                  </a:lnTo>
                  <a:lnTo>
                    <a:pt x="83709" y="3453"/>
                  </a:lnTo>
                  <a:lnTo>
                    <a:pt x="82741" y="4316"/>
                  </a:lnTo>
                  <a:lnTo>
                    <a:pt x="81290" y="6906"/>
                  </a:lnTo>
                  <a:lnTo>
                    <a:pt x="80322" y="6906"/>
                  </a:lnTo>
                  <a:lnTo>
                    <a:pt x="77419" y="4316"/>
                  </a:lnTo>
                  <a:lnTo>
                    <a:pt x="73064" y="0"/>
                  </a:lnTo>
                  <a:lnTo>
                    <a:pt x="73064" y="6906"/>
                  </a:lnTo>
                  <a:lnTo>
                    <a:pt x="72096" y="12949"/>
                  </a:lnTo>
                  <a:lnTo>
                    <a:pt x="71129" y="15539"/>
                  </a:lnTo>
                  <a:lnTo>
                    <a:pt x="69677" y="18129"/>
                  </a:lnTo>
                  <a:lnTo>
                    <a:pt x="67258" y="25899"/>
                  </a:lnTo>
                  <a:lnTo>
                    <a:pt x="66774" y="24172"/>
                  </a:lnTo>
                  <a:lnTo>
                    <a:pt x="65322" y="24172"/>
                  </a:lnTo>
                  <a:lnTo>
                    <a:pt x="64838" y="24172"/>
                  </a:lnTo>
                  <a:lnTo>
                    <a:pt x="64354" y="27625"/>
                  </a:lnTo>
                  <a:lnTo>
                    <a:pt x="63387" y="31079"/>
                  </a:lnTo>
                  <a:lnTo>
                    <a:pt x="61935" y="37985"/>
                  </a:lnTo>
                  <a:lnTo>
                    <a:pt x="61451" y="39712"/>
                  </a:lnTo>
                  <a:lnTo>
                    <a:pt x="60483" y="38848"/>
                  </a:lnTo>
                  <a:lnTo>
                    <a:pt x="58064" y="37122"/>
                  </a:lnTo>
                  <a:lnTo>
                    <a:pt x="56129" y="35395"/>
                  </a:lnTo>
                  <a:lnTo>
                    <a:pt x="55645" y="41438"/>
                  </a:lnTo>
                  <a:lnTo>
                    <a:pt x="54193" y="51798"/>
                  </a:lnTo>
                  <a:lnTo>
                    <a:pt x="52741" y="58705"/>
                  </a:lnTo>
                  <a:lnTo>
                    <a:pt x="50322" y="63021"/>
                  </a:lnTo>
                  <a:lnTo>
                    <a:pt x="49838" y="67338"/>
                  </a:lnTo>
                  <a:lnTo>
                    <a:pt x="50322" y="74244"/>
                  </a:lnTo>
                  <a:lnTo>
                    <a:pt x="48387" y="76834"/>
                  </a:lnTo>
                  <a:lnTo>
                    <a:pt x="43064" y="82014"/>
                  </a:lnTo>
                  <a:lnTo>
                    <a:pt x="39677" y="87194"/>
                  </a:lnTo>
                  <a:lnTo>
                    <a:pt x="35322" y="88920"/>
                  </a:lnTo>
                  <a:lnTo>
                    <a:pt x="33387" y="86330"/>
                  </a:lnTo>
                  <a:lnTo>
                    <a:pt x="30483" y="92374"/>
                  </a:lnTo>
                  <a:lnTo>
                    <a:pt x="29516" y="92374"/>
                  </a:lnTo>
                  <a:lnTo>
                    <a:pt x="27096" y="90647"/>
                  </a:lnTo>
                  <a:lnTo>
                    <a:pt x="24193" y="86330"/>
                  </a:lnTo>
                  <a:lnTo>
                    <a:pt x="23709" y="83741"/>
                  </a:lnTo>
                  <a:lnTo>
                    <a:pt x="22258" y="83741"/>
                  </a:lnTo>
                  <a:lnTo>
                    <a:pt x="21774" y="85467"/>
                  </a:lnTo>
                  <a:lnTo>
                    <a:pt x="20806" y="88920"/>
                  </a:lnTo>
                  <a:lnTo>
                    <a:pt x="18870" y="94100"/>
                  </a:lnTo>
                  <a:lnTo>
                    <a:pt x="13548" y="97553"/>
                  </a:lnTo>
                  <a:lnTo>
                    <a:pt x="12096" y="101870"/>
                  </a:lnTo>
                  <a:lnTo>
                    <a:pt x="10645" y="109640"/>
                  </a:lnTo>
                  <a:lnTo>
                    <a:pt x="8709" y="110503"/>
                  </a:lnTo>
                  <a:lnTo>
                    <a:pt x="7258" y="112230"/>
                  </a:lnTo>
                  <a:lnTo>
                    <a:pt x="4838" y="114820"/>
                  </a:lnTo>
                  <a:lnTo>
                    <a:pt x="2903" y="117410"/>
                  </a:lnTo>
                  <a:lnTo>
                    <a:pt x="0" y="120000"/>
                  </a:lnTo>
                  <a:lnTo>
                    <a:pt x="30967" y="114820"/>
                  </a:lnTo>
                  <a:lnTo>
                    <a:pt x="56129" y="10964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5" name="Shape 1420">
              <a:extLst>
                <a:ext uri="{FF2B5EF4-FFF2-40B4-BE49-F238E27FC236}">
                  <a16:creationId xmlns:a16="http://schemas.microsoft.com/office/drawing/2014/main" id="{EA101BE4-F2B2-ED4B-BDBD-1E4FF1BDA767}"/>
                </a:ext>
              </a:extLst>
            </p:cNvPr>
            <p:cNvSpPr/>
            <p:nvPr/>
          </p:nvSpPr>
          <p:spPr>
            <a:xfrm>
              <a:off x="7406290" y="2750010"/>
              <a:ext cx="269831" cy="209119"/>
            </a:xfrm>
            <a:custGeom>
              <a:avLst/>
              <a:gdLst/>
              <a:ahLst/>
              <a:cxnLst/>
              <a:rect l="0" t="0" r="0" b="0"/>
              <a:pathLst>
                <a:path w="120000" h="120000" extrusionOk="0">
                  <a:moveTo>
                    <a:pt x="62222" y="11428"/>
                  </a:moveTo>
                  <a:cubicBezTo>
                    <a:pt x="59682" y="3265"/>
                    <a:pt x="59682" y="3265"/>
                    <a:pt x="59682" y="3265"/>
                  </a:cubicBezTo>
                  <a:cubicBezTo>
                    <a:pt x="55873" y="816"/>
                    <a:pt x="55873" y="816"/>
                    <a:pt x="55873" y="816"/>
                  </a:cubicBezTo>
                  <a:cubicBezTo>
                    <a:pt x="50158" y="0"/>
                    <a:pt x="50158" y="0"/>
                    <a:pt x="50158" y="0"/>
                  </a:cubicBezTo>
                  <a:cubicBezTo>
                    <a:pt x="45714" y="816"/>
                    <a:pt x="45714" y="816"/>
                    <a:pt x="45714" y="816"/>
                  </a:cubicBezTo>
                  <a:cubicBezTo>
                    <a:pt x="42539" y="3265"/>
                    <a:pt x="42539" y="3265"/>
                    <a:pt x="42539" y="3265"/>
                  </a:cubicBezTo>
                  <a:cubicBezTo>
                    <a:pt x="40634" y="4081"/>
                    <a:pt x="40634" y="4081"/>
                    <a:pt x="40634" y="4081"/>
                  </a:cubicBezTo>
                  <a:cubicBezTo>
                    <a:pt x="36825" y="4897"/>
                    <a:pt x="36825" y="4897"/>
                    <a:pt x="36825" y="4897"/>
                  </a:cubicBezTo>
                  <a:cubicBezTo>
                    <a:pt x="29206" y="3265"/>
                    <a:pt x="29206" y="3265"/>
                    <a:pt x="29206" y="3265"/>
                  </a:cubicBezTo>
                  <a:cubicBezTo>
                    <a:pt x="24761" y="3265"/>
                    <a:pt x="24761" y="3265"/>
                    <a:pt x="24761" y="3265"/>
                  </a:cubicBezTo>
                  <a:cubicBezTo>
                    <a:pt x="19682" y="4081"/>
                    <a:pt x="19682" y="4081"/>
                    <a:pt x="19682" y="4081"/>
                  </a:cubicBezTo>
                  <a:cubicBezTo>
                    <a:pt x="16507" y="5714"/>
                    <a:pt x="16507" y="5714"/>
                    <a:pt x="16507" y="5714"/>
                  </a:cubicBezTo>
                  <a:cubicBezTo>
                    <a:pt x="7619" y="14693"/>
                    <a:pt x="7619" y="14693"/>
                    <a:pt x="7619" y="14693"/>
                  </a:cubicBezTo>
                  <a:cubicBezTo>
                    <a:pt x="7619" y="14693"/>
                    <a:pt x="7619" y="14693"/>
                    <a:pt x="7619" y="14693"/>
                  </a:cubicBezTo>
                  <a:cubicBezTo>
                    <a:pt x="6984" y="16326"/>
                    <a:pt x="6984" y="16326"/>
                    <a:pt x="6984" y="16326"/>
                  </a:cubicBezTo>
                  <a:cubicBezTo>
                    <a:pt x="6984" y="17959"/>
                    <a:pt x="6984" y="17959"/>
                    <a:pt x="6984" y="17959"/>
                  </a:cubicBezTo>
                  <a:cubicBezTo>
                    <a:pt x="5714" y="18775"/>
                    <a:pt x="5714" y="18775"/>
                    <a:pt x="5714" y="18775"/>
                  </a:cubicBezTo>
                  <a:cubicBezTo>
                    <a:pt x="3174" y="21224"/>
                    <a:pt x="3174" y="21224"/>
                    <a:pt x="3174" y="21224"/>
                  </a:cubicBezTo>
                  <a:cubicBezTo>
                    <a:pt x="0" y="23673"/>
                    <a:pt x="0" y="23673"/>
                    <a:pt x="0" y="23673"/>
                  </a:cubicBezTo>
                  <a:cubicBezTo>
                    <a:pt x="0" y="26122"/>
                    <a:pt x="0" y="26122"/>
                    <a:pt x="0" y="26122"/>
                  </a:cubicBezTo>
                  <a:cubicBezTo>
                    <a:pt x="1269" y="27755"/>
                    <a:pt x="1269" y="27755"/>
                    <a:pt x="1269" y="27755"/>
                  </a:cubicBezTo>
                  <a:cubicBezTo>
                    <a:pt x="2539" y="30204"/>
                    <a:pt x="2539" y="30204"/>
                    <a:pt x="2539" y="30204"/>
                  </a:cubicBezTo>
                  <a:cubicBezTo>
                    <a:pt x="10158" y="34285"/>
                    <a:pt x="10158" y="34285"/>
                    <a:pt x="10158" y="34285"/>
                  </a:cubicBezTo>
                  <a:cubicBezTo>
                    <a:pt x="12063" y="36734"/>
                    <a:pt x="12063" y="36734"/>
                    <a:pt x="12063" y="36734"/>
                  </a:cubicBezTo>
                  <a:cubicBezTo>
                    <a:pt x="13968" y="40000"/>
                    <a:pt x="13968" y="40000"/>
                    <a:pt x="13968" y="40000"/>
                  </a:cubicBezTo>
                  <a:cubicBezTo>
                    <a:pt x="15238" y="43265"/>
                    <a:pt x="15238" y="43265"/>
                    <a:pt x="15238" y="43265"/>
                  </a:cubicBezTo>
                  <a:cubicBezTo>
                    <a:pt x="18412" y="47346"/>
                    <a:pt x="18412" y="47346"/>
                    <a:pt x="18412" y="47346"/>
                  </a:cubicBezTo>
                  <a:cubicBezTo>
                    <a:pt x="21587" y="52244"/>
                    <a:pt x="21587" y="52244"/>
                    <a:pt x="21587" y="52244"/>
                  </a:cubicBezTo>
                  <a:cubicBezTo>
                    <a:pt x="31746" y="62857"/>
                    <a:pt x="31746" y="62857"/>
                    <a:pt x="31746" y="62857"/>
                  </a:cubicBezTo>
                  <a:cubicBezTo>
                    <a:pt x="34920" y="66122"/>
                    <a:pt x="34920" y="66122"/>
                    <a:pt x="34920" y="66122"/>
                  </a:cubicBezTo>
                  <a:cubicBezTo>
                    <a:pt x="38730" y="72653"/>
                    <a:pt x="38730" y="72653"/>
                    <a:pt x="38730" y="72653"/>
                  </a:cubicBezTo>
                  <a:cubicBezTo>
                    <a:pt x="41904" y="78367"/>
                    <a:pt x="41904" y="78367"/>
                    <a:pt x="41904" y="78367"/>
                  </a:cubicBezTo>
                  <a:cubicBezTo>
                    <a:pt x="46349" y="80816"/>
                    <a:pt x="46349" y="80816"/>
                    <a:pt x="46349" y="80816"/>
                  </a:cubicBezTo>
                  <a:cubicBezTo>
                    <a:pt x="48253" y="83265"/>
                    <a:pt x="48253" y="83265"/>
                    <a:pt x="48253" y="83265"/>
                  </a:cubicBezTo>
                  <a:cubicBezTo>
                    <a:pt x="50158" y="85714"/>
                    <a:pt x="50158" y="85714"/>
                    <a:pt x="50158" y="85714"/>
                  </a:cubicBezTo>
                  <a:cubicBezTo>
                    <a:pt x="52063" y="87346"/>
                    <a:pt x="52063" y="87346"/>
                    <a:pt x="52063" y="87346"/>
                  </a:cubicBezTo>
                  <a:cubicBezTo>
                    <a:pt x="53333" y="88979"/>
                    <a:pt x="53333" y="88979"/>
                    <a:pt x="53333" y="88979"/>
                  </a:cubicBezTo>
                  <a:cubicBezTo>
                    <a:pt x="55238" y="93061"/>
                    <a:pt x="55238" y="93061"/>
                    <a:pt x="55238" y="93061"/>
                  </a:cubicBezTo>
                  <a:cubicBezTo>
                    <a:pt x="56507" y="95510"/>
                    <a:pt x="56507" y="95510"/>
                    <a:pt x="56507" y="95510"/>
                  </a:cubicBezTo>
                  <a:cubicBezTo>
                    <a:pt x="56507" y="97142"/>
                    <a:pt x="56507" y="97142"/>
                    <a:pt x="56507" y="97142"/>
                  </a:cubicBezTo>
                  <a:cubicBezTo>
                    <a:pt x="57142" y="99591"/>
                    <a:pt x="57142" y="99591"/>
                    <a:pt x="57142" y="99591"/>
                  </a:cubicBezTo>
                  <a:cubicBezTo>
                    <a:pt x="57777" y="101224"/>
                    <a:pt x="57777" y="101224"/>
                    <a:pt x="57777" y="101224"/>
                  </a:cubicBezTo>
                  <a:cubicBezTo>
                    <a:pt x="58412" y="101224"/>
                    <a:pt x="58412" y="101224"/>
                    <a:pt x="58412" y="101224"/>
                  </a:cubicBezTo>
                  <a:cubicBezTo>
                    <a:pt x="60317" y="102040"/>
                    <a:pt x="60317" y="102040"/>
                    <a:pt x="60317" y="102040"/>
                  </a:cubicBezTo>
                  <a:cubicBezTo>
                    <a:pt x="62222" y="103673"/>
                    <a:pt x="62222" y="103673"/>
                    <a:pt x="62222" y="103673"/>
                  </a:cubicBezTo>
                  <a:cubicBezTo>
                    <a:pt x="62222" y="104489"/>
                    <a:pt x="62222" y="104489"/>
                    <a:pt x="62222" y="104489"/>
                  </a:cubicBezTo>
                  <a:cubicBezTo>
                    <a:pt x="62222" y="106122"/>
                    <a:pt x="62222" y="106122"/>
                    <a:pt x="62222" y="106122"/>
                  </a:cubicBezTo>
                  <a:cubicBezTo>
                    <a:pt x="62857" y="108571"/>
                    <a:pt x="62857" y="108571"/>
                    <a:pt x="62857" y="108571"/>
                  </a:cubicBezTo>
                  <a:cubicBezTo>
                    <a:pt x="65396" y="111836"/>
                    <a:pt x="65396" y="111836"/>
                    <a:pt x="65396" y="111836"/>
                  </a:cubicBezTo>
                  <a:cubicBezTo>
                    <a:pt x="65396" y="112653"/>
                    <a:pt x="65396" y="112653"/>
                    <a:pt x="65396" y="112653"/>
                  </a:cubicBezTo>
                  <a:cubicBezTo>
                    <a:pt x="65396" y="115918"/>
                    <a:pt x="65396" y="115918"/>
                    <a:pt x="65396" y="115918"/>
                  </a:cubicBezTo>
                  <a:cubicBezTo>
                    <a:pt x="66031" y="118367"/>
                    <a:pt x="66031" y="118367"/>
                    <a:pt x="66031" y="118367"/>
                  </a:cubicBezTo>
                  <a:cubicBezTo>
                    <a:pt x="67301" y="119183"/>
                    <a:pt x="67301" y="119183"/>
                    <a:pt x="67301" y="119183"/>
                  </a:cubicBezTo>
                  <a:cubicBezTo>
                    <a:pt x="68571" y="120000"/>
                    <a:pt x="68571" y="120000"/>
                    <a:pt x="68571" y="120000"/>
                  </a:cubicBezTo>
                  <a:cubicBezTo>
                    <a:pt x="68571" y="115102"/>
                    <a:pt x="68571" y="115102"/>
                    <a:pt x="68571" y="115102"/>
                  </a:cubicBezTo>
                  <a:cubicBezTo>
                    <a:pt x="69841" y="114285"/>
                    <a:pt x="69841" y="114285"/>
                    <a:pt x="69841" y="114285"/>
                  </a:cubicBezTo>
                  <a:cubicBezTo>
                    <a:pt x="73015" y="114285"/>
                    <a:pt x="73015" y="114285"/>
                    <a:pt x="73015" y="114285"/>
                  </a:cubicBezTo>
                  <a:cubicBezTo>
                    <a:pt x="73650" y="114285"/>
                    <a:pt x="73650" y="114285"/>
                    <a:pt x="73650" y="114285"/>
                  </a:cubicBezTo>
                  <a:cubicBezTo>
                    <a:pt x="73650" y="114285"/>
                    <a:pt x="74920" y="113469"/>
                    <a:pt x="74920" y="113469"/>
                  </a:cubicBezTo>
                  <a:cubicBezTo>
                    <a:pt x="74920" y="112653"/>
                    <a:pt x="74285" y="111836"/>
                    <a:pt x="74285" y="111836"/>
                  </a:cubicBezTo>
                  <a:cubicBezTo>
                    <a:pt x="73650" y="111836"/>
                    <a:pt x="73650" y="111836"/>
                    <a:pt x="73650" y="111836"/>
                  </a:cubicBezTo>
                  <a:cubicBezTo>
                    <a:pt x="73650" y="111836"/>
                    <a:pt x="71111" y="111020"/>
                    <a:pt x="71111" y="111020"/>
                  </a:cubicBezTo>
                  <a:cubicBezTo>
                    <a:pt x="70476" y="111020"/>
                    <a:pt x="69841" y="109387"/>
                    <a:pt x="69841" y="109387"/>
                  </a:cubicBezTo>
                  <a:cubicBezTo>
                    <a:pt x="69841" y="108571"/>
                    <a:pt x="69841" y="108571"/>
                    <a:pt x="69841" y="108571"/>
                  </a:cubicBezTo>
                  <a:cubicBezTo>
                    <a:pt x="70476" y="105306"/>
                    <a:pt x="70476" y="105306"/>
                    <a:pt x="70476" y="105306"/>
                  </a:cubicBezTo>
                  <a:cubicBezTo>
                    <a:pt x="73015" y="107755"/>
                    <a:pt x="73015" y="107755"/>
                    <a:pt x="73015" y="107755"/>
                  </a:cubicBezTo>
                  <a:cubicBezTo>
                    <a:pt x="73650" y="108571"/>
                    <a:pt x="73650" y="108571"/>
                    <a:pt x="73650" y="108571"/>
                  </a:cubicBezTo>
                  <a:cubicBezTo>
                    <a:pt x="75555" y="110204"/>
                    <a:pt x="75555" y="110204"/>
                    <a:pt x="75555" y="110204"/>
                  </a:cubicBezTo>
                  <a:cubicBezTo>
                    <a:pt x="78095" y="109387"/>
                    <a:pt x="78095" y="109387"/>
                    <a:pt x="78095" y="109387"/>
                  </a:cubicBezTo>
                  <a:cubicBezTo>
                    <a:pt x="78730" y="104489"/>
                    <a:pt x="78730" y="104489"/>
                    <a:pt x="78730" y="104489"/>
                  </a:cubicBezTo>
                  <a:cubicBezTo>
                    <a:pt x="78730" y="103673"/>
                    <a:pt x="78730" y="103673"/>
                    <a:pt x="78730" y="103673"/>
                  </a:cubicBezTo>
                  <a:cubicBezTo>
                    <a:pt x="78095" y="100408"/>
                    <a:pt x="78095" y="100408"/>
                    <a:pt x="78095" y="100408"/>
                  </a:cubicBezTo>
                  <a:cubicBezTo>
                    <a:pt x="80000" y="100408"/>
                    <a:pt x="80000" y="100408"/>
                    <a:pt x="80000" y="100408"/>
                  </a:cubicBezTo>
                  <a:cubicBezTo>
                    <a:pt x="82539" y="100408"/>
                    <a:pt x="82539" y="100408"/>
                    <a:pt x="82539" y="100408"/>
                  </a:cubicBezTo>
                  <a:cubicBezTo>
                    <a:pt x="85714" y="97959"/>
                    <a:pt x="85714" y="97959"/>
                    <a:pt x="85714" y="97959"/>
                  </a:cubicBezTo>
                  <a:cubicBezTo>
                    <a:pt x="85714" y="97142"/>
                    <a:pt x="85714" y="97142"/>
                    <a:pt x="85714" y="97142"/>
                  </a:cubicBezTo>
                  <a:cubicBezTo>
                    <a:pt x="84444" y="96326"/>
                    <a:pt x="84444" y="96326"/>
                    <a:pt x="84444" y="96326"/>
                  </a:cubicBezTo>
                  <a:cubicBezTo>
                    <a:pt x="83174" y="96326"/>
                    <a:pt x="83174" y="96326"/>
                    <a:pt x="83174" y="96326"/>
                  </a:cubicBezTo>
                  <a:cubicBezTo>
                    <a:pt x="81904" y="95510"/>
                    <a:pt x="81904" y="95510"/>
                    <a:pt x="81904" y="95510"/>
                  </a:cubicBezTo>
                  <a:cubicBezTo>
                    <a:pt x="81904" y="93877"/>
                    <a:pt x="81904" y="93877"/>
                    <a:pt x="81904" y="93877"/>
                  </a:cubicBezTo>
                  <a:cubicBezTo>
                    <a:pt x="83809" y="93061"/>
                    <a:pt x="83809" y="93061"/>
                    <a:pt x="83809" y="93061"/>
                  </a:cubicBezTo>
                  <a:cubicBezTo>
                    <a:pt x="84444" y="93877"/>
                    <a:pt x="84444" y="93877"/>
                    <a:pt x="84444" y="93877"/>
                  </a:cubicBezTo>
                  <a:cubicBezTo>
                    <a:pt x="86349" y="95510"/>
                    <a:pt x="86349" y="95510"/>
                    <a:pt x="86349" y="95510"/>
                  </a:cubicBezTo>
                  <a:cubicBezTo>
                    <a:pt x="87619" y="95510"/>
                    <a:pt x="87619" y="95510"/>
                    <a:pt x="87619" y="95510"/>
                  </a:cubicBezTo>
                  <a:cubicBezTo>
                    <a:pt x="90158" y="93061"/>
                    <a:pt x="90158" y="93061"/>
                    <a:pt x="90158" y="93061"/>
                  </a:cubicBezTo>
                  <a:cubicBezTo>
                    <a:pt x="92063" y="89795"/>
                    <a:pt x="92063" y="89795"/>
                    <a:pt x="92063" y="89795"/>
                  </a:cubicBezTo>
                  <a:cubicBezTo>
                    <a:pt x="91428" y="87346"/>
                    <a:pt x="91428" y="87346"/>
                    <a:pt x="91428" y="87346"/>
                  </a:cubicBezTo>
                  <a:cubicBezTo>
                    <a:pt x="89523" y="85714"/>
                    <a:pt x="89523" y="85714"/>
                    <a:pt x="89523" y="85714"/>
                  </a:cubicBezTo>
                  <a:cubicBezTo>
                    <a:pt x="89523" y="84897"/>
                    <a:pt x="89523" y="84897"/>
                    <a:pt x="89523" y="84897"/>
                  </a:cubicBezTo>
                  <a:cubicBezTo>
                    <a:pt x="90793" y="84081"/>
                    <a:pt x="90793" y="84081"/>
                    <a:pt x="90793" y="84081"/>
                  </a:cubicBezTo>
                  <a:cubicBezTo>
                    <a:pt x="93333" y="85714"/>
                    <a:pt x="93333" y="85714"/>
                    <a:pt x="93333" y="85714"/>
                  </a:cubicBezTo>
                  <a:cubicBezTo>
                    <a:pt x="94603" y="84081"/>
                    <a:pt x="94603" y="84081"/>
                    <a:pt x="94603" y="84081"/>
                  </a:cubicBezTo>
                  <a:cubicBezTo>
                    <a:pt x="95873" y="81632"/>
                    <a:pt x="95873" y="81632"/>
                    <a:pt x="95873" y="81632"/>
                  </a:cubicBezTo>
                  <a:cubicBezTo>
                    <a:pt x="98412" y="75918"/>
                    <a:pt x="98412" y="75918"/>
                    <a:pt x="98412" y="75918"/>
                  </a:cubicBezTo>
                  <a:cubicBezTo>
                    <a:pt x="100952" y="73469"/>
                    <a:pt x="100952" y="73469"/>
                    <a:pt x="100952" y="73469"/>
                  </a:cubicBezTo>
                  <a:cubicBezTo>
                    <a:pt x="104126" y="72653"/>
                    <a:pt x="104126" y="72653"/>
                    <a:pt x="104126" y="72653"/>
                  </a:cubicBezTo>
                  <a:cubicBezTo>
                    <a:pt x="106031" y="68571"/>
                    <a:pt x="106031" y="68571"/>
                    <a:pt x="106031" y="68571"/>
                  </a:cubicBezTo>
                  <a:cubicBezTo>
                    <a:pt x="107301" y="66122"/>
                    <a:pt x="107301" y="66122"/>
                    <a:pt x="107301" y="66122"/>
                  </a:cubicBezTo>
                  <a:cubicBezTo>
                    <a:pt x="106031" y="64489"/>
                    <a:pt x="106031" y="64489"/>
                    <a:pt x="106031" y="64489"/>
                  </a:cubicBezTo>
                  <a:cubicBezTo>
                    <a:pt x="104761" y="61224"/>
                    <a:pt x="104761" y="61224"/>
                    <a:pt x="104761" y="61224"/>
                  </a:cubicBezTo>
                  <a:cubicBezTo>
                    <a:pt x="106031" y="61224"/>
                    <a:pt x="106031" y="61224"/>
                    <a:pt x="106031" y="61224"/>
                  </a:cubicBezTo>
                  <a:cubicBezTo>
                    <a:pt x="107301" y="61224"/>
                    <a:pt x="107301" y="61224"/>
                    <a:pt x="107301" y="61224"/>
                  </a:cubicBezTo>
                  <a:cubicBezTo>
                    <a:pt x="107301" y="58775"/>
                    <a:pt x="107301" y="58775"/>
                    <a:pt x="107301" y="58775"/>
                  </a:cubicBezTo>
                  <a:cubicBezTo>
                    <a:pt x="107936" y="57142"/>
                    <a:pt x="107936" y="57142"/>
                    <a:pt x="107936" y="57142"/>
                  </a:cubicBezTo>
                  <a:cubicBezTo>
                    <a:pt x="109841" y="53877"/>
                    <a:pt x="109841" y="53877"/>
                    <a:pt x="109841" y="53877"/>
                  </a:cubicBezTo>
                  <a:cubicBezTo>
                    <a:pt x="111111" y="48979"/>
                    <a:pt x="111111" y="48979"/>
                    <a:pt x="111111" y="48979"/>
                  </a:cubicBezTo>
                  <a:cubicBezTo>
                    <a:pt x="112380" y="45714"/>
                    <a:pt x="112380" y="45714"/>
                    <a:pt x="112380" y="45714"/>
                  </a:cubicBezTo>
                  <a:cubicBezTo>
                    <a:pt x="113015" y="44081"/>
                    <a:pt x="113015" y="44081"/>
                    <a:pt x="113015" y="44081"/>
                  </a:cubicBezTo>
                  <a:cubicBezTo>
                    <a:pt x="114285" y="42448"/>
                    <a:pt x="114285" y="42448"/>
                    <a:pt x="114285" y="42448"/>
                  </a:cubicBezTo>
                  <a:cubicBezTo>
                    <a:pt x="118730" y="37551"/>
                    <a:pt x="118730" y="37551"/>
                    <a:pt x="118730" y="37551"/>
                  </a:cubicBezTo>
                  <a:cubicBezTo>
                    <a:pt x="120000" y="35918"/>
                    <a:pt x="120000" y="35918"/>
                    <a:pt x="120000" y="35918"/>
                  </a:cubicBezTo>
                  <a:cubicBezTo>
                    <a:pt x="87619" y="4897"/>
                    <a:pt x="87619" y="4897"/>
                    <a:pt x="87619" y="4897"/>
                  </a:cubicBezTo>
                  <a:lnTo>
                    <a:pt x="62222" y="1142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6" name="Shape 1421">
              <a:extLst>
                <a:ext uri="{FF2B5EF4-FFF2-40B4-BE49-F238E27FC236}">
                  <a16:creationId xmlns:a16="http://schemas.microsoft.com/office/drawing/2014/main" id="{A55A963E-95C7-9B43-B8E9-20613D09889E}"/>
                </a:ext>
              </a:extLst>
            </p:cNvPr>
            <p:cNvSpPr/>
            <p:nvPr/>
          </p:nvSpPr>
          <p:spPr>
            <a:xfrm>
              <a:off x="7128028" y="2788799"/>
              <a:ext cx="212491" cy="340660"/>
            </a:xfrm>
            <a:custGeom>
              <a:avLst/>
              <a:gdLst/>
              <a:ahLst/>
              <a:cxnLst/>
              <a:rect l="0" t="0" r="0" b="0"/>
              <a:pathLst>
                <a:path w="120000" h="120000" extrusionOk="0">
                  <a:moveTo>
                    <a:pt x="38095" y="111683"/>
                  </a:moveTo>
                  <a:lnTo>
                    <a:pt x="37142" y="108712"/>
                  </a:lnTo>
                  <a:lnTo>
                    <a:pt x="33333" y="105742"/>
                  </a:lnTo>
                  <a:lnTo>
                    <a:pt x="31428" y="104554"/>
                  </a:lnTo>
                  <a:lnTo>
                    <a:pt x="31428" y="102772"/>
                  </a:lnTo>
                  <a:lnTo>
                    <a:pt x="34285" y="102178"/>
                  </a:lnTo>
                  <a:lnTo>
                    <a:pt x="40952" y="100990"/>
                  </a:lnTo>
                  <a:lnTo>
                    <a:pt x="48571" y="99801"/>
                  </a:lnTo>
                  <a:lnTo>
                    <a:pt x="120000" y="96237"/>
                  </a:lnTo>
                  <a:lnTo>
                    <a:pt x="119047" y="95643"/>
                  </a:lnTo>
                  <a:lnTo>
                    <a:pt x="115238" y="92673"/>
                  </a:lnTo>
                  <a:lnTo>
                    <a:pt x="114285" y="90891"/>
                  </a:lnTo>
                  <a:lnTo>
                    <a:pt x="112380" y="89108"/>
                  </a:lnTo>
                  <a:lnTo>
                    <a:pt x="113333" y="87920"/>
                  </a:lnTo>
                  <a:lnTo>
                    <a:pt x="115238" y="86732"/>
                  </a:lnTo>
                  <a:lnTo>
                    <a:pt x="114285" y="83762"/>
                  </a:lnTo>
                  <a:lnTo>
                    <a:pt x="112380" y="81980"/>
                  </a:lnTo>
                  <a:lnTo>
                    <a:pt x="110476" y="77227"/>
                  </a:lnTo>
                  <a:lnTo>
                    <a:pt x="110476" y="74257"/>
                  </a:lnTo>
                  <a:lnTo>
                    <a:pt x="113333" y="73069"/>
                  </a:lnTo>
                  <a:lnTo>
                    <a:pt x="114285" y="70693"/>
                  </a:lnTo>
                  <a:lnTo>
                    <a:pt x="110476" y="69504"/>
                  </a:lnTo>
                  <a:lnTo>
                    <a:pt x="115238" y="67722"/>
                  </a:lnTo>
                  <a:lnTo>
                    <a:pt x="116190" y="65346"/>
                  </a:lnTo>
                  <a:lnTo>
                    <a:pt x="114285" y="64158"/>
                  </a:lnTo>
                  <a:lnTo>
                    <a:pt x="113333" y="61782"/>
                  </a:lnTo>
                  <a:lnTo>
                    <a:pt x="113333" y="59405"/>
                  </a:lnTo>
                  <a:lnTo>
                    <a:pt x="109523" y="56435"/>
                  </a:lnTo>
                  <a:lnTo>
                    <a:pt x="102857" y="49306"/>
                  </a:lnTo>
                  <a:lnTo>
                    <a:pt x="100952" y="44554"/>
                  </a:lnTo>
                  <a:lnTo>
                    <a:pt x="91428" y="24356"/>
                  </a:lnTo>
                  <a:lnTo>
                    <a:pt x="84761" y="7128"/>
                  </a:lnTo>
                  <a:lnTo>
                    <a:pt x="82857" y="0"/>
                  </a:lnTo>
                  <a:lnTo>
                    <a:pt x="89523" y="0"/>
                  </a:lnTo>
                  <a:lnTo>
                    <a:pt x="89523" y="0"/>
                  </a:lnTo>
                  <a:lnTo>
                    <a:pt x="952" y="4158"/>
                  </a:lnTo>
                  <a:lnTo>
                    <a:pt x="952" y="8316"/>
                  </a:lnTo>
                  <a:lnTo>
                    <a:pt x="0" y="62970"/>
                  </a:lnTo>
                  <a:lnTo>
                    <a:pt x="0" y="92079"/>
                  </a:lnTo>
                  <a:lnTo>
                    <a:pt x="5714" y="116435"/>
                  </a:lnTo>
                  <a:lnTo>
                    <a:pt x="7619" y="116435"/>
                  </a:lnTo>
                  <a:lnTo>
                    <a:pt x="10476" y="117029"/>
                  </a:lnTo>
                  <a:lnTo>
                    <a:pt x="14285" y="117623"/>
                  </a:lnTo>
                  <a:lnTo>
                    <a:pt x="15238" y="115841"/>
                  </a:lnTo>
                  <a:lnTo>
                    <a:pt x="14285" y="113465"/>
                  </a:lnTo>
                  <a:lnTo>
                    <a:pt x="15238" y="111089"/>
                  </a:lnTo>
                  <a:lnTo>
                    <a:pt x="17142" y="109900"/>
                  </a:lnTo>
                  <a:lnTo>
                    <a:pt x="20000" y="109306"/>
                  </a:lnTo>
                  <a:lnTo>
                    <a:pt x="20952" y="110495"/>
                  </a:lnTo>
                  <a:lnTo>
                    <a:pt x="20952" y="112277"/>
                  </a:lnTo>
                  <a:lnTo>
                    <a:pt x="20000" y="113465"/>
                  </a:lnTo>
                  <a:lnTo>
                    <a:pt x="20952" y="114653"/>
                  </a:lnTo>
                  <a:lnTo>
                    <a:pt x="21904" y="115247"/>
                  </a:lnTo>
                  <a:lnTo>
                    <a:pt x="23809" y="115841"/>
                  </a:lnTo>
                  <a:lnTo>
                    <a:pt x="25714" y="117029"/>
                  </a:lnTo>
                  <a:lnTo>
                    <a:pt x="25714" y="118217"/>
                  </a:lnTo>
                  <a:lnTo>
                    <a:pt x="25714" y="118811"/>
                  </a:lnTo>
                  <a:lnTo>
                    <a:pt x="23809" y="120000"/>
                  </a:lnTo>
                  <a:lnTo>
                    <a:pt x="25714" y="119405"/>
                  </a:lnTo>
                  <a:lnTo>
                    <a:pt x="29523" y="118811"/>
                  </a:lnTo>
                  <a:lnTo>
                    <a:pt x="34285" y="118217"/>
                  </a:lnTo>
                  <a:lnTo>
                    <a:pt x="36190" y="117029"/>
                  </a:lnTo>
                  <a:lnTo>
                    <a:pt x="37142" y="117029"/>
                  </a:lnTo>
                  <a:lnTo>
                    <a:pt x="40952" y="116435"/>
                  </a:lnTo>
                  <a:lnTo>
                    <a:pt x="41904" y="115841"/>
                  </a:lnTo>
                  <a:lnTo>
                    <a:pt x="41904" y="115841"/>
                  </a:lnTo>
                  <a:lnTo>
                    <a:pt x="38095" y="11168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7" name="Shape 1422">
              <a:extLst>
                <a:ext uri="{FF2B5EF4-FFF2-40B4-BE49-F238E27FC236}">
                  <a16:creationId xmlns:a16="http://schemas.microsoft.com/office/drawing/2014/main" id="{6C09BECC-6D4A-BD4E-AC8B-0149B2E080EB}"/>
                </a:ext>
              </a:extLst>
            </p:cNvPr>
            <p:cNvSpPr/>
            <p:nvPr/>
          </p:nvSpPr>
          <p:spPr>
            <a:xfrm>
              <a:off x="6942518" y="2800603"/>
              <a:ext cx="195628" cy="342347"/>
            </a:xfrm>
            <a:custGeom>
              <a:avLst/>
              <a:gdLst/>
              <a:ahLst/>
              <a:cxnLst/>
              <a:rect l="0" t="0" r="0" b="0"/>
              <a:pathLst>
                <a:path w="120000" h="120000" extrusionOk="0">
                  <a:moveTo>
                    <a:pt x="113793" y="87487"/>
                  </a:moveTo>
                  <a:lnTo>
                    <a:pt x="113793" y="58522"/>
                  </a:lnTo>
                  <a:lnTo>
                    <a:pt x="114827" y="4137"/>
                  </a:lnTo>
                  <a:lnTo>
                    <a:pt x="114827" y="0"/>
                  </a:lnTo>
                  <a:lnTo>
                    <a:pt x="42413" y="2955"/>
                  </a:lnTo>
                  <a:lnTo>
                    <a:pt x="42413" y="2955"/>
                  </a:lnTo>
                  <a:lnTo>
                    <a:pt x="43448" y="4729"/>
                  </a:lnTo>
                  <a:lnTo>
                    <a:pt x="39310" y="5911"/>
                  </a:lnTo>
                  <a:lnTo>
                    <a:pt x="37241" y="7093"/>
                  </a:lnTo>
                  <a:lnTo>
                    <a:pt x="36206" y="8866"/>
                  </a:lnTo>
                  <a:lnTo>
                    <a:pt x="34137" y="10049"/>
                  </a:lnTo>
                  <a:lnTo>
                    <a:pt x="33103" y="10049"/>
                  </a:lnTo>
                  <a:lnTo>
                    <a:pt x="31034" y="13004"/>
                  </a:lnTo>
                  <a:lnTo>
                    <a:pt x="31034" y="15369"/>
                  </a:lnTo>
                  <a:lnTo>
                    <a:pt x="27931" y="18325"/>
                  </a:lnTo>
                  <a:lnTo>
                    <a:pt x="22758" y="21871"/>
                  </a:lnTo>
                  <a:lnTo>
                    <a:pt x="19655" y="23645"/>
                  </a:lnTo>
                  <a:lnTo>
                    <a:pt x="18620" y="26009"/>
                  </a:lnTo>
                  <a:lnTo>
                    <a:pt x="20689" y="26600"/>
                  </a:lnTo>
                  <a:lnTo>
                    <a:pt x="18620" y="28374"/>
                  </a:lnTo>
                  <a:lnTo>
                    <a:pt x="16551" y="30738"/>
                  </a:lnTo>
                  <a:lnTo>
                    <a:pt x="17586" y="31921"/>
                  </a:lnTo>
                  <a:lnTo>
                    <a:pt x="16551" y="31921"/>
                  </a:lnTo>
                  <a:lnTo>
                    <a:pt x="13448" y="34285"/>
                  </a:lnTo>
                  <a:lnTo>
                    <a:pt x="11379" y="36059"/>
                  </a:lnTo>
                  <a:lnTo>
                    <a:pt x="12413" y="36650"/>
                  </a:lnTo>
                  <a:lnTo>
                    <a:pt x="11379" y="37832"/>
                  </a:lnTo>
                  <a:lnTo>
                    <a:pt x="11379" y="39014"/>
                  </a:lnTo>
                  <a:lnTo>
                    <a:pt x="12413" y="39605"/>
                  </a:lnTo>
                  <a:lnTo>
                    <a:pt x="14482" y="41379"/>
                  </a:lnTo>
                  <a:lnTo>
                    <a:pt x="14482" y="42561"/>
                  </a:lnTo>
                  <a:lnTo>
                    <a:pt x="14482" y="46108"/>
                  </a:lnTo>
                  <a:lnTo>
                    <a:pt x="15517" y="47881"/>
                  </a:lnTo>
                  <a:lnTo>
                    <a:pt x="14482" y="49655"/>
                  </a:lnTo>
                  <a:lnTo>
                    <a:pt x="12413" y="52610"/>
                  </a:lnTo>
                  <a:lnTo>
                    <a:pt x="11379" y="52610"/>
                  </a:lnTo>
                  <a:lnTo>
                    <a:pt x="14482" y="53793"/>
                  </a:lnTo>
                  <a:lnTo>
                    <a:pt x="15517" y="55566"/>
                  </a:lnTo>
                  <a:lnTo>
                    <a:pt x="15517" y="56748"/>
                  </a:lnTo>
                  <a:lnTo>
                    <a:pt x="11379" y="57931"/>
                  </a:lnTo>
                  <a:lnTo>
                    <a:pt x="14482" y="59113"/>
                  </a:lnTo>
                  <a:lnTo>
                    <a:pt x="15517" y="60295"/>
                  </a:lnTo>
                  <a:lnTo>
                    <a:pt x="15517" y="60886"/>
                  </a:lnTo>
                  <a:lnTo>
                    <a:pt x="16551" y="63842"/>
                  </a:lnTo>
                  <a:lnTo>
                    <a:pt x="16551" y="65024"/>
                  </a:lnTo>
                  <a:lnTo>
                    <a:pt x="19655" y="66206"/>
                  </a:lnTo>
                  <a:lnTo>
                    <a:pt x="20689" y="67980"/>
                  </a:lnTo>
                  <a:lnTo>
                    <a:pt x="19655" y="72709"/>
                  </a:lnTo>
                  <a:lnTo>
                    <a:pt x="16551" y="74482"/>
                  </a:lnTo>
                  <a:lnTo>
                    <a:pt x="15517" y="74482"/>
                  </a:lnTo>
                  <a:lnTo>
                    <a:pt x="15517" y="76847"/>
                  </a:lnTo>
                  <a:lnTo>
                    <a:pt x="14482" y="78029"/>
                  </a:lnTo>
                  <a:lnTo>
                    <a:pt x="10344" y="81576"/>
                  </a:lnTo>
                  <a:lnTo>
                    <a:pt x="8275" y="82758"/>
                  </a:lnTo>
                  <a:lnTo>
                    <a:pt x="7241" y="86896"/>
                  </a:lnTo>
                  <a:lnTo>
                    <a:pt x="6206" y="88078"/>
                  </a:lnTo>
                  <a:lnTo>
                    <a:pt x="5172" y="88669"/>
                  </a:lnTo>
                  <a:lnTo>
                    <a:pt x="4137" y="90443"/>
                  </a:lnTo>
                  <a:lnTo>
                    <a:pt x="4137" y="91625"/>
                  </a:lnTo>
                  <a:lnTo>
                    <a:pt x="4137" y="94581"/>
                  </a:lnTo>
                  <a:lnTo>
                    <a:pt x="1034" y="95763"/>
                  </a:lnTo>
                  <a:lnTo>
                    <a:pt x="0" y="96945"/>
                  </a:lnTo>
                  <a:lnTo>
                    <a:pt x="0" y="98719"/>
                  </a:lnTo>
                  <a:lnTo>
                    <a:pt x="1034" y="101083"/>
                  </a:lnTo>
                  <a:lnTo>
                    <a:pt x="68275" y="99310"/>
                  </a:lnTo>
                  <a:lnTo>
                    <a:pt x="67241" y="108768"/>
                  </a:lnTo>
                  <a:lnTo>
                    <a:pt x="69310" y="111133"/>
                  </a:lnTo>
                  <a:lnTo>
                    <a:pt x="72413" y="113497"/>
                  </a:lnTo>
                  <a:lnTo>
                    <a:pt x="73448" y="117635"/>
                  </a:lnTo>
                  <a:lnTo>
                    <a:pt x="73448" y="120000"/>
                  </a:lnTo>
                  <a:lnTo>
                    <a:pt x="73448" y="120000"/>
                  </a:lnTo>
                  <a:lnTo>
                    <a:pt x="74482" y="120000"/>
                  </a:lnTo>
                  <a:lnTo>
                    <a:pt x="79655" y="118226"/>
                  </a:lnTo>
                  <a:lnTo>
                    <a:pt x="81724" y="117635"/>
                  </a:lnTo>
                  <a:lnTo>
                    <a:pt x="84827" y="116453"/>
                  </a:lnTo>
                  <a:lnTo>
                    <a:pt x="84827" y="114088"/>
                  </a:lnTo>
                  <a:lnTo>
                    <a:pt x="88965" y="114088"/>
                  </a:lnTo>
                  <a:lnTo>
                    <a:pt x="92068" y="114088"/>
                  </a:lnTo>
                  <a:lnTo>
                    <a:pt x="96206" y="113497"/>
                  </a:lnTo>
                  <a:lnTo>
                    <a:pt x="101379" y="112315"/>
                  </a:lnTo>
                  <a:lnTo>
                    <a:pt x="105517" y="112315"/>
                  </a:lnTo>
                  <a:lnTo>
                    <a:pt x="107586" y="112315"/>
                  </a:lnTo>
                  <a:lnTo>
                    <a:pt x="110689" y="112315"/>
                  </a:lnTo>
                  <a:lnTo>
                    <a:pt x="112758" y="112315"/>
                  </a:lnTo>
                  <a:lnTo>
                    <a:pt x="116896" y="113497"/>
                  </a:lnTo>
                  <a:lnTo>
                    <a:pt x="118965" y="112315"/>
                  </a:lnTo>
                  <a:lnTo>
                    <a:pt x="120000" y="111724"/>
                  </a:lnTo>
                  <a:lnTo>
                    <a:pt x="120000" y="111724"/>
                  </a:lnTo>
                  <a:lnTo>
                    <a:pt x="120000" y="111724"/>
                  </a:lnTo>
                  <a:lnTo>
                    <a:pt x="113793" y="8748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8" name="Shape 1423">
              <a:extLst>
                <a:ext uri="{FF2B5EF4-FFF2-40B4-BE49-F238E27FC236}">
                  <a16:creationId xmlns:a16="http://schemas.microsoft.com/office/drawing/2014/main" id="{AB597B9E-5547-1A4D-8D42-0995F76A34E4}"/>
                </a:ext>
              </a:extLst>
            </p:cNvPr>
            <p:cNvSpPr/>
            <p:nvPr/>
          </p:nvSpPr>
          <p:spPr>
            <a:xfrm>
              <a:off x="7559757" y="2387425"/>
              <a:ext cx="242848" cy="177077"/>
            </a:xfrm>
            <a:custGeom>
              <a:avLst/>
              <a:gdLst/>
              <a:ahLst/>
              <a:cxnLst/>
              <a:rect l="0" t="0" r="0" b="0"/>
              <a:pathLst>
                <a:path w="120000" h="120000" extrusionOk="0">
                  <a:moveTo>
                    <a:pt x="94588" y="0"/>
                  </a:moveTo>
                  <a:cubicBezTo>
                    <a:pt x="0" y="23414"/>
                    <a:pt x="0" y="23414"/>
                    <a:pt x="0" y="23414"/>
                  </a:cubicBezTo>
                  <a:cubicBezTo>
                    <a:pt x="0" y="23414"/>
                    <a:pt x="0" y="23414"/>
                    <a:pt x="0" y="23414"/>
                  </a:cubicBezTo>
                  <a:cubicBezTo>
                    <a:pt x="2117" y="42926"/>
                    <a:pt x="2117" y="42926"/>
                    <a:pt x="2117" y="42926"/>
                  </a:cubicBezTo>
                  <a:cubicBezTo>
                    <a:pt x="4941" y="42926"/>
                    <a:pt x="4941" y="42926"/>
                    <a:pt x="4941" y="42926"/>
                  </a:cubicBezTo>
                  <a:cubicBezTo>
                    <a:pt x="11294" y="32195"/>
                    <a:pt x="11294" y="32195"/>
                    <a:pt x="11294" y="32195"/>
                  </a:cubicBezTo>
                  <a:cubicBezTo>
                    <a:pt x="15529" y="32195"/>
                    <a:pt x="15529" y="32195"/>
                    <a:pt x="15529" y="32195"/>
                  </a:cubicBezTo>
                  <a:cubicBezTo>
                    <a:pt x="19764" y="24390"/>
                    <a:pt x="19764" y="24390"/>
                    <a:pt x="19764" y="24390"/>
                  </a:cubicBezTo>
                  <a:cubicBezTo>
                    <a:pt x="21176" y="24390"/>
                    <a:pt x="21176" y="24390"/>
                    <a:pt x="21176" y="24390"/>
                  </a:cubicBezTo>
                  <a:cubicBezTo>
                    <a:pt x="21882" y="26341"/>
                    <a:pt x="21882" y="26341"/>
                    <a:pt x="21882" y="26341"/>
                  </a:cubicBezTo>
                  <a:cubicBezTo>
                    <a:pt x="26823" y="21463"/>
                    <a:pt x="26823" y="21463"/>
                    <a:pt x="26823" y="21463"/>
                  </a:cubicBezTo>
                  <a:cubicBezTo>
                    <a:pt x="28941" y="21463"/>
                    <a:pt x="28941" y="21463"/>
                    <a:pt x="28941" y="21463"/>
                  </a:cubicBezTo>
                  <a:cubicBezTo>
                    <a:pt x="34588" y="17560"/>
                    <a:pt x="34588" y="17560"/>
                    <a:pt x="34588" y="17560"/>
                  </a:cubicBezTo>
                  <a:cubicBezTo>
                    <a:pt x="44470" y="21463"/>
                    <a:pt x="44470" y="21463"/>
                    <a:pt x="44470" y="21463"/>
                  </a:cubicBezTo>
                  <a:cubicBezTo>
                    <a:pt x="47294" y="27317"/>
                    <a:pt x="47294" y="27317"/>
                    <a:pt x="47294" y="27317"/>
                  </a:cubicBezTo>
                  <a:cubicBezTo>
                    <a:pt x="49411" y="35121"/>
                    <a:pt x="49411" y="35121"/>
                    <a:pt x="49411" y="35121"/>
                  </a:cubicBezTo>
                  <a:cubicBezTo>
                    <a:pt x="50117" y="35121"/>
                    <a:pt x="50117" y="35121"/>
                    <a:pt x="50117" y="35121"/>
                  </a:cubicBezTo>
                  <a:cubicBezTo>
                    <a:pt x="58588" y="41951"/>
                    <a:pt x="58588" y="41951"/>
                    <a:pt x="58588" y="41951"/>
                  </a:cubicBezTo>
                  <a:cubicBezTo>
                    <a:pt x="62117" y="46829"/>
                    <a:pt x="62117" y="46829"/>
                    <a:pt x="62117" y="46829"/>
                  </a:cubicBezTo>
                  <a:cubicBezTo>
                    <a:pt x="65647" y="49756"/>
                    <a:pt x="65647" y="49756"/>
                    <a:pt x="65647" y="49756"/>
                  </a:cubicBezTo>
                  <a:cubicBezTo>
                    <a:pt x="66352" y="54634"/>
                    <a:pt x="66352" y="54634"/>
                    <a:pt x="66352" y="54634"/>
                  </a:cubicBezTo>
                  <a:cubicBezTo>
                    <a:pt x="64941" y="58536"/>
                    <a:pt x="64941" y="58536"/>
                    <a:pt x="64941" y="58536"/>
                  </a:cubicBezTo>
                  <a:cubicBezTo>
                    <a:pt x="62117" y="59512"/>
                    <a:pt x="62117" y="59512"/>
                    <a:pt x="62117" y="59512"/>
                  </a:cubicBezTo>
                  <a:cubicBezTo>
                    <a:pt x="62823" y="72195"/>
                    <a:pt x="62823" y="72195"/>
                    <a:pt x="62823" y="72195"/>
                  </a:cubicBezTo>
                  <a:cubicBezTo>
                    <a:pt x="64235" y="74146"/>
                    <a:pt x="64235" y="74146"/>
                    <a:pt x="64235" y="74146"/>
                  </a:cubicBezTo>
                  <a:cubicBezTo>
                    <a:pt x="66352" y="73170"/>
                    <a:pt x="66352" y="73170"/>
                    <a:pt x="66352" y="73170"/>
                  </a:cubicBezTo>
                  <a:cubicBezTo>
                    <a:pt x="68470" y="72195"/>
                    <a:pt x="68470" y="72195"/>
                    <a:pt x="68470" y="72195"/>
                  </a:cubicBezTo>
                  <a:cubicBezTo>
                    <a:pt x="71294" y="73170"/>
                    <a:pt x="71294" y="73170"/>
                    <a:pt x="71294" y="73170"/>
                  </a:cubicBezTo>
                  <a:cubicBezTo>
                    <a:pt x="72000" y="74146"/>
                    <a:pt x="72000" y="74146"/>
                    <a:pt x="72000" y="74146"/>
                  </a:cubicBezTo>
                  <a:cubicBezTo>
                    <a:pt x="74823" y="73170"/>
                    <a:pt x="74823" y="73170"/>
                    <a:pt x="74823" y="73170"/>
                  </a:cubicBezTo>
                  <a:cubicBezTo>
                    <a:pt x="84000" y="74146"/>
                    <a:pt x="84000" y="74146"/>
                    <a:pt x="84000" y="74146"/>
                  </a:cubicBezTo>
                  <a:cubicBezTo>
                    <a:pt x="86117" y="76097"/>
                    <a:pt x="86117" y="76097"/>
                    <a:pt x="86117" y="76097"/>
                  </a:cubicBezTo>
                  <a:cubicBezTo>
                    <a:pt x="88941" y="78048"/>
                    <a:pt x="88941" y="78048"/>
                    <a:pt x="88941" y="78048"/>
                  </a:cubicBezTo>
                  <a:cubicBezTo>
                    <a:pt x="91058" y="77073"/>
                    <a:pt x="91058" y="77073"/>
                    <a:pt x="91058" y="77073"/>
                  </a:cubicBezTo>
                  <a:cubicBezTo>
                    <a:pt x="89647" y="73170"/>
                    <a:pt x="89647" y="73170"/>
                    <a:pt x="89647" y="73170"/>
                  </a:cubicBezTo>
                  <a:cubicBezTo>
                    <a:pt x="87529" y="70243"/>
                    <a:pt x="87529" y="70243"/>
                    <a:pt x="87529" y="70243"/>
                  </a:cubicBezTo>
                  <a:cubicBezTo>
                    <a:pt x="87529" y="67317"/>
                    <a:pt x="87529" y="67317"/>
                    <a:pt x="87529" y="67317"/>
                  </a:cubicBezTo>
                  <a:cubicBezTo>
                    <a:pt x="87529" y="66341"/>
                    <a:pt x="87529" y="66341"/>
                    <a:pt x="87529" y="66341"/>
                  </a:cubicBezTo>
                  <a:cubicBezTo>
                    <a:pt x="83294" y="58536"/>
                    <a:pt x="83294" y="58536"/>
                    <a:pt x="83294" y="58536"/>
                  </a:cubicBezTo>
                  <a:cubicBezTo>
                    <a:pt x="81882" y="55609"/>
                    <a:pt x="81882" y="55609"/>
                    <a:pt x="81882" y="55609"/>
                  </a:cubicBezTo>
                  <a:cubicBezTo>
                    <a:pt x="81882" y="48780"/>
                    <a:pt x="81882" y="48780"/>
                    <a:pt x="81882" y="48780"/>
                  </a:cubicBezTo>
                  <a:cubicBezTo>
                    <a:pt x="81176" y="41951"/>
                    <a:pt x="81176" y="41951"/>
                    <a:pt x="81176" y="41951"/>
                  </a:cubicBezTo>
                  <a:cubicBezTo>
                    <a:pt x="81882" y="35121"/>
                    <a:pt x="81882" y="35121"/>
                    <a:pt x="81882" y="35121"/>
                  </a:cubicBezTo>
                  <a:cubicBezTo>
                    <a:pt x="79764" y="30243"/>
                    <a:pt x="79764" y="30243"/>
                    <a:pt x="79764" y="30243"/>
                  </a:cubicBezTo>
                  <a:cubicBezTo>
                    <a:pt x="78352" y="27317"/>
                    <a:pt x="78352" y="27317"/>
                    <a:pt x="78352" y="27317"/>
                  </a:cubicBezTo>
                  <a:cubicBezTo>
                    <a:pt x="81176" y="27317"/>
                    <a:pt x="81176" y="27317"/>
                    <a:pt x="81176" y="27317"/>
                  </a:cubicBezTo>
                  <a:cubicBezTo>
                    <a:pt x="83294" y="21463"/>
                    <a:pt x="83294" y="21463"/>
                    <a:pt x="83294" y="21463"/>
                  </a:cubicBezTo>
                  <a:cubicBezTo>
                    <a:pt x="87529" y="17560"/>
                    <a:pt x="87529" y="17560"/>
                    <a:pt x="87529" y="17560"/>
                  </a:cubicBezTo>
                  <a:cubicBezTo>
                    <a:pt x="89647" y="11707"/>
                    <a:pt x="89647" y="11707"/>
                    <a:pt x="89647" y="11707"/>
                  </a:cubicBezTo>
                  <a:cubicBezTo>
                    <a:pt x="91058" y="12682"/>
                    <a:pt x="91058" y="12682"/>
                    <a:pt x="91058" y="12682"/>
                  </a:cubicBezTo>
                  <a:cubicBezTo>
                    <a:pt x="90352" y="19512"/>
                    <a:pt x="90352" y="19512"/>
                    <a:pt x="90352" y="19512"/>
                  </a:cubicBezTo>
                  <a:cubicBezTo>
                    <a:pt x="88235" y="20487"/>
                    <a:pt x="88235" y="20487"/>
                    <a:pt x="88235" y="20487"/>
                  </a:cubicBezTo>
                  <a:cubicBezTo>
                    <a:pt x="86823" y="26341"/>
                    <a:pt x="86823" y="26341"/>
                    <a:pt x="86823" y="26341"/>
                  </a:cubicBezTo>
                  <a:cubicBezTo>
                    <a:pt x="86823" y="30243"/>
                    <a:pt x="86823" y="30243"/>
                    <a:pt x="86823" y="30243"/>
                  </a:cubicBezTo>
                  <a:cubicBezTo>
                    <a:pt x="89647" y="30243"/>
                    <a:pt x="89647" y="30243"/>
                    <a:pt x="89647" y="30243"/>
                  </a:cubicBezTo>
                  <a:cubicBezTo>
                    <a:pt x="86117" y="35121"/>
                    <a:pt x="86117" y="35121"/>
                    <a:pt x="86117" y="35121"/>
                  </a:cubicBezTo>
                  <a:cubicBezTo>
                    <a:pt x="84705" y="38048"/>
                    <a:pt x="84705" y="38048"/>
                    <a:pt x="84705" y="38048"/>
                  </a:cubicBezTo>
                  <a:cubicBezTo>
                    <a:pt x="88941" y="40000"/>
                    <a:pt x="88941" y="40000"/>
                    <a:pt x="88941" y="40000"/>
                  </a:cubicBezTo>
                  <a:cubicBezTo>
                    <a:pt x="90352" y="40975"/>
                    <a:pt x="90352" y="40975"/>
                    <a:pt x="90352" y="40975"/>
                  </a:cubicBezTo>
                  <a:cubicBezTo>
                    <a:pt x="92470" y="44878"/>
                    <a:pt x="92470" y="44878"/>
                    <a:pt x="92470" y="44878"/>
                  </a:cubicBezTo>
                  <a:cubicBezTo>
                    <a:pt x="91764" y="45853"/>
                    <a:pt x="91764" y="45853"/>
                    <a:pt x="91764" y="45853"/>
                  </a:cubicBezTo>
                  <a:cubicBezTo>
                    <a:pt x="94588" y="49756"/>
                    <a:pt x="94588" y="49756"/>
                    <a:pt x="94588" y="49756"/>
                  </a:cubicBezTo>
                  <a:cubicBezTo>
                    <a:pt x="94588" y="51707"/>
                    <a:pt x="94588" y="51707"/>
                    <a:pt x="94588" y="51707"/>
                  </a:cubicBezTo>
                  <a:cubicBezTo>
                    <a:pt x="91764" y="55609"/>
                    <a:pt x="91764" y="55609"/>
                    <a:pt x="91764" y="55609"/>
                  </a:cubicBezTo>
                  <a:cubicBezTo>
                    <a:pt x="89647" y="55609"/>
                    <a:pt x="89647" y="55609"/>
                    <a:pt x="89647" y="55609"/>
                  </a:cubicBezTo>
                  <a:cubicBezTo>
                    <a:pt x="90352" y="59512"/>
                    <a:pt x="90352" y="59512"/>
                    <a:pt x="90352" y="59512"/>
                  </a:cubicBezTo>
                  <a:cubicBezTo>
                    <a:pt x="89647" y="61463"/>
                    <a:pt x="89647" y="61463"/>
                    <a:pt x="89647" y="61463"/>
                  </a:cubicBezTo>
                  <a:cubicBezTo>
                    <a:pt x="91058" y="63414"/>
                    <a:pt x="91058" y="63414"/>
                    <a:pt x="91058" y="63414"/>
                  </a:cubicBezTo>
                  <a:cubicBezTo>
                    <a:pt x="93882" y="64390"/>
                    <a:pt x="93882" y="64390"/>
                    <a:pt x="93882" y="64390"/>
                  </a:cubicBezTo>
                  <a:cubicBezTo>
                    <a:pt x="98117" y="64390"/>
                    <a:pt x="98117" y="64390"/>
                    <a:pt x="98117" y="64390"/>
                  </a:cubicBezTo>
                  <a:cubicBezTo>
                    <a:pt x="100941" y="67317"/>
                    <a:pt x="100941" y="67317"/>
                    <a:pt x="100941" y="67317"/>
                  </a:cubicBezTo>
                  <a:cubicBezTo>
                    <a:pt x="103058" y="73170"/>
                    <a:pt x="103058" y="73170"/>
                    <a:pt x="103058" y="73170"/>
                  </a:cubicBezTo>
                  <a:cubicBezTo>
                    <a:pt x="104470" y="78048"/>
                    <a:pt x="104470" y="78048"/>
                    <a:pt x="104470" y="78048"/>
                  </a:cubicBezTo>
                  <a:cubicBezTo>
                    <a:pt x="103764" y="79024"/>
                    <a:pt x="103764" y="79024"/>
                    <a:pt x="103764" y="79024"/>
                  </a:cubicBezTo>
                  <a:cubicBezTo>
                    <a:pt x="105882" y="81951"/>
                    <a:pt x="105882" y="81951"/>
                    <a:pt x="105882" y="81951"/>
                  </a:cubicBezTo>
                  <a:cubicBezTo>
                    <a:pt x="107294" y="86829"/>
                    <a:pt x="107294" y="86829"/>
                    <a:pt x="107294" y="86829"/>
                  </a:cubicBezTo>
                  <a:cubicBezTo>
                    <a:pt x="105176" y="95609"/>
                    <a:pt x="105176" y="95609"/>
                    <a:pt x="105176" y="95609"/>
                  </a:cubicBezTo>
                  <a:cubicBezTo>
                    <a:pt x="104470" y="101463"/>
                    <a:pt x="104470" y="101463"/>
                    <a:pt x="104470" y="101463"/>
                  </a:cubicBezTo>
                  <a:cubicBezTo>
                    <a:pt x="104470" y="111219"/>
                    <a:pt x="104470" y="111219"/>
                    <a:pt x="104470" y="111219"/>
                  </a:cubicBezTo>
                  <a:cubicBezTo>
                    <a:pt x="105176" y="117073"/>
                    <a:pt x="105176" y="117073"/>
                    <a:pt x="105176" y="117073"/>
                  </a:cubicBezTo>
                  <a:cubicBezTo>
                    <a:pt x="106588" y="120000"/>
                    <a:pt x="106588" y="120000"/>
                    <a:pt x="106588" y="120000"/>
                  </a:cubicBezTo>
                  <a:cubicBezTo>
                    <a:pt x="108000" y="113170"/>
                    <a:pt x="108000" y="113170"/>
                    <a:pt x="108000" y="113170"/>
                  </a:cubicBezTo>
                  <a:cubicBezTo>
                    <a:pt x="108705" y="102439"/>
                    <a:pt x="108705" y="102439"/>
                    <a:pt x="108705" y="102439"/>
                  </a:cubicBezTo>
                  <a:cubicBezTo>
                    <a:pt x="110823" y="99512"/>
                    <a:pt x="110823" y="99512"/>
                    <a:pt x="110823" y="99512"/>
                  </a:cubicBezTo>
                  <a:cubicBezTo>
                    <a:pt x="110823" y="96585"/>
                    <a:pt x="110823" y="96585"/>
                    <a:pt x="110823" y="96585"/>
                  </a:cubicBezTo>
                  <a:cubicBezTo>
                    <a:pt x="110823" y="94634"/>
                    <a:pt x="110823" y="94634"/>
                    <a:pt x="110823" y="94634"/>
                  </a:cubicBezTo>
                  <a:cubicBezTo>
                    <a:pt x="112941" y="92682"/>
                    <a:pt x="112941" y="92682"/>
                    <a:pt x="112941" y="92682"/>
                  </a:cubicBezTo>
                  <a:cubicBezTo>
                    <a:pt x="115058" y="88780"/>
                    <a:pt x="115058" y="88780"/>
                    <a:pt x="115058" y="88780"/>
                  </a:cubicBezTo>
                  <a:cubicBezTo>
                    <a:pt x="115058" y="80000"/>
                    <a:pt x="115058" y="80000"/>
                    <a:pt x="115058" y="80000"/>
                  </a:cubicBezTo>
                  <a:cubicBezTo>
                    <a:pt x="115058" y="77073"/>
                    <a:pt x="115058" y="77073"/>
                    <a:pt x="115058" y="77073"/>
                  </a:cubicBezTo>
                  <a:cubicBezTo>
                    <a:pt x="115058" y="73170"/>
                    <a:pt x="115058" y="73170"/>
                    <a:pt x="115058" y="73170"/>
                  </a:cubicBezTo>
                  <a:cubicBezTo>
                    <a:pt x="117882" y="69268"/>
                    <a:pt x="117882" y="69268"/>
                    <a:pt x="117882" y="69268"/>
                  </a:cubicBezTo>
                  <a:cubicBezTo>
                    <a:pt x="118588" y="72195"/>
                    <a:pt x="118588" y="72195"/>
                    <a:pt x="118588" y="72195"/>
                  </a:cubicBezTo>
                  <a:cubicBezTo>
                    <a:pt x="117882" y="75121"/>
                    <a:pt x="117882" y="75121"/>
                    <a:pt x="117882" y="75121"/>
                  </a:cubicBezTo>
                  <a:cubicBezTo>
                    <a:pt x="117882" y="75121"/>
                    <a:pt x="116470" y="78048"/>
                    <a:pt x="116470" y="78048"/>
                  </a:cubicBezTo>
                  <a:cubicBezTo>
                    <a:pt x="117176" y="79024"/>
                    <a:pt x="118588" y="80000"/>
                    <a:pt x="118588" y="80000"/>
                  </a:cubicBezTo>
                  <a:cubicBezTo>
                    <a:pt x="120000" y="75121"/>
                    <a:pt x="120000" y="75121"/>
                    <a:pt x="120000" y="75121"/>
                  </a:cubicBezTo>
                  <a:cubicBezTo>
                    <a:pt x="120000" y="66341"/>
                    <a:pt x="120000" y="66341"/>
                    <a:pt x="120000" y="66341"/>
                  </a:cubicBezTo>
                  <a:cubicBezTo>
                    <a:pt x="119294" y="52682"/>
                    <a:pt x="119294" y="52682"/>
                    <a:pt x="119294" y="52682"/>
                  </a:cubicBezTo>
                  <a:cubicBezTo>
                    <a:pt x="119294" y="52682"/>
                    <a:pt x="119294" y="52682"/>
                    <a:pt x="119294" y="52682"/>
                  </a:cubicBezTo>
                  <a:cubicBezTo>
                    <a:pt x="104470" y="55609"/>
                    <a:pt x="104470" y="55609"/>
                    <a:pt x="104470" y="55609"/>
                  </a:cubicBezTo>
                  <a:lnTo>
                    <a:pt x="94588"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9" name="Shape 1424">
              <a:extLst>
                <a:ext uri="{FF2B5EF4-FFF2-40B4-BE49-F238E27FC236}">
                  <a16:creationId xmlns:a16="http://schemas.microsoft.com/office/drawing/2014/main" id="{1F9AC7DC-F179-F748-97F8-54C45E86B0F0}"/>
                </a:ext>
              </a:extLst>
            </p:cNvPr>
            <p:cNvSpPr/>
            <p:nvPr/>
          </p:nvSpPr>
          <p:spPr>
            <a:xfrm>
              <a:off x="7411350" y="2367189"/>
              <a:ext cx="249594" cy="246220"/>
            </a:xfrm>
            <a:custGeom>
              <a:avLst/>
              <a:gdLst/>
              <a:ahLst/>
              <a:cxnLst/>
              <a:rect l="0" t="0" r="0" b="0"/>
              <a:pathLst>
                <a:path w="120000" h="120000" extrusionOk="0">
                  <a:moveTo>
                    <a:pt x="17027" y="111780"/>
                  </a:moveTo>
                  <a:lnTo>
                    <a:pt x="19459" y="111780"/>
                  </a:lnTo>
                  <a:lnTo>
                    <a:pt x="20270" y="114246"/>
                  </a:lnTo>
                  <a:lnTo>
                    <a:pt x="25135" y="118356"/>
                  </a:lnTo>
                  <a:lnTo>
                    <a:pt x="29189" y="119999"/>
                  </a:lnTo>
                  <a:lnTo>
                    <a:pt x="30810" y="119999"/>
                  </a:lnTo>
                  <a:lnTo>
                    <a:pt x="35675" y="114246"/>
                  </a:lnTo>
                  <a:lnTo>
                    <a:pt x="38918" y="116712"/>
                  </a:lnTo>
                  <a:lnTo>
                    <a:pt x="46216" y="115068"/>
                  </a:lnTo>
                  <a:lnTo>
                    <a:pt x="51891" y="110136"/>
                  </a:lnTo>
                  <a:lnTo>
                    <a:pt x="60810" y="105205"/>
                  </a:lnTo>
                  <a:lnTo>
                    <a:pt x="64054" y="102739"/>
                  </a:lnTo>
                  <a:lnTo>
                    <a:pt x="63243" y="96164"/>
                  </a:lnTo>
                  <a:lnTo>
                    <a:pt x="64054" y="92054"/>
                  </a:lnTo>
                  <a:lnTo>
                    <a:pt x="68108" y="87945"/>
                  </a:lnTo>
                  <a:lnTo>
                    <a:pt x="70540" y="81369"/>
                  </a:lnTo>
                  <a:lnTo>
                    <a:pt x="72972" y="71506"/>
                  </a:lnTo>
                  <a:lnTo>
                    <a:pt x="73783" y="65753"/>
                  </a:lnTo>
                  <a:lnTo>
                    <a:pt x="77027" y="67397"/>
                  </a:lnTo>
                  <a:lnTo>
                    <a:pt x="81081" y="69041"/>
                  </a:lnTo>
                  <a:lnTo>
                    <a:pt x="82702" y="69863"/>
                  </a:lnTo>
                  <a:lnTo>
                    <a:pt x="83513" y="68219"/>
                  </a:lnTo>
                  <a:lnTo>
                    <a:pt x="85945" y="61643"/>
                  </a:lnTo>
                  <a:lnTo>
                    <a:pt x="87567" y="58356"/>
                  </a:lnTo>
                  <a:lnTo>
                    <a:pt x="88378" y="55068"/>
                  </a:lnTo>
                  <a:lnTo>
                    <a:pt x="89189" y="55068"/>
                  </a:lnTo>
                  <a:lnTo>
                    <a:pt x="91621" y="55068"/>
                  </a:lnTo>
                  <a:lnTo>
                    <a:pt x="92432" y="56712"/>
                  </a:lnTo>
                  <a:lnTo>
                    <a:pt x="96486" y="49315"/>
                  </a:lnTo>
                  <a:lnTo>
                    <a:pt x="98918" y="46849"/>
                  </a:lnTo>
                  <a:lnTo>
                    <a:pt x="100540" y="44383"/>
                  </a:lnTo>
                  <a:lnTo>
                    <a:pt x="102162" y="38630"/>
                  </a:lnTo>
                  <a:lnTo>
                    <a:pt x="102162" y="32054"/>
                  </a:lnTo>
                  <a:lnTo>
                    <a:pt x="109459" y="36164"/>
                  </a:lnTo>
                  <a:lnTo>
                    <a:pt x="114324" y="38630"/>
                  </a:lnTo>
                  <a:lnTo>
                    <a:pt x="115945" y="38630"/>
                  </a:lnTo>
                  <a:lnTo>
                    <a:pt x="118378" y="36164"/>
                  </a:lnTo>
                  <a:lnTo>
                    <a:pt x="120000" y="35342"/>
                  </a:lnTo>
                  <a:lnTo>
                    <a:pt x="119189" y="35342"/>
                  </a:lnTo>
                  <a:lnTo>
                    <a:pt x="117567" y="29589"/>
                  </a:lnTo>
                  <a:lnTo>
                    <a:pt x="114324" y="25479"/>
                  </a:lnTo>
                  <a:lnTo>
                    <a:pt x="105405" y="23013"/>
                  </a:lnTo>
                  <a:lnTo>
                    <a:pt x="99729" y="25479"/>
                  </a:lnTo>
                  <a:lnTo>
                    <a:pt x="97297" y="25479"/>
                  </a:lnTo>
                  <a:lnTo>
                    <a:pt x="92432" y="28767"/>
                  </a:lnTo>
                  <a:lnTo>
                    <a:pt x="91621" y="27945"/>
                  </a:lnTo>
                  <a:lnTo>
                    <a:pt x="90810" y="27945"/>
                  </a:lnTo>
                  <a:lnTo>
                    <a:pt x="86756" y="32876"/>
                  </a:lnTo>
                  <a:lnTo>
                    <a:pt x="82702" y="32876"/>
                  </a:lnTo>
                  <a:lnTo>
                    <a:pt x="76216" y="41095"/>
                  </a:lnTo>
                  <a:lnTo>
                    <a:pt x="73783" y="41095"/>
                  </a:lnTo>
                  <a:lnTo>
                    <a:pt x="71351" y="27123"/>
                  </a:lnTo>
                  <a:lnTo>
                    <a:pt x="46216" y="32054"/>
                  </a:lnTo>
                  <a:lnTo>
                    <a:pt x="41351" y="0"/>
                  </a:lnTo>
                  <a:lnTo>
                    <a:pt x="38918" y="0"/>
                  </a:lnTo>
                  <a:lnTo>
                    <a:pt x="38108" y="2465"/>
                  </a:lnTo>
                  <a:lnTo>
                    <a:pt x="38918" y="4931"/>
                  </a:lnTo>
                  <a:lnTo>
                    <a:pt x="38918" y="5753"/>
                  </a:lnTo>
                  <a:lnTo>
                    <a:pt x="38918" y="12328"/>
                  </a:lnTo>
                  <a:lnTo>
                    <a:pt x="38918" y="15616"/>
                  </a:lnTo>
                  <a:lnTo>
                    <a:pt x="38108" y="18082"/>
                  </a:lnTo>
                  <a:lnTo>
                    <a:pt x="38108" y="23013"/>
                  </a:lnTo>
                  <a:lnTo>
                    <a:pt x="37297" y="29589"/>
                  </a:lnTo>
                  <a:lnTo>
                    <a:pt x="37297" y="32054"/>
                  </a:lnTo>
                  <a:lnTo>
                    <a:pt x="35675" y="36164"/>
                  </a:lnTo>
                  <a:lnTo>
                    <a:pt x="29189" y="41917"/>
                  </a:lnTo>
                  <a:lnTo>
                    <a:pt x="26756" y="45205"/>
                  </a:lnTo>
                  <a:lnTo>
                    <a:pt x="22702" y="45205"/>
                  </a:lnTo>
                  <a:lnTo>
                    <a:pt x="19459" y="50136"/>
                  </a:lnTo>
                  <a:lnTo>
                    <a:pt x="17027" y="53424"/>
                  </a:lnTo>
                  <a:lnTo>
                    <a:pt x="16216" y="61643"/>
                  </a:lnTo>
                  <a:lnTo>
                    <a:pt x="15405" y="62465"/>
                  </a:lnTo>
                  <a:lnTo>
                    <a:pt x="12162" y="59999"/>
                  </a:lnTo>
                  <a:lnTo>
                    <a:pt x="9729" y="62465"/>
                  </a:lnTo>
                  <a:lnTo>
                    <a:pt x="7297" y="71506"/>
                  </a:lnTo>
                  <a:lnTo>
                    <a:pt x="7297" y="74794"/>
                  </a:lnTo>
                  <a:lnTo>
                    <a:pt x="5675" y="77260"/>
                  </a:lnTo>
                  <a:lnTo>
                    <a:pt x="2432" y="80547"/>
                  </a:lnTo>
                  <a:lnTo>
                    <a:pt x="0" y="83013"/>
                  </a:lnTo>
                  <a:lnTo>
                    <a:pt x="2432" y="93698"/>
                  </a:lnTo>
                  <a:lnTo>
                    <a:pt x="4054" y="98630"/>
                  </a:lnTo>
                  <a:lnTo>
                    <a:pt x="8108" y="104383"/>
                  </a:lnTo>
                  <a:lnTo>
                    <a:pt x="12162" y="108493"/>
                  </a:lnTo>
                  <a:lnTo>
                    <a:pt x="15405" y="113424"/>
                  </a:lnTo>
                  <a:lnTo>
                    <a:pt x="16216" y="113424"/>
                  </a:lnTo>
                  <a:lnTo>
                    <a:pt x="17027" y="11178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0" name="Shape 1425">
              <a:extLst>
                <a:ext uri="{FF2B5EF4-FFF2-40B4-BE49-F238E27FC236}">
                  <a16:creationId xmlns:a16="http://schemas.microsoft.com/office/drawing/2014/main" id="{DECC52C8-7917-5C4A-996B-D803B27D14F2}"/>
                </a:ext>
              </a:extLst>
            </p:cNvPr>
            <p:cNvSpPr/>
            <p:nvPr/>
          </p:nvSpPr>
          <p:spPr>
            <a:xfrm>
              <a:off x="7045392" y="2498731"/>
              <a:ext cx="397999" cy="205745"/>
            </a:xfrm>
            <a:custGeom>
              <a:avLst/>
              <a:gdLst/>
              <a:ahLst/>
              <a:cxnLst/>
              <a:rect l="0" t="0" r="0" b="0"/>
              <a:pathLst>
                <a:path w="120000" h="120000" extrusionOk="0">
                  <a:moveTo>
                    <a:pt x="102711" y="92459"/>
                  </a:moveTo>
                  <a:lnTo>
                    <a:pt x="105254" y="89508"/>
                  </a:lnTo>
                  <a:lnTo>
                    <a:pt x="106779" y="87540"/>
                  </a:lnTo>
                  <a:lnTo>
                    <a:pt x="108813" y="86557"/>
                  </a:lnTo>
                  <a:lnTo>
                    <a:pt x="110338" y="77704"/>
                  </a:lnTo>
                  <a:lnTo>
                    <a:pt x="111864" y="72786"/>
                  </a:lnTo>
                  <a:lnTo>
                    <a:pt x="117457" y="68852"/>
                  </a:lnTo>
                  <a:lnTo>
                    <a:pt x="119491" y="62950"/>
                  </a:lnTo>
                  <a:lnTo>
                    <a:pt x="120000" y="59016"/>
                  </a:lnTo>
                  <a:lnTo>
                    <a:pt x="117966" y="53114"/>
                  </a:lnTo>
                  <a:lnTo>
                    <a:pt x="115423" y="48196"/>
                  </a:lnTo>
                  <a:lnTo>
                    <a:pt x="112881" y="41311"/>
                  </a:lnTo>
                  <a:lnTo>
                    <a:pt x="111864" y="35409"/>
                  </a:lnTo>
                  <a:lnTo>
                    <a:pt x="110338" y="22622"/>
                  </a:lnTo>
                  <a:lnTo>
                    <a:pt x="110847" y="21639"/>
                  </a:lnTo>
                  <a:lnTo>
                    <a:pt x="109322" y="21639"/>
                  </a:lnTo>
                  <a:lnTo>
                    <a:pt x="107288" y="17704"/>
                  </a:lnTo>
                  <a:lnTo>
                    <a:pt x="105254" y="12786"/>
                  </a:lnTo>
                  <a:lnTo>
                    <a:pt x="103728" y="9836"/>
                  </a:lnTo>
                  <a:lnTo>
                    <a:pt x="103220" y="10819"/>
                  </a:lnTo>
                  <a:lnTo>
                    <a:pt x="102203" y="11803"/>
                  </a:lnTo>
                  <a:lnTo>
                    <a:pt x="101186" y="14754"/>
                  </a:lnTo>
                  <a:lnTo>
                    <a:pt x="100677" y="15737"/>
                  </a:lnTo>
                  <a:lnTo>
                    <a:pt x="97627" y="16721"/>
                  </a:lnTo>
                  <a:lnTo>
                    <a:pt x="95084" y="14754"/>
                  </a:lnTo>
                  <a:lnTo>
                    <a:pt x="93559" y="12786"/>
                  </a:lnTo>
                  <a:lnTo>
                    <a:pt x="93050" y="13770"/>
                  </a:lnTo>
                  <a:lnTo>
                    <a:pt x="92033" y="15737"/>
                  </a:lnTo>
                  <a:lnTo>
                    <a:pt x="92033" y="16721"/>
                  </a:lnTo>
                  <a:lnTo>
                    <a:pt x="90508" y="17704"/>
                  </a:lnTo>
                  <a:lnTo>
                    <a:pt x="89491" y="15737"/>
                  </a:lnTo>
                  <a:lnTo>
                    <a:pt x="88474" y="14754"/>
                  </a:lnTo>
                  <a:lnTo>
                    <a:pt x="86949" y="13770"/>
                  </a:lnTo>
                  <a:lnTo>
                    <a:pt x="84406" y="12786"/>
                  </a:lnTo>
                  <a:lnTo>
                    <a:pt x="83898" y="10819"/>
                  </a:lnTo>
                  <a:lnTo>
                    <a:pt x="82881" y="6885"/>
                  </a:lnTo>
                  <a:lnTo>
                    <a:pt x="80847" y="3934"/>
                  </a:lnTo>
                  <a:lnTo>
                    <a:pt x="78305" y="0"/>
                  </a:lnTo>
                  <a:lnTo>
                    <a:pt x="77796" y="983"/>
                  </a:lnTo>
                  <a:lnTo>
                    <a:pt x="75254" y="2950"/>
                  </a:lnTo>
                  <a:lnTo>
                    <a:pt x="72711" y="983"/>
                  </a:lnTo>
                  <a:lnTo>
                    <a:pt x="71694" y="1967"/>
                  </a:lnTo>
                  <a:lnTo>
                    <a:pt x="72203" y="5901"/>
                  </a:lnTo>
                  <a:lnTo>
                    <a:pt x="73220" y="6885"/>
                  </a:lnTo>
                  <a:lnTo>
                    <a:pt x="72711" y="8852"/>
                  </a:lnTo>
                  <a:lnTo>
                    <a:pt x="73220" y="14754"/>
                  </a:lnTo>
                  <a:lnTo>
                    <a:pt x="72203" y="16721"/>
                  </a:lnTo>
                  <a:lnTo>
                    <a:pt x="70169" y="16721"/>
                  </a:lnTo>
                  <a:lnTo>
                    <a:pt x="68135" y="18688"/>
                  </a:lnTo>
                  <a:lnTo>
                    <a:pt x="64067" y="19672"/>
                  </a:lnTo>
                  <a:lnTo>
                    <a:pt x="63559" y="20655"/>
                  </a:lnTo>
                  <a:lnTo>
                    <a:pt x="63559" y="22622"/>
                  </a:lnTo>
                  <a:lnTo>
                    <a:pt x="63050" y="24590"/>
                  </a:lnTo>
                  <a:lnTo>
                    <a:pt x="63050" y="28524"/>
                  </a:lnTo>
                  <a:lnTo>
                    <a:pt x="62033" y="32459"/>
                  </a:lnTo>
                  <a:lnTo>
                    <a:pt x="61016" y="36393"/>
                  </a:lnTo>
                  <a:lnTo>
                    <a:pt x="60000" y="38360"/>
                  </a:lnTo>
                  <a:lnTo>
                    <a:pt x="58474" y="38360"/>
                  </a:lnTo>
                  <a:lnTo>
                    <a:pt x="56949" y="43278"/>
                  </a:lnTo>
                  <a:lnTo>
                    <a:pt x="56949" y="46229"/>
                  </a:lnTo>
                  <a:lnTo>
                    <a:pt x="55932" y="50163"/>
                  </a:lnTo>
                  <a:lnTo>
                    <a:pt x="52881" y="51147"/>
                  </a:lnTo>
                  <a:lnTo>
                    <a:pt x="52372" y="50163"/>
                  </a:lnTo>
                  <a:lnTo>
                    <a:pt x="50847" y="47213"/>
                  </a:lnTo>
                  <a:lnTo>
                    <a:pt x="50338" y="43278"/>
                  </a:lnTo>
                  <a:lnTo>
                    <a:pt x="49322" y="43278"/>
                  </a:lnTo>
                  <a:lnTo>
                    <a:pt x="48813" y="47213"/>
                  </a:lnTo>
                  <a:lnTo>
                    <a:pt x="47288" y="50163"/>
                  </a:lnTo>
                  <a:lnTo>
                    <a:pt x="47288" y="54098"/>
                  </a:lnTo>
                  <a:lnTo>
                    <a:pt x="46779" y="57049"/>
                  </a:lnTo>
                  <a:lnTo>
                    <a:pt x="44745" y="56065"/>
                  </a:lnTo>
                  <a:lnTo>
                    <a:pt x="43728" y="54098"/>
                  </a:lnTo>
                  <a:lnTo>
                    <a:pt x="41694" y="54098"/>
                  </a:lnTo>
                  <a:lnTo>
                    <a:pt x="40677" y="55081"/>
                  </a:lnTo>
                  <a:lnTo>
                    <a:pt x="38644" y="56065"/>
                  </a:lnTo>
                  <a:lnTo>
                    <a:pt x="38644" y="60000"/>
                  </a:lnTo>
                  <a:lnTo>
                    <a:pt x="38135" y="60983"/>
                  </a:lnTo>
                  <a:lnTo>
                    <a:pt x="36101" y="59016"/>
                  </a:lnTo>
                  <a:lnTo>
                    <a:pt x="34576" y="56065"/>
                  </a:lnTo>
                  <a:lnTo>
                    <a:pt x="32033" y="56065"/>
                  </a:lnTo>
                  <a:lnTo>
                    <a:pt x="30508" y="56065"/>
                  </a:lnTo>
                  <a:lnTo>
                    <a:pt x="28983" y="60000"/>
                  </a:lnTo>
                  <a:lnTo>
                    <a:pt x="24915" y="60000"/>
                  </a:lnTo>
                  <a:lnTo>
                    <a:pt x="24915" y="64918"/>
                  </a:lnTo>
                  <a:lnTo>
                    <a:pt x="23389" y="64918"/>
                  </a:lnTo>
                  <a:lnTo>
                    <a:pt x="21864" y="65901"/>
                  </a:lnTo>
                  <a:lnTo>
                    <a:pt x="21864" y="69836"/>
                  </a:lnTo>
                  <a:lnTo>
                    <a:pt x="21864" y="70819"/>
                  </a:lnTo>
                  <a:lnTo>
                    <a:pt x="21864" y="73770"/>
                  </a:lnTo>
                  <a:lnTo>
                    <a:pt x="22372" y="76721"/>
                  </a:lnTo>
                  <a:lnTo>
                    <a:pt x="21355" y="77704"/>
                  </a:lnTo>
                  <a:lnTo>
                    <a:pt x="18305" y="79672"/>
                  </a:lnTo>
                  <a:lnTo>
                    <a:pt x="16779" y="81639"/>
                  </a:lnTo>
                  <a:lnTo>
                    <a:pt x="16779" y="86557"/>
                  </a:lnTo>
                  <a:lnTo>
                    <a:pt x="17796" y="91475"/>
                  </a:lnTo>
                  <a:lnTo>
                    <a:pt x="16779" y="92459"/>
                  </a:lnTo>
                  <a:lnTo>
                    <a:pt x="15254" y="92459"/>
                  </a:lnTo>
                  <a:lnTo>
                    <a:pt x="13728" y="92459"/>
                  </a:lnTo>
                  <a:lnTo>
                    <a:pt x="11694" y="89508"/>
                  </a:lnTo>
                  <a:lnTo>
                    <a:pt x="9661" y="87540"/>
                  </a:lnTo>
                  <a:lnTo>
                    <a:pt x="8644" y="88524"/>
                  </a:lnTo>
                  <a:lnTo>
                    <a:pt x="7118" y="91475"/>
                  </a:lnTo>
                  <a:lnTo>
                    <a:pt x="5593" y="92459"/>
                  </a:lnTo>
                  <a:lnTo>
                    <a:pt x="5084" y="95409"/>
                  </a:lnTo>
                  <a:lnTo>
                    <a:pt x="5084" y="98360"/>
                  </a:lnTo>
                  <a:lnTo>
                    <a:pt x="7118" y="100327"/>
                  </a:lnTo>
                  <a:lnTo>
                    <a:pt x="7118" y="102295"/>
                  </a:lnTo>
                  <a:lnTo>
                    <a:pt x="7118" y="105245"/>
                  </a:lnTo>
                  <a:lnTo>
                    <a:pt x="7118" y="110163"/>
                  </a:lnTo>
                  <a:lnTo>
                    <a:pt x="6101" y="113114"/>
                  </a:lnTo>
                  <a:lnTo>
                    <a:pt x="5084" y="114098"/>
                  </a:lnTo>
                  <a:lnTo>
                    <a:pt x="3559" y="114098"/>
                  </a:lnTo>
                  <a:lnTo>
                    <a:pt x="2542" y="115081"/>
                  </a:lnTo>
                  <a:lnTo>
                    <a:pt x="2542" y="115081"/>
                  </a:lnTo>
                  <a:lnTo>
                    <a:pt x="2033" y="115081"/>
                  </a:lnTo>
                  <a:lnTo>
                    <a:pt x="0" y="115081"/>
                  </a:lnTo>
                  <a:lnTo>
                    <a:pt x="0" y="116065"/>
                  </a:lnTo>
                  <a:lnTo>
                    <a:pt x="0" y="119016"/>
                  </a:lnTo>
                  <a:lnTo>
                    <a:pt x="0" y="120000"/>
                  </a:lnTo>
                  <a:lnTo>
                    <a:pt x="1016" y="119016"/>
                  </a:lnTo>
                  <a:lnTo>
                    <a:pt x="26440" y="118032"/>
                  </a:lnTo>
                  <a:lnTo>
                    <a:pt x="25423" y="109180"/>
                  </a:lnTo>
                  <a:lnTo>
                    <a:pt x="72711" y="103278"/>
                  </a:lnTo>
                  <a:lnTo>
                    <a:pt x="97627" y="98360"/>
                  </a:lnTo>
                  <a:lnTo>
                    <a:pt x="100677" y="95409"/>
                  </a:lnTo>
                  <a:lnTo>
                    <a:pt x="102711" y="9245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1" name="Shape 1426">
              <a:extLst>
                <a:ext uri="{FF2B5EF4-FFF2-40B4-BE49-F238E27FC236}">
                  <a16:creationId xmlns:a16="http://schemas.microsoft.com/office/drawing/2014/main" id="{4A8AE5F7-F9BD-F143-9B4A-83ECC1E6569C}"/>
                </a:ext>
              </a:extLst>
            </p:cNvPr>
            <p:cNvSpPr/>
            <p:nvPr/>
          </p:nvSpPr>
          <p:spPr>
            <a:xfrm>
              <a:off x="6706417" y="2426214"/>
              <a:ext cx="362584" cy="315364"/>
            </a:xfrm>
            <a:custGeom>
              <a:avLst/>
              <a:gdLst/>
              <a:ahLst/>
              <a:cxnLst/>
              <a:rect l="0" t="0" r="0" b="0"/>
              <a:pathLst>
                <a:path w="120000" h="120000" extrusionOk="0">
                  <a:moveTo>
                    <a:pt x="112440" y="104796"/>
                  </a:moveTo>
                  <a:cubicBezTo>
                    <a:pt x="112440" y="103167"/>
                    <a:pt x="112440" y="103167"/>
                    <a:pt x="112440" y="103167"/>
                  </a:cubicBezTo>
                  <a:cubicBezTo>
                    <a:pt x="112440" y="102624"/>
                    <a:pt x="112440" y="102624"/>
                    <a:pt x="112440" y="102624"/>
                  </a:cubicBezTo>
                  <a:cubicBezTo>
                    <a:pt x="114330" y="102624"/>
                    <a:pt x="114330" y="102624"/>
                    <a:pt x="114330" y="102624"/>
                  </a:cubicBezTo>
                  <a:cubicBezTo>
                    <a:pt x="114803" y="102624"/>
                    <a:pt x="114803" y="102624"/>
                    <a:pt x="114803" y="102624"/>
                  </a:cubicBezTo>
                  <a:cubicBezTo>
                    <a:pt x="115275" y="102081"/>
                    <a:pt x="115275" y="102081"/>
                    <a:pt x="115275" y="102081"/>
                  </a:cubicBezTo>
                  <a:cubicBezTo>
                    <a:pt x="116220" y="101538"/>
                    <a:pt x="116220" y="101538"/>
                    <a:pt x="116220" y="101538"/>
                  </a:cubicBezTo>
                  <a:cubicBezTo>
                    <a:pt x="117637" y="101538"/>
                    <a:pt x="117637" y="101538"/>
                    <a:pt x="117637" y="101538"/>
                  </a:cubicBezTo>
                  <a:cubicBezTo>
                    <a:pt x="119055" y="100995"/>
                    <a:pt x="119055" y="100995"/>
                    <a:pt x="119055" y="100995"/>
                  </a:cubicBezTo>
                  <a:cubicBezTo>
                    <a:pt x="120000" y="99366"/>
                    <a:pt x="120000" y="99366"/>
                    <a:pt x="120000" y="99366"/>
                  </a:cubicBezTo>
                  <a:cubicBezTo>
                    <a:pt x="120000" y="96108"/>
                    <a:pt x="120000" y="96108"/>
                    <a:pt x="120000" y="96108"/>
                  </a:cubicBezTo>
                  <a:cubicBezTo>
                    <a:pt x="120000" y="93936"/>
                    <a:pt x="120000" y="93936"/>
                    <a:pt x="120000" y="93936"/>
                  </a:cubicBezTo>
                  <a:cubicBezTo>
                    <a:pt x="120000" y="92850"/>
                    <a:pt x="120000" y="92850"/>
                    <a:pt x="120000" y="92850"/>
                  </a:cubicBezTo>
                  <a:cubicBezTo>
                    <a:pt x="118110" y="91221"/>
                    <a:pt x="118110" y="91221"/>
                    <a:pt x="118110" y="91221"/>
                  </a:cubicBezTo>
                  <a:cubicBezTo>
                    <a:pt x="118110" y="89592"/>
                    <a:pt x="118110" y="89592"/>
                    <a:pt x="118110" y="89592"/>
                  </a:cubicBezTo>
                  <a:cubicBezTo>
                    <a:pt x="118582" y="87420"/>
                    <a:pt x="118582" y="87420"/>
                    <a:pt x="118582" y="87420"/>
                  </a:cubicBezTo>
                  <a:cubicBezTo>
                    <a:pt x="116220" y="87420"/>
                    <a:pt x="116220" y="87420"/>
                    <a:pt x="116220" y="87420"/>
                  </a:cubicBezTo>
                  <a:cubicBezTo>
                    <a:pt x="114803" y="90135"/>
                    <a:pt x="114803" y="90135"/>
                    <a:pt x="114803" y="90135"/>
                  </a:cubicBezTo>
                  <a:cubicBezTo>
                    <a:pt x="114803" y="87420"/>
                    <a:pt x="114803" y="87420"/>
                    <a:pt x="114803" y="87420"/>
                  </a:cubicBezTo>
                  <a:cubicBezTo>
                    <a:pt x="112440" y="84705"/>
                    <a:pt x="112440" y="84705"/>
                    <a:pt x="112440" y="84705"/>
                  </a:cubicBezTo>
                  <a:cubicBezTo>
                    <a:pt x="112913" y="82533"/>
                    <a:pt x="112913" y="82533"/>
                    <a:pt x="112913" y="82533"/>
                  </a:cubicBezTo>
                  <a:cubicBezTo>
                    <a:pt x="113385" y="79276"/>
                    <a:pt x="113385" y="79276"/>
                    <a:pt x="113385" y="79276"/>
                  </a:cubicBezTo>
                  <a:cubicBezTo>
                    <a:pt x="111496" y="73303"/>
                    <a:pt x="111496" y="73303"/>
                    <a:pt x="111496" y="73303"/>
                  </a:cubicBezTo>
                  <a:cubicBezTo>
                    <a:pt x="109606" y="71131"/>
                    <a:pt x="109606" y="71131"/>
                    <a:pt x="109606" y="71131"/>
                  </a:cubicBezTo>
                  <a:cubicBezTo>
                    <a:pt x="103464" y="66244"/>
                    <a:pt x="103464" y="66244"/>
                    <a:pt x="103464" y="66244"/>
                  </a:cubicBezTo>
                  <a:cubicBezTo>
                    <a:pt x="102047" y="67330"/>
                    <a:pt x="102047" y="67330"/>
                    <a:pt x="102047" y="67330"/>
                  </a:cubicBezTo>
                  <a:cubicBezTo>
                    <a:pt x="98267" y="64072"/>
                    <a:pt x="98267" y="64072"/>
                    <a:pt x="98267" y="64072"/>
                  </a:cubicBezTo>
                  <a:cubicBezTo>
                    <a:pt x="95433" y="60814"/>
                    <a:pt x="95433" y="60814"/>
                    <a:pt x="95433" y="60814"/>
                  </a:cubicBezTo>
                  <a:cubicBezTo>
                    <a:pt x="95433" y="57556"/>
                    <a:pt x="95433" y="57556"/>
                    <a:pt x="95433" y="57556"/>
                  </a:cubicBezTo>
                  <a:cubicBezTo>
                    <a:pt x="96377" y="54298"/>
                    <a:pt x="96377" y="54298"/>
                    <a:pt x="96377" y="54298"/>
                  </a:cubicBezTo>
                  <a:cubicBezTo>
                    <a:pt x="96850" y="52126"/>
                    <a:pt x="96850" y="52126"/>
                    <a:pt x="96850" y="52126"/>
                  </a:cubicBezTo>
                  <a:cubicBezTo>
                    <a:pt x="97322" y="49411"/>
                    <a:pt x="97322" y="49411"/>
                    <a:pt x="97322" y="49411"/>
                  </a:cubicBezTo>
                  <a:cubicBezTo>
                    <a:pt x="98740" y="45610"/>
                    <a:pt x="98740" y="45610"/>
                    <a:pt x="98740" y="45610"/>
                  </a:cubicBezTo>
                  <a:cubicBezTo>
                    <a:pt x="97322" y="43438"/>
                    <a:pt x="97322" y="43438"/>
                    <a:pt x="97322" y="43438"/>
                  </a:cubicBezTo>
                  <a:cubicBezTo>
                    <a:pt x="95433" y="41266"/>
                    <a:pt x="95433" y="41266"/>
                    <a:pt x="95433" y="41266"/>
                  </a:cubicBezTo>
                  <a:cubicBezTo>
                    <a:pt x="92598" y="41266"/>
                    <a:pt x="92598" y="41266"/>
                    <a:pt x="92598" y="41266"/>
                  </a:cubicBezTo>
                  <a:cubicBezTo>
                    <a:pt x="91181" y="42352"/>
                    <a:pt x="91181" y="42352"/>
                    <a:pt x="91181" y="42352"/>
                  </a:cubicBezTo>
                  <a:cubicBezTo>
                    <a:pt x="90236" y="43981"/>
                    <a:pt x="90236" y="43981"/>
                    <a:pt x="90236" y="43981"/>
                  </a:cubicBezTo>
                  <a:cubicBezTo>
                    <a:pt x="87874" y="41266"/>
                    <a:pt x="87874" y="41266"/>
                    <a:pt x="87874" y="41266"/>
                  </a:cubicBezTo>
                  <a:cubicBezTo>
                    <a:pt x="87874" y="36380"/>
                    <a:pt x="87874" y="36380"/>
                    <a:pt x="87874" y="36380"/>
                  </a:cubicBezTo>
                  <a:cubicBezTo>
                    <a:pt x="85511" y="32579"/>
                    <a:pt x="85511" y="32579"/>
                    <a:pt x="85511" y="32579"/>
                  </a:cubicBezTo>
                  <a:cubicBezTo>
                    <a:pt x="77007" y="24434"/>
                    <a:pt x="77007" y="24434"/>
                    <a:pt x="77007" y="24434"/>
                  </a:cubicBezTo>
                  <a:cubicBezTo>
                    <a:pt x="73700" y="17918"/>
                    <a:pt x="73700" y="17918"/>
                    <a:pt x="73700" y="17918"/>
                  </a:cubicBezTo>
                  <a:cubicBezTo>
                    <a:pt x="73700" y="11945"/>
                    <a:pt x="73700" y="11945"/>
                    <a:pt x="73700" y="11945"/>
                  </a:cubicBezTo>
                  <a:cubicBezTo>
                    <a:pt x="73700" y="5972"/>
                    <a:pt x="73700" y="5972"/>
                    <a:pt x="73700" y="5972"/>
                  </a:cubicBezTo>
                  <a:cubicBezTo>
                    <a:pt x="74645" y="5429"/>
                    <a:pt x="74645" y="5429"/>
                    <a:pt x="74645" y="5429"/>
                  </a:cubicBezTo>
                  <a:cubicBezTo>
                    <a:pt x="68976" y="0"/>
                    <a:pt x="68976" y="0"/>
                    <a:pt x="68976" y="0"/>
                  </a:cubicBezTo>
                  <a:cubicBezTo>
                    <a:pt x="0" y="1085"/>
                    <a:pt x="0" y="1085"/>
                    <a:pt x="0" y="1085"/>
                  </a:cubicBezTo>
                  <a:cubicBezTo>
                    <a:pt x="472" y="2171"/>
                    <a:pt x="472" y="2171"/>
                    <a:pt x="472" y="2171"/>
                  </a:cubicBezTo>
                  <a:cubicBezTo>
                    <a:pt x="1889" y="3257"/>
                    <a:pt x="1889" y="3257"/>
                    <a:pt x="1889" y="3257"/>
                  </a:cubicBezTo>
                  <a:cubicBezTo>
                    <a:pt x="2362" y="5972"/>
                    <a:pt x="2362" y="5972"/>
                    <a:pt x="2362" y="5972"/>
                  </a:cubicBezTo>
                  <a:cubicBezTo>
                    <a:pt x="1417" y="7058"/>
                    <a:pt x="1417" y="7058"/>
                    <a:pt x="1417" y="7058"/>
                  </a:cubicBezTo>
                  <a:cubicBezTo>
                    <a:pt x="2362" y="8687"/>
                    <a:pt x="2362" y="8687"/>
                    <a:pt x="2362" y="8687"/>
                  </a:cubicBezTo>
                  <a:cubicBezTo>
                    <a:pt x="2362" y="8687"/>
                    <a:pt x="1889" y="8687"/>
                    <a:pt x="2362" y="9230"/>
                  </a:cubicBezTo>
                  <a:cubicBezTo>
                    <a:pt x="2834" y="9773"/>
                    <a:pt x="5196" y="10316"/>
                    <a:pt x="5196" y="10316"/>
                  </a:cubicBezTo>
                  <a:cubicBezTo>
                    <a:pt x="5669" y="13574"/>
                    <a:pt x="5669" y="13574"/>
                    <a:pt x="5669" y="13574"/>
                  </a:cubicBezTo>
                  <a:cubicBezTo>
                    <a:pt x="6614" y="15746"/>
                    <a:pt x="6614" y="15746"/>
                    <a:pt x="6614" y="15746"/>
                  </a:cubicBezTo>
                  <a:cubicBezTo>
                    <a:pt x="6614" y="15746"/>
                    <a:pt x="6614" y="15746"/>
                    <a:pt x="6614" y="15746"/>
                  </a:cubicBezTo>
                  <a:cubicBezTo>
                    <a:pt x="8503" y="19004"/>
                    <a:pt x="8503" y="19004"/>
                    <a:pt x="8503" y="19004"/>
                  </a:cubicBezTo>
                  <a:cubicBezTo>
                    <a:pt x="9448" y="21176"/>
                    <a:pt x="9448" y="21176"/>
                    <a:pt x="9448" y="21176"/>
                  </a:cubicBezTo>
                  <a:cubicBezTo>
                    <a:pt x="13700" y="21176"/>
                    <a:pt x="13700" y="21176"/>
                    <a:pt x="13700" y="21176"/>
                  </a:cubicBezTo>
                  <a:cubicBezTo>
                    <a:pt x="14645" y="21176"/>
                    <a:pt x="14645" y="21176"/>
                    <a:pt x="14645" y="21176"/>
                  </a:cubicBezTo>
                  <a:cubicBezTo>
                    <a:pt x="14645" y="23891"/>
                    <a:pt x="14645" y="23891"/>
                    <a:pt x="14645" y="23891"/>
                  </a:cubicBezTo>
                  <a:cubicBezTo>
                    <a:pt x="13228" y="27149"/>
                    <a:pt x="13228" y="27149"/>
                    <a:pt x="13228" y="27149"/>
                  </a:cubicBezTo>
                  <a:cubicBezTo>
                    <a:pt x="11811" y="29864"/>
                    <a:pt x="11811" y="29864"/>
                    <a:pt x="11811" y="29864"/>
                  </a:cubicBezTo>
                  <a:cubicBezTo>
                    <a:pt x="14645" y="33122"/>
                    <a:pt x="14645" y="33122"/>
                    <a:pt x="14645" y="33122"/>
                  </a:cubicBezTo>
                  <a:cubicBezTo>
                    <a:pt x="15590" y="36380"/>
                    <a:pt x="15590" y="36380"/>
                    <a:pt x="15590" y="36380"/>
                  </a:cubicBezTo>
                  <a:cubicBezTo>
                    <a:pt x="17007" y="37466"/>
                    <a:pt x="17007" y="37466"/>
                    <a:pt x="17007" y="37466"/>
                  </a:cubicBezTo>
                  <a:cubicBezTo>
                    <a:pt x="19842" y="39095"/>
                    <a:pt x="19842" y="39095"/>
                    <a:pt x="19842" y="39095"/>
                  </a:cubicBezTo>
                  <a:cubicBezTo>
                    <a:pt x="19842" y="95565"/>
                    <a:pt x="19842" y="95565"/>
                    <a:pt x="19842" y="95565"/>
                  </a:cubicBezTo>
                  <a:cubicBezTo>
                    <a:pt x="19842" y="109140"/>
                    <a:pt x="19842" y="109140"/>
                    <a:pt x="19842" y="109140"/>
                  </a:cubicBezTo>
                  <a:cubicBezTo>
                    <a:pt x="101574" y="106968"/>
                    <a:pt x="101574" y="106968"/>
                    <a:pt x="101574" y="106968"/>
                  </a:cubicBezTo>
                  <a:cubicBezTo>
                    <a:pt x="102047" y="110226"/>
                    <a:pt x="102047" y="110226"/>
                    <a:pt x="102047" y="110226"/>
                  </a:cubicBezTo>
                  <a:cubicBezTo>
                    <a:pt x="96850" y="120000"/>
                    <a:pt x="96850" y="120000"/>
                    <a:pt x="96850" y="120000"/>
                  </a:cubicBezTo>
                  <a:cubicBezTo>
                    <a:pt x="110078" y="118914"/>
                    <a:pt x="110078" y="118914"/>
                    <a:pt x="110078" y="118914"/>
                  </a:cubicBezTo>
                  <a:cubicBezTo>
                    <a:pt x="110551" y="117285"/>
                    <a:pt x="110551" y="117285"/>
                    <a:pt x="110551" y="117285"/>
                  </a:cubicBezTo>
                  <a:cubicBezTo>
                    <a:pt x="111496" y="115656"/>
                    <a:pt x="111496" y="115656"/>
                    <a:pt x="111496" y="115656"/>
                  </a:cubicBezTo>
                  <a:cubicBezTo>
                    <a:pt x="111496" y="115656"/>
                    <a:pt x="112440" y="115113"/>
                    <a:pt x="111968" y="114570"/>
                  </a:cubicBezTo>
                  <a:cubicBezTo>
                    <a:pt x="111968" y="114027"/>
                    <a:pt x="111023" y="112398"/>
                    <a:pt x="111023" y="112398"/>
                  </a:cubicBezTo>
                  <a:cubicBezTo>
                    <a:pt x="110551" y="111855"/>
                    <a:pt x="110551" y="111855"/>
                    <a:pt x="110551" y="111855"/>
                  </a:cubicBezTo>
                  <a:cubicBezTo>
                    <a:pt x="111023" y="110769"/>
                    <a:pt x="111023" y="110769"/>
                    <a:pt x="111023" y="110769"/>
                  </a:cubicBezTo>
                  <a:cubicBezTo>
                    <a:pt x="111968" y="110226"/>
                    <a:pt x="111968" y="110226"/>
                    <a:pt x="111968" y="110226"/>
                  </a:cubicBezTo>
                  <a:cubicBezTo>
                    <a:pt x="112440" y="108597"/>
                    <a:pt x="112440" y="108597"/>
                    <a:pt x="112440" y="108597"/>
                  </a:cubicBezTo>
                  <a:cubicBezTo>
                    <a:pt x="112440" y="106968"/>
                    <a:pt x="112440" y="106968"/>
                    <a:pt x="112440" y="106968"/>
                  </a:cubicBezTo>
                  <a:cubicBezTo>
                    <a:pt x="112440" y="105339"/>
                    <a:pt x="112440" y="105339"/>
                    <a:pt x="112440" y="105339"/>
                  </a:cubicBezTo>
                  <a:lnTo>
                    <a:pt x="112440" y="10479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2" name="Shape 1427">
              <a:extLst>
                <a:ext uri="{FF2B5EF4-FFF2-40B4-BE49-F238E27FC236}">
                  <a16:creationId xmlns:a16="http://schemas.microsoft.com/office/drawing/2014/main" id="{0F63C403-C1DB-E14A-87A2-AA6B3DD8C27F}"/>
                </a:ext>
              </a:extLst>
            </p:cNvPr>
            <p:cNvSpPr/>
            <p:nvPr/>
          </p:nvSpPr>
          <p:spPr>
            <a:xfrm>
              <a:off x="6642332" y="1820781"/>
              <a:ext cx="350780" cy="408118"/>
            </a:xfrm>
            <a:custGeom>
              <a:avLst/>
              <a:gdLst/>
              <a:ahLst/>
              <a:cxnLst/>
              <a:rect l="0" t="0" r="0" b="0"/>
              <a:pathLst>
                <a:path w="120000" h="120000" extrusionOk="0">
                  <a:moveTo>
                    <a:pt x="73846" y="69917"/>
                  </a:moveTo>
                  <a:lnTo>
                    <a:pt x="80192" y="66942"/>
                  </a:lnTo>
                  <a:lnTo>
                    <a:pt x="80192" y="55041"/>
                  </a:lnTo>
                  <a:lnTo>
                    <a:pt x="83076" y="53057"/>
                  </a:lnTo>
                  <a:lnTo>
                    <a:pt x="92884" y="45123"/>
                  </a:lnTo>
                  <a:lnTo>
                    <a:pt x="97500" y="39669"/>
                  </a:lnTo>
                  <a:lnTo>
                    <a:pt x="106730" y="34214"/>
                  </a:lnTo>
                  <a:lnTo>
                    <a:pt x="120000" y="27272"/>
                  </a:lnTo>
                  <a:lnTo>
                    <a:pt x="115384" y="26280"/>
                  </a:lnTo>
                  <a:lnTo>
                    <a:pt x="105576" y="25785"/>
                  </a:lnTo>
                  <a:lnTo>
                    <a:pt x="97500" y="24297"/>
                  </a:lnTo>
                  <a:lnTo>
                    <a:pt x="95769" y="25785"/>
                  </a:lnTo>
                  <a:lnTo>
                    <a:pt x="93461" y="27272"/>
                  </a:lnTo>
                  <a:lnTo>
                    <a:pt x="88846" y="27272"/>
                  </a:lnTo>
                  <a:lnTo>
                    <a:pt x="87115" y="25289"/>
                  </a:lnTo>
                  <a:lnTo>
                    <a:pt x="84807" y="23801"/>
                  </a:lnTo>
                  <a:lnTo>
                    <a:pt x="78461" y="22314"/>
                  </a:lnTo>
                  <a:lnTo>
                    <a:pt x="76730" y="22314"/>
                  </a:lnTo>
                  <a:lnTo>
                    <a:pt x="74423" y="21322"/>
                  </a:lnTo>
                  <a:lnTo>
                    <a:pt x="73846" y="20826"/>
                  </a:lnTo>
                  <a:lnTo>
                    <a:pt x="68653" y="20330"/>
                  </a:lnTo>
                  <a:lnTo>
                    <a:pt x="65769" y="17851"/>
                  </a:lnTo>
                  <a:lnTo>
                    <a:pt x="69230" y="19338"/>
                  </a:lnTo>
                  <a:lnTo>
                    <a:pt x="70961" y="17851"/>
                  </a:lnTo>
                  <a:lnTo>
                    <a:pt x="68653" y="17355"/>
                  </a:lnTo>
                  <a:lnTo>
                    <a:pt x="65769" y="17355"/>
                  </a:lnTo>
                  <a:lnTo>
                    <a:pt x="62884" y="17355"/>
                  </a:lnTo>
                  <a:lnTo>
                    <a:pt x="60576" y="17355"/>
                  </a:lnTo>
                  <a:lnTo>
                    <a:pt x="57692" y="17355"/>
                  </a:lnTo>
                  <a:lnTo>
                    <a:pt x="55961" y="19338"/>
                  </a:lnTo>
                  <a:lnTo>
                    <a:pt x="53653" y="19338"/>
                  </a:lnTo>
                  <a:lnTo>
                    <a:pt x="50192" y="16859"/>
                  </a:lnTo>
                  <a:lnTo>
                    <a:pt x="48461" y="16859"/>
                  </a:lnTo>
                  <a:lnTo>
                    <a:pt x="46153" y="16859"/>
                  </a:lnTo>
                  <a:lnTo>
                    <a:pt x="42115" y="15867"/>
                  </a:lnTo>
                  <a:lnTo>
                    <a:pt x="39230" y="11900"/>
                  </a:lnTo>
                  <a:lnTo>
                    <a:pt x="39230" y="11900"/>
                  </a:lnTo>
                  <a:lnTo>
                    <a:pt x="38076" y="9917"/>
                  </a:lnTo>
                  <a:lnTo>
                    <a:pt x="35769" y="9917"/>
                  </a:lnTo>
                  <a:lnTo>
                    <a:pt x="33461" y="9917"/>
                  </a:lnTo>
                  <a:lnTo>
                    <a:pt x="31730" y="9917"/>
                  </a:lnTo>
                  <a:lnTo>
                    <a:pt x="31153" y="7933"/>
                  </a:lnTo>
                  <a:lnTo>
                    <a:pt x="32884" y="5950"/>
                  </a:lnTo>
                  <a:lnTo>
                    <a:pt x="33461" y="3966"/>
                  </a:lnTo>
                  <a:lnTo>
                    <a:pt x="35769" y="2479"/>
                  </a:lnTo>
                  <a:lnTo>
                    <a:pt x="34615" y="991"/>
                  </a:lnTo>
                  <a:lnTo>
                    <a:pt x="34615" y="991"/>
                  </a:lnTo>
                  <a:lnTo>
                    <a:pt x="32307" y="0"/>
                  </a:lnTo>
                  <a:lnTo>
                    <a:pt x="32307" y="4958"/>
                  </a:lnTo>
                  <a:lnTo>
                    <a:pt x="31153" y="5950"/>
                  </a:lnTo>
                  <a:lnTo>
                    <a:pt x="30000" y="7933"/>
                  </a:lnTo>
                  <a:lnTo>
                    <a:pt x="0" y="7933"/>
                  </a:lnTo>
                  <a:lnTo>
                    <a:pt x="576" y="9917"/>
                  </a:lnTo>
                  <a:lnTo>
                    <a:pt x="576" y="11404"/>
                  </a:lnTo>
                  <a:lnTo>
                    <a:pt x="576" y="11900"/>
                  </a:lnTo>
                  <a:lnTo>
                    <a:pt x="2307" y="12892"/>
                  </a:lnTo>
                  <a:lnTo>
                    <a:pt x="2307" y="14876"/>
                  </a:lnTo>
                  <a:lnTo>
                    <a:pt x="1730" y="15371"/>
                  </a:lnTo>
                  <a:lnTo>
                    <a:pt x="576" y="16363"/>
                  </a:lnTo>
                  <a:lnTo>
                    <a:pt x="576" y="16859"/>
                  </a:lnTo>
                  <a:lnTo>
                    <a:pt x="576" y="18842"/>
                  </a:lnTo>
                  <a:lnTo>
                    <a:pt x="1153" y="19834"/>
                  </a:lnTo>
                  <a:lnTo>
                    <a:pt x="1730" y="22314"/>
                  </a:lnTo>
                  <a:lnTo>
                    <a:pt x="576" y="25289"/>
                  </a:lnTo>
                  <a:lnTo>
                    <a:pt x="1730" y="27768"/>
                  </a:lnTo>
                  <a:lnTo>
                    <a:pt x="3461" y="31735"/>
                  </a:lnTo>
                  <a:lnTo>
                    <a:pt x="5192" y="34710"/>
                  </a:lnTo>
                  <a:lnTo>
                    <a:pt x="5192" y="38677"/>
                  </a:lnTo>
                  <a:lnTo>
                    <a:pt x="5769" y="45619"/>
                  </a:lnTo>
                  <a:lnTo>
                    <a:pt x="5769" y="51570"/>
                  </a:lnTo>
                  <a:lnTo>
                    <a:pt x="5769" y="55537"/>
                  </a:lnTo>
                  <a:lnTo>
                    <a:pt x="6923" y="56528"/>
                  </a:lnTo>
                  <a:lnTo>
                    <a:pt x="6923" y="57520"/>
                  </a:lnTo>
                  <a:lnTo>
                    <a:pt x="6923" y="60495"/>
                  </a:lnTo>
                  <a:lnTo>
                    <a:pt x="8653" y="61487"/>
                  </a:lnTo>
                  <a:lnTo>
                    <a:pt x="9807" y="62975"/>
                  </a:lnTo>
                  <a:lnTo>
                    <a:pt x="10384" y="65454"/>
                  </a:lnTo>
                  <a:lnTo>
                    <a:pt x="10384" y="67438"/>
                  </a:lnTo>
                  <a:lnTo>
                    <a:pt x="10384" y="69917"/>
                  </a:lnTo>
                  <a:lnTo>
                    <a:pt x="9230" y="70413"/>
                  </a:lnTo>
                  <a:lnTo>
                    <a:pt x="9230" y="70413"/>
                  </a:lnTo>
                  <a:lnTo>
                    <a:pt x="9807" y="71404"/>
                  </a:lnTo>
                  <a:lnTo>
                    <a:pt x="7500" y="72892"/>
                  </a:lnTo>
                  <a:lnTo>
                    <a:pt x="6346" y="74380"/>
                  </a:lnTo>
                  <a:lnTo>
                    <a:pt x="4615" y="75371"/>
                  </a:lnTo>
                  <a:lnTo>
                    <a:pt x="4615" y="76363"/>
                  </a:lnTo>
                  <a:lnTo>
                    <a:pt x="4615" y="77355"/>
                  </a:lnTo>
                  <a:lnTo>
                    <a:pt x="5192" y="78347"/>
                  </a:lnTo>
                  <a:lnTo>
                    <a:pt x="6923" y="79338"/>
                  </a:lnTo>
                  <a:lnTo>
                    <a:pt x="6923" y="80826"/>
                  </a:lnTo>
                  <a:lnTo>
                    <a:pt x="9807" y="81322"/>
                  </a:lnTo>
                  <a:lnTo>
                    <a:pt x="10384" y="82809"/>
                  </a:lnTo>
                  <a:lnTo>
                    <a:pt x="12115" y="83801"/>
                  </a:lnTo>
                  <a:lnTo>
                    <a:pt x="10384" y="120000"/>
                  </a:lnTo>
                  <a:lnTo>
                    <a:pt x="99230" y="118512"/>
                  </a:lnTo>
                  <a:lnTo>
                    <a:pt x="99807" y="115537"/>
                  </a:lnTo>
                  <a:lnTo>
                    <a:pt x="99230" y="112561"/>
                  </a:lnTo>
                  <a:lnTo>
                    <a:pt x="95769" y="109090"/>
                  </a:lnTo>
                  <a:lnTo>
                    <a:pt x="92307" y="107107"/>
                  </a:lnTo>
                  <a:lnTo>
                    <a:pt x="90576" y="105619"/>
                  </a:lnTo>
                  <a:lnTo>
                    <a:pt x="86538" y="101157"/>
                  </a:lnTo>
                  <a:lnTo>
                    <a:pt x="79615" y="97685"/>
                  </a:lnTo>
                  <a:lnTo>
                    <a:pt x="75000" y="95702"/>
                  </a:lnTo>
                  <a:lnTo>
                    <a:pt x="72115" y="93719"/>
                  </a:lnTo>
                  <a:lnTo>
                    <a:pt x="72692" y="86280"/>
                  </a:lnTo>
                  <a:lnTo>
                    <a:pt x="73846" y="78842"/>
                  </a:lnTo>
                  <a:lnTo>
                    <a:pt x="72692" y="78842"/>
                  </a:lnTo>
                  <a:lnTo>
                    <a:pt x="70384" y="76363"/>
                  </a:lnTo>
                  <a:lnTo>
                    <a:pt x="72692" y="71900"/>
                  </a:lnTo>
                  <a:lnTo>
                    <a:pt x="73846" y="6991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cxnSp>
          <p:nvCxnSpPr>
            <p:cNvPr id="53" name="Shape 1428">
              <a:extLst>
                <a:ext uri="{FF2B5EF4-FFF2-40B4-BE49-F238E27FC236}">
                  <a16:creationId xmlns:a16="http://schemas.microsoft.com/office/drawing/2014/main" id="{FFA3A9E0-021E-2B4D-BC18-FF3B62D9680D}"/>
                </a:ext>
              </a:extLst>
            </p:cNvPr>
            <p:cNvCxnSpPr/>
            <p:nvPr/>
          </p:nvCxnSpPr>
          <p:spPr>
            <a:xfrm>
              <a:off x="6881807" y="2014722"/>
              <a:ext cx="0" cy="0"/>
            </a:xfrm>
            <a:prstGeom prst="straightConnector1">
              <a:avLst/>
            </a:prstGeom>
            <a:grpFill/>
            <a:ln w="3175" cap="flat" cmpd="sng">
              <a:solidFill>
                <a:srgbClr val="000000"/>
              </a:solidFill>
              <a:prstDash val="solid"/>
              <a:round/>
              <a:headEnd type="none" w="med" len="med"/>
              <a:tailEnd type="none" w="med" len="med"/>
            </a:ln>
          </p:spPr>
        </p:cxnSp>
        <p:cxnSp>
          <p:nvCxnSpPr>
            <p:cNvPr id="54" name="Shape 1429">
              <a:extLst>
                <a:ext uri="{FF2B5EF4-FFF2-40B4-BE49-F238E27FC236}">
                  <a16:creationId xmlns:a16="http://schemas.microsoft.com/office/drawing/2014/main" id="{A329051A-7306-6547-A80F-0917B6116EB5}"/>
                </a:ext>
              </a:extLst>
            </p:cNvPr>
            <p:cNvCxnSpPr/>
            <p:nvPr/>
          </p:nvCxnSpPr>
          <p:spPr>
            <a:xfrm>
              <a:off x="6881807" y="2014722"/>
              <a:ext cx="0" cy="0"/>
            </a:xfrm>
            <a:prstGeom prst="straightConnector1">
              <a:avLst/>
            </a:prstGeom>
            <a:grpFill/>
            <a:ln w="3175" cap="flat" cmpd="sng">
              <a:solidFill>
                <a:srgbClr val="FFFFFF"/>
              </a:solidFill>
              <a:prstDash val="solid"/>
              <a:miter/>
              <a:headEnd type="none" w="med" len="med"/>
              <a:tailEnd type="none" w="med" len="med"/>
            </a:ln>
          </p:spPr>
        </p:cxnSp>
        <p:sp>
          <p:nvSpPr>
            <p:cNvPr id="55" name="Shape 1430">
              <a:extLst>
                <a:ext uri="{FF2B5EF4-FFF2-40B4-BE49-F238E27FC236}">
                  <a16:creationId xmlns:a16="http://schemas.microsoft.com/office/drawing/2014/main" id="{39F2764C-4BC6-7644-974B-7EDE518E583A}"/>
                </a:ext>
              </a:extLst>
            </p:cNvPr>
            <p:cNvSpPr/>
            <p:nvPr/>
          </p:nvSpPr>
          <p:spPr>
            <a:xfrm>
              <a:off x="6964443" y="1940518"/>
              <a:ext cx="409805" cy="386195"/>
            </a:xfrm>
            <a:custGeom>
              <a:avLst/>
              <a:gdLst/>
              <a:ahLst/>
              <a:cxnLst/>
              <a:rect l="0" t="0" r="0" b="0"/>
              <a:pathLst>
                <a:path w="120000" h="120000" extrusionOk="0">
                  <a:moveTo>
                    <a:pt x="0" y="22666"/>
                  </a:moveTo>
                  <a:cubicBezTo>
                    <a:pt x="836" y="21777"/>
                    <a:pt x="836" y="21777"/>
                    <a:pt x="836" y="21777"/>
                  </a:cubicBezTo>
                  <a:cubicBezTo>
                    <a:pt x="2508" y="21777"/>
                    <a:pt x="2508" y="21777"/>
                    <a:pt x="2508" y="21777"/>
                  </a:cubicBezTo>
                  <a:cubicBezTo>
                    <a:pt x="4599" y="20444"/>
                    <a:pt x="4599" y="20444"/>
                    <a:pt x="4599" y="20444"/>
                  </a:cubicBezTo>
                  <a:cubicBezTo>
                    <a:pt x="5017" y="19555"/>
                    <a:pt x="5017" y="19555"/>
                    <a:pt x="5017" y="19555"/>
                  </a:cubicBezTo>
                  <a:cubicBezTo>
                    <a:pt x="5853" y="17777"/>
                    <a:pt x="5853" y="17777"/>
                    <a:pt x="5853" y="17777"/>
                  </a:cubicBezTo>
                  <a:cubicBezTo>
                    <a:pt x="7108" y="16444"/>
                    <a:pt x="7108" y="16444"/>
                    <a:pt x="7108" y="16444"/>
                  </a:cubicBezTo>
                  <a:cubicBezTo>
                    <a:pt x="8362" y="16000"/>
                    <a:pt x="8362" y="16000"/>
                    <a:pt x="8362" y="16000"/>
                  </a:cubicBezTo>
                  <a:cubicBezTo>
                    <a:pt x="9616" y="16000"/>
                    <a:pt x="9616" y="16000"/>
                    <a:pt x="9616" y="16000"/>
                  </a:cubicBezTo>
                  <a:cubicBezTo>
                    <a:pt x="12125" y="16000"/>
                    <a:pt x="12125" y="16000"/>
                    <a:pt x="12125" y="16000"/>
                  </a:cubicBezTo>
                  <a:cubicBezTo>
                    <a:pt x="13379" y="15111"/>
                    <a:pt x="13379" y="15111"/>
                    <a:pt x="13379" y="15111"/>
                  </a:cubicBezTo>
                  <a:cubicBezTo>
                    <a:pt x="17560" y="12000"/>
                    <a:pt x="17560" y="12000"/>
                    <a:pt x="17560" y="12000"/>
                  </a:cubicBezTo>
                  <a:cubicBezTo>
                    <a:pt x="18815" y="11555"/>
                    <a:pt x="18815" y="11555"/>
                    <a:pt x="18815" y="11555"/>
                  </a:cubicBezTo>
                  <a:cubicBezTo>
                    <a:pt x="20487" y="9777"/>
                    <a:pt x="20487" y="9777"/>
                    <a:pt x="20487" y="9777"/>
                  </a:cubicBezTo>
                  <a:cubicBezTo>
                    <a:pt x="21742" y="7555"/>
                    <a:pt x="21742" y="7555"/>
                    <a:pt x="21742" y="7555"/>
                  </a:cubicBezTo>
                  <a:cubicBezTo>
                    <a:pt x="23414" y="6222"/>
                    <a:pt x="23414" y="6222"/>
                    <a:pt x="23414" y="6222"/>
                  </a:cubicBezTo>
                  <a:cubicBezTo>
                    <a:pt x="25505" y="4000"/>
                    <a:pt x="25505" y="4000"/>
                    <a:pt x="25505" y="4000"/>
                  </a:cubicBezTo>
                  <a:cubicBezTo>
                    <a:pt x="27177" y="1777"/>
                    <a:pt x="27177" y="1777"/>
                    <a:pt x="27177" y="1777"/>
                  </a:cubicBezTo>
                  <a:cubicBezTo>
                    <a:pt x="29268" y="444"/>
                    <a:pt x="29268" y="444"/>
                    <a:pt x="29268" y="444"/>
                  </a:cubicBezTo>
                  <a:cubicBezTo>
                    <a:pt x="32195" y="0"/>
                    <a:pt x="32195" y="0"/>
                    <a:pt x="32195" y="0"/>
                  </a:cubicBezTo>
                  <a:cubicBezTo>
                    <a:pt x="33449" y="0"/>
                    <a:pt x="33449" y="0"/>
                    <a:pt x="33449" y="0"/>
                  </a:cubicBezTo>
                  <a:cubicBezTo>
                    <a:pt x="35540" y="888"/>
                    <a:pt x="35540" y="888"/>
                    <a:pt x="35540" y="888"/>
                  </a:cubicBezTo>
                  <a:cubicBezTo>
                    <a:pt x="34703" y="1333"/>
                    <a:pt x="34703" y="1333"/>
                    <a:pt x="34703" y="1333"/>
                  </a:cubicBezTo>
                  <a:cubicBezTo>
                    <a:pt x="33031" y="2222"/>
                    <a:pt x="33031" y="2222"/>
                    <a:pt x="33031" y="2222"/>
                  </a:cubicBezTo>
                  <a:cubicBezTo>
                    <a:pt x="31358" y="2666"/>
                    <a:pt x="31358" y="2666"/>
                    <a:pt x="31358" y="2666"/>
                  </a:cubicBezTo>
                  <a:cubicBezTo>
                    <a:pt x="31777" y="3555"/>
                    <a:pt x="31777" y="3555"/>
                    <a:pt x="31777" y="3555"/>
                  </a:cubicBezTo>
                  <a:cubicBezTo>
                    <a:pt x="29268" y="6222"/>
                    <a:pt x="29268" y="6222"/>
                    <a:pt x="29268" y="6222"/>
                  </a:cubicBezTo>
                  <a:cubicBezTo>
                    <a:pt x="29268" y="6222"/>
                    <a:pt x="28432" y="6222"/>
                    <a:pt x="28432" y="6666"/>
                  </a:cubicBezTo>
                  <a:cubicBezTo>
                    <a:pt x="28432" y="7111"/>
                    <a:pt x="27177" y="10222"/>
                    <a:pt x="27177" y="10222"/>
                  </a:cubicBezTo>
                  <a:cubicBezTo>
                    <a:pt x="27177" y="8444"/>
                    <a:pt x="27177" y="8444"/>
                    <a:pt x="27177" y="8444"/>
                  </a:cubicBezTo>
                  <a:cubicBezTo>
                    <a:pt x="26341" y="7555"/>
                    <a:pt x="26341" y="7555"/>
                    <a:pt x="26341" y="7555"/>
                  </a:cubicBezTo>
                  <a:cubicBezTo>
                    <a:pt x="25923" y="12000"/>
                    <a:pt x="25923" y="12000"/>
                    <a:pt x="25923" y="12000"/>
                  </a:cubicBezTo>
                  <a:cubicBezTo>
                    <a:pt x="25923" y="14666"/>
                    <a:pt x="25923" y="14666"/>
                    <a:pt x="25923" y="14666"/>
                  </a:cubicBezTo>
                  <a:cubicBezTo>
                    <a:pt x="27177" y="13777"/>
                    <a:pt x="27177" y="13777"/>
                    <a:pt x="27177" y="13777"/>
                  </a:cubicBezTo>
                  <a:cubicBezTo>
                    <a:pt x="28013" y="12888"/>
                    <a:pt x="28013" y="12888"/>
                    <a:pt x="28013" y="12888"/>
                  </a:cubicBezTo>
                  <a:cubicBezTo>
                    <a:pt x="28432" y="12888"/>
                    <a:pt x="28432" y="12888"/>
                    <a:pt x="28432" y="12888"/>
                  </a:cubicBezTo>
                  <a:cubicBezTo>
                    <a:pt x="28850" y="13777"/>
                    <a:pt x="28850" y="13777"/>
                    <a:pt x="28850" y="13777"/>
                  </a:cubicBezTo>
                  <a:cubicBezTo>
                    <a:pt x="30104" y="13777"/>
                    <a:pt x="30104" y="13777"/>
                    <a:pt x="30104" y="13777"/>
                  </a:cubicBezTo>
                  <a:cubicBezTo>
                    <a:pt x="30940" y="13333"/>
                    <a:pt x="30940" y="13333"/>
                    <a:pt x="30940" y="13333"/>
                  </a:cubicBezTo>
                  <a:cubicBezTo>
                    <a:pt x="32195" y="12444"/>
                    <a:pt x="32195" y="12444"/>
                    <a:pt x="32195" y="12444"/>
                  </a:cubicBezTo>
                  <a:cubicBezTo>
                    <a:pt x="34285" y="12888"/>
                    <a:pt x="34285" y="12888"/>
                    <a:pt x="34285" y="12888"/>
                  </a:cubicBezTo>
                  <a:cubicBezTo>
                    <a:pt x="38466" y="15111"/>
                    <a:pt x="38466" y="15111"/>
                    <a:pt x="38466" y="15111"/>
                  </a:cubicBezTo>
                  <a:cubicBezTo>
                    <a:pt x="40975" y="18222"/>
                    <a:pt x="40975" y="18222"/>
                    <a:pt x="40975" y="18222"/>
                  </a:cubicBezTo>
                  <a:cubicBezTo>
                    <a:pt x="42648" y="19555"/>
                    <a:pt x="42648" y="19555"/>
                    <a:pt x="42648" y="19555"/>
                  </a:cubicBezTo>
                  <a:cubicBezTo>
                    <a:pt x="46411" y="20000"/>
                    <a:pt x="46411" y="20000"/>
                    <a:pt x="46411" y="20000"/>
                  </a:cubicBezTo>
                  <a:cubicBezTo>
                    <a:pt x="47665" y="19555"/>
                    <a:pt x="47665" y="19555"/>
                    <a:pt x="47665" y="19555"/>
                  </a:cubicBezTo>
                  <a:cubicBezTo>
                    <a:pt x="50592" y="20444"/>
                    <a:pt x="50592" y="20444"/>
                    <a:pt x="50592" y="20444"/>
                  </a:cubicBezTo>
                  <a:cubicBezTo>
                    <a:pt x="53101" y="21333"/>
                    <a:pt x="53101" y="21333"/>
                    <a:pt x="53101" y="21333"/>
                  </a:cubicBezTo>
                  <a:cubicBezTo>
                    <a:pt x="54355" y="19555"/>
                    <a:pt x="54355" y="19555"/>
                    <a:pt x="54355" y="19555"/>
                  </a:cubicBezTo>
                  <a:cubicBezTo>
                    <a:pt x="56445" y="17333"/>
                    <a:pt x="56445" y="17333"/>
                    <a:pt x="56445" y="17333"/>
                  </a:cubicBezTo>
                  <a:cubicBezTo>
                    <a:pt x="58118" y="15555"/>
                    <a:pt x="58118" y="15555"/>
                    <a:pt x="58118" y="15555"/>
                  </a:cubicBezTo>
                  <a:cubicBezTo>
                    <a:pt x="61881" y="14666"/>
                    <a:pt x="61881" y="14666"/>
                    <a:pt x="61881" y="14666"/>
                  </a:cubicBezTo>
                  <a:cubicBezTo>
                    <a:pt x="64390" y="13777"/>
                    <a:pt x="64390" y="13777"/>
                    <a:pt x="64390" y="13777"/>
                  </a:cubicBezTo>
                  <a:cubicBezTo>
                    <a:pt x="66898" y="13777"/>
                    <a:pt x="66898" y="13777"/>
                    <a:pt x="66898" y="13777"/>
                  </a:cubicBezTo>
                  <a:cubicBezTo>
                    <a:pt x="70662" y="12444"/>
                    <a:pt x="70662" y="12444"/>
                    <a:pt x="70662" y="12444"/>
                  </a:cubicBezTo>
                  <a:cubicBezTo>
                    <a:pt x="73170" y="11555"/>
                    <a:pt x="73170" y="11555"/>
                    <a:pt x="73170" y="11555"/>
                  </a:cubicBezTo>
                  <a:cubicBezTo>
                    <a:pt x="74425" y="12444"/>
                    <a:pt x="74425" y="12444"/>
                    <a:pt x="74425" y="12444"/>
                  </a:cubicBezTo>
                  <a:cubicBezTo>
                    <a:pt x="75261" y="16000"/>
                    <a:pt x="75261" y="16000"/>
                    <a:pt x="75261" y="16000"/>
                  </a:cubicBezTo>
                  <a:cubicBezTo>
                    <a:pt x="79860" y="16888"/>
                    <a:pt x="79860" y="16888"/>
                    <a:pt x="79860" y="16888"/>
                  </a:cubicBezTo>
                  <a:cubicBezTo>
                    <a:pt x="82787" y="16888"/>
                    <a:pt x="82787" y="16888"/>
                    <a:pt x="82787" y="16888"/>
                  </a:cubicBezTo>
                  <a:cubicBezTo>
                    <a:pt x="84878" y="17333"/>
                    <a:pt x="84878" y="17333"/>
                    <a:pt x="84878" y="17333"/>
                  </a:cubicBezTo>
                  <a:cubicBezTo>
                    <a:pt x="86550" y="19555"/>
                    <a:pt x="86550" y="19555"/>
                    <a:pt x="86550" y="19555"/>
                  </a:cubicBezTo>
                  <a:cubicBezTo>
                    <a:pt x="89059" y="22666"/>
                    <a:pt x="89059" y="22666"/>
                    <a:pt x="89059" y="22666"/>
                  </a:cubicBezTo>
                  <a:cubicBezTo>
                    <a:pt x="89895" y="23555"/>
                    <a:pt x="89895" y="23555"/>
                    <a:pt x="89895" y="23555"/>
                  </a:cubicBezTo>
                  <a:cubicBezTo>
                    <a:pt x="89895" y="23555"/>
                    <a:pt x="90313" y="24000"/>
                    <a:pt x="90731" y="24444"/>
                  </a:cubicBezTo>
                  <a:cubicBezTo>
                    <a:pt x="91149" y="24888"/>
                    <a:pt x="91567" y="25777"/>
                    <a:pt x="91567" y="25777"/>
                  </a:cubicBezTo>
                  <a:cubicBezTo>
                    <a:pt x="93658" y="26222"/>
                    <a:pt x="93658" y="26222"/>
                    <a:pt x="93658" y="26222"/>
                  </a:cubicBezTo>
                  <a:cubicBezTo>
                    <a:pt x="93658" y="26222"/>
                    <a:pt x="94494" y="25333"/>
                    <a:pt x="94494" y="25333"/>
                  </a:cubicBezTo>
                  <a:cubicBezTo>
                    <a:pt x="94494" y="24888"/>
                    <a:pt x="96167" y="24000"/>
                    <a:pt x="96167" y="24000"/>
                  </a:cubicBezTo>
                  <a:cubicBezTo>
                    <a:pt x="97003" y="24888"/>
                    <a:pt x="97003" y="24888"/>
                    <a:pt x="97003" y="24888"/>
                  </a:cubicBezTo>
                  <a:cubicBezTo>
                    <a:pt x="97003" y="24888"/>
                    <a:pt x="97839" y="25333"/>
                    <a:pt x="97003" y="25777"/>
                  </a:cubicBezTo>
                  <a:cubicBezTo>
                    <a:pt x="96585" y="25777"/>
                    <a:pt x="96167" y="26666"/>
                    <a:pt x="95749" y="26666"/>
                  </a:cubicBezTo>
                  <a:cubicBezTo>
                    <a:pt x="94912" y="26666"/>
                    <a:pt x="94076" y="26666"/>
                    <a:pt x="94076" y="26666"/>
                  </a:cubicBezTo>
                  <a:cubicBezTo>
                    <a:pt x="92404" y="26666"/>
                    <a:pt x="92404" y="26666"/>
                    <a:pt x="92404" y="26666"/>
                  </a:cubicBezTo>
                  <a:cubicBezTo>
                    <a:pt x="91567" y="27555"/>
                    <a:pt x="91567" y="27555"/>
                    <a:pt x="91567" y="27555"/>
                  </a:cubicBezTo>
                  <a:cubicBezTo>
                    <a:pt x="86968" y="27555"/>
                    <a:pt x="86968" y="27555"/>
                    <a:pt x="86968" y="27555"/>
                  </a:cubicBezTo>
                  <a:cubicBezTo>
                    <a:pt x="85714" y="28000"/>
                    <a:pt x="85714" y="28000"/>
                    <a:pt x="85714" y="28000"/>
                  </a:cubicBezTo>
                  <a:cubicBezTo>
                    <a:pt x="84041" y="27111"/>
                    <a:pt x="84041" y="27111"/>
                    <a:pt x="84041" y="27111"/>
                  </a:cubicBezTo>
                  <a:cubicBezTo>
                    <a:pt x="82369" y="26222"/>
                    <a:pt x="82369" y="26222"/>
                    <a:pt x="82369" y="26222"/>
                  </a:cubicBezTo>
                  <a:cubicBezTo>
                    <a:pt x="80696" y="28444"/>
                    <a:pt x="80696" y="28444"/>
                    <a:pt x="80696" y="28444"/>
                  </a:cubicBezTo>
                  <a:cubicBezTo>
                    <a:pt x="81114" y="29777"/>
                    <a:pt x="81114" y="29777"/>
                    <a:pt x="81114" y="29777"/>
                  </a:cubicBezTo>
                  <a:cubicBezTo>
                    <a:pt x="81114" y="30666"/>
                    <a:pt x="81114" y="30666"/>
                    <a:pt x="81114" y="30666"/>
                  </a:cubicBezTo>
                  <a:cubicBezTo>
                    <a:pt x="81114" y="30666"/>
                    <a:pt x="81114" y="31555"/>
                    <a:pt x="81533" y="31555"/>
                  </a:cubicBezTo>
                  <a:cubicBezTo>
                    <a:pt x="81533" y="31555"/>
                    <a:pt x="81951" y="32000"/>
                    <a:pt x="81951" y="32000"/>
                  </a:cubicBezTo>
                  <a:cubicBezTo>
                    <a:pt x="84041" y="32888"/>
                    <a:pt x="84041" y="32888"/>
                    <a:pt x="84041" y="32888"/>
                  </a:cubicBezTo>
                  <a:cubicBezTo>
                    <a:pt x="84878" y="32000"/>
                    <a:pt x="84878" y="32000"/>
                    <a:pt x="84878" y="32000"/>
                  </a:cubicBezTo>
                  <a:cubicBezTo>
                    <a:pt x="84878" y="32000"/>
                    <a:pt x="83623" y="31111"/>
                    <a:pt x="84041" y="31111"/>
                  </a:cubicBezTo>
                  <a:cubicBezTo>
                    <a:pt x="84459" y="31111"/>
                    <a:pt x="86132" y="32000"/>
                    <a:pt x="86132" y="32000"/>
                  </a:cubicBezTo>
                  <a:cubicBezTo>
                    <a:pt x="86132" y="32000"/>
                    <a:pt x="85714" y="32888"/>
                    <a:pt x="85714" y="32888"/>
                  </a:cubicBezTo>
                  <a:cubicBezTo>
                    <a:pt x="85296" y="33333"/>
                    <a:pt x="85296" y="33333"/>
                    <a:pt x="85296" y="33333"/>
                  </a:cubicBezTo>
                  <a:cubicBezTo>
                    <a:pt x="85714" y="33777"/>
                    <a:pt x="87804" y="34222"/>
                    <a:pt x="87804" y="34222"/>
                  </a:cubicBezTo>
                  <a:cubicBezTo>
                    <a:pt x="88222" y="34222"/>
                    <a:pt x="89477" y="35111"/>
                    <a:pt x="89477" y="35111"/>
                  </a:cubicBezTo>
                  <a:cubicBezTo>
                    <a:pt x="91567" y="36444"/>
                    <a:pt x="91567" y="36444"/>
                    <a:pt x="91567" y="36444"/>
                  </a:cubicBezTo>
                  <a:cubicBezTo>
                    <a:pt x="94494" y="37777"/>
                    <a:pt x="94494" y="37777"/>
                    <a:pt x="94494" y="37777"/>
                  </a:cubicBezTo>
                  <a:cubicBezTo>
                    <a:pt x="97839" y="39111"/>
                    <a:pt x="97839" y="39111"/>
                    <a:pt x="97839" y="39111"/>
                  </a:cubicBezTo>
                  <a:cubicBezTo>
                    <a:pt x="101184" y="42666"/>
                    <a:pt x="101184" y="42666"/>
                    <a:pt x="101184" y="42666"/>
                  </a:cubicBezTo>
                  <a:cubicBezTo>
                    <a:pt x="102857" y="44888"/>
                    <a:pt x="102857" y="44888"/>
                    <a:pt x="102857" y="44888"/>
                  </a:cubicBezTo>
                  <a:cubicBezTo>
                    <a:pt x="102020" y="45777"/>
                    <a:pt x="102020" y="45777"/>
                    <a:pt x="102020" y="45777"/>
                  </a:cubicBezTo>
                  <a:cubicBezTo>
                    <a:pt x="102020" y="45777"/>
                    <a:pt x="101602" y="45777"/>
                    <a:pt x="101602" y="46222"/>
                  </a:cubicBezTo>
                  <a:cubicBezTo>
                    <a:pt x="102020" y="46666"/>
                    <a:pt x="102857" y="48444"/>
                    <a:pt x="102857" y="48444"/>
                  </a:cubicBezTo>
                  <a:cubicBezTo>
                    <a:pt x="102439" y="48888"/>
                    <a:pt x="103275" y="50222"/>
                    <a:pt x="103275" y="50222"/>
                  </a:cubicBezTo>
                  <a:cubicBezTo>
                    <a:pt x="104111" y="55111"/>
                    <a:pt x="104111" y="55111"/>
                    <a:pt x="104111" y="55111"/>
                  </a:cubicBezTo>
                  <a:cubicBezTo>
                    <a:pt x="104529" y="57777"/>
                    <a:pt x="104529" y="57777"/>
                    <a:pt x="104529" y="57777"/>
                  </a:cubicBezTo>
                  <a:cubicBezTo>
                    <a:pt x="104111" y="60444"/>
                    <a:pt x="104111" y="60444"/>
                    <a:pt x="104111" y="60444"/>
                  </a:cubicBezTo>
                  <a:cubicBezTo>
                    <a:pt x="102439" y="62666"/>
                    <a:pt x="102439" y="62666"/>
                    <a:pt x="102439" y="62666"/>
                  </a:cubicBezTo>
                  <a:cubicBezTo>
                    <a:pt x="101184" y="65333"/>
                    <a:pt x="101184" y="65333"/>
                    <a:pt x="101184" y="65333"/>
                  </a:cubicBezTo>
                  <a:cubicBezTo>
                    <a:pt x="101184" y="65333"/>
                    <a:pt x="100348" y="67111"/>
                    <a:pt x="99930" y="67555"/>
                  </a:cubicBezTo>
                  <a:cubicBezTo>
                    <a:pt x="99930" y="67555"/>
                    <a:pt x="98257" y="68888"/>
                    <a:pt x="98257" y="69333"/>
                  </a:cubicBezTo>
                  <a:cubicBezTo>
                    <a:pt x="98257" y="69333"/>
                    <a:pt x="97421" y="71111"/>
                    <a:pt x="97421" y="71111"/>
                  </a:cubicBezTo>
                  <a:cubicBezTo>
                    <a:pt x="97421" y="74666"/>
                    <a:pt x="97421" y="74666"/>
                    <a:pt x="97421" y="74666"/>
                  </a:cubicBezTo>
                  <a:cubicBezTo>
                    <a:pt x="98257" y="75555"/>
                    <a:pt x="98257" y="75555"/>
                    <a:pt x="98257" y="75555"/>
                  </a:cubicBezTo>
                  <a:cubicBezTo>
                    <a:pt x="100348" y="76444"/>
                    <a:pt x="100348" y="76444"/>
                    <a:pt x="100348" y="76444"/>
                  </a:cubicBezTo>
                  <a:cubicBezTo>
                    <a:pt x="101184" y="75555"/>
                    <a:pt x="101184" y="75555"/>
                    <a:pt x="101184" y="75555"/>
                  </a:cubicBezTo>
                  <a:cubicBezTo>
                    <a:pt x="101184" y="75555"/>
                    <a:pt x="102020" y="75111"/>
                    <a:pt x="102020" y="74666"/>
                  </a:cubicBezTo>
                  <a:cubicBezTo>
                    <a:pt x="102439" y="74666"/>
                    <a:pt x="102857" y="73777"/>
                    <a:pt x="102857" y="73777"/>
                  </a:cubicBezTo>
                  <a:cubicBezTo>
                    <a:pt x="102857" y="73777"/>
                    <a:pt x="104111" y="72888"/>
                    <a:pt x="104111" y="72888"/>
                  </a:cubicBezTo>
                  <a:cubicBezTo>
                    <a:pt x="104111" y="72888"/>
                    <a:pt x="104111" y="71555"/>
                    <a:pt x="104111" y="71555"/>
                  </a:cubicBezTo>
                  <a:cubicBezTo>
                    <a:pt x="104111" y="71555"/>
                    <a:pt x="104529" y="69777"/>
                    <a:pt x="104529" y="69777"/>
                  </a:cubicBezTo>
                  <a:cubicBezTo>
                    <a:pt x="104529" y="69777"/>
                    <a:pt x="105365" y="69333"/>
                    <a:pt x="105365" y="69333"/>
                  </a:cubicBezTo>
                  <a:cubicBezTo>
                    <a:pt x="105365" y="68888"/>
                    <a:pt x="106620" y="68000"/>
                    <a:pt x="106620" y="68000"/>
                  </a:cubicBezTo>
                  <a:cubicBezTo>
                    <a:pt x="106620" y="68000"/>
                    <a:pt x="108292" y="66666"/>
                    <a:pt x="108292" y="66666"/>
                  </a:cubicBezTo>
                  <a:cubicBezTo>
                    <a:pt x="108710" y="66666"/>
                    <a:pt x="109547" y="65333"/>
                    <a:pt x="109547" y="65333"/>
                  </a:cubicBezTo>
                  <a:cubicBezTo>
                    <a:pt x="110801" y="65333"/>
                    <a:pt x="110801" y="65333"/>
                    <a:pt x="110801" y="65333"/>
                  </a:cubicBezTo>
                  <a:cubicBezTo>
                    <a:pt x="112473" y="65777"/>
                    <a:pt x="112473" y="65777"/>
                    <a:pt x="112473" y="65777"/>
                  </a:cubicBezTo>
                  <a:cubicBezTo>
                    <a:pt x="114982" y="68444"/>
                    <a:pt x="114982" y="68444"/>
                    <a:pt x="114982" y="68444"/>
                  </a:cubicBezTo>
                  <a:cubicBezTo>
                    <a:pt x="116655" y="72000"/>
                    <a:pt x="116655" y="72000"/>
                    <a:pt x="116655" y="72000"/>
                  </a:cubicBezTo>
                  <a:cubicBezTo>
                    <a:pt x="118327" y="81777"/>
                    <a:pt x="118327" y="81777"/>
                    <a:pt x="118327" y="81777"/>
                  </a:cubicBezTo>
                  <a:cubicBezTo>
                    <a:pt x="119581" y="84000"/>
                    <a:pt x="119581" y="84000"/>
                    <a:pt x="119581" y="84000"/>
                  </a:cubicBezTo>
                  <a:cubicBezTo>
                    <a:pt x="119581" y="85777"/>
                    <a:pt x="119581" y="85777"/>
                    <a:pt x="119581" y="85777"/>
                  </a:cubicBezTo>
                  <a:cubicBezTo>
                    <a:pt x="119581" y="85777"/>
                    <a:pt x="120000" y="87111"/>
                    <a:pt x="120000" y="87555"/>
                  </a:cubicBezTo>
                  <a:cubicBezTo>
                    <a:pt x="120000" y="88000"/>
                    <a:pt x="120000" y="94666"/>
                    <a:pt x="120000" y="94666"/>
                  </a:cubicBezTo>
                  <a:cubicBezTo>
                    <a:pt x="117073" y="94666"/>
                    <a:pt x="117073" y="94666"/>
                    <a:pt x="117073" y="94666"/>
                  </a:cubicBezTo>
                  <a:cubicBezTo>
                    <a:pt x="116236" y="94666"/>
                    <a:pt x="116236" y="94666"/>
                    <a:pt x="116236" y="94666"/>
                  </a:cubicBezTo>
                  <a:cubicBezTo>
                    <a:pt x="116236" y="96000"/>
                    <a:pt x="116236" y="96000"/>
                    <a:pt x="116236" y="96000"/>
                  </a:cubicBezTo>
                  <a:cubicBezTo>
                    <a:pt x="114982" y="97777"/>
                    <a:pt x="114982" y="97777"/>
                    <a:pt x="114982" y="97777"/>
                  </a:cubicBezTo>
                  <a:cubicBezTo>
                    <a:pt x="114564" y="100000"/>
                    <a:pt x="114564" y="100000"/>
                    <a:pt x="114564" y="100000"/>
                  </a:cubicBezTo>
                  <a:cubicBezTo>
                    <a:pt x="113728" y="101777"/>
                    <a:pt x="113728" y="101777"/>
                    <a:pt x="113728" y="101777"/>
                  </a:cubicBezTo>
                  <a:cubicBezTo>
                    <a:pt x="112473" y="103555"/>
                    <a:pt x="112473" y="103555"/>
                    <a:pt x="112473" y="103555"/>
                  </a:cubicBezTo>
                  <a:cubicBezTo>
                    <a:pt x="111219" y="108000"/>
                    <a:pt x="111219" y="108000"/>
                    <a:pt x="111219" y="108000"/>
                  </a:cubicBezTo>
                  <a:cubicBezTo>
                    <a:pt x="111219" y="110666"/>
                    <a:pt x="111219" y="110666"/>
                    <a:pt x="111219" y="110666"/>
                  </a:cubicBezTo>
                  <a:cubicBezTo>
                    <a:pt x="109547" y="112888"/>
                    <a:pt x="109547" y="112888"/>
                    <a:pt x="109547" y="112888"/>
                  </a:cubicBezTo>
                  <a:cubicBezTo>
                    <a:pt x="108292" y="115111"/>
                    <a:pt x="108292" y="115111"/>
                    <a:pt x="108292" y="115111"/>
                  </a:cubicBezTo>
                  <a:cubicBezTo>
                    <a:pt x="89059" y="118666"/>
                    <a:pt x="89059" y="118666"/>
                    <a:pt x="89059" y="118666"/>
                  </a:cubicBezTo>
                  <a:cubicBezTo>
                    <a:pt x="88641" y="117777"/>
                    <a:pt x="88641" y="117777"/>
                    <a:pt x="88641" y="117777"/>
                  </a:cubicBezTo>
                  <a:cubicBezTo>
                    <a:pt x="58954" y="120000"/>
                    <a:pt x="58954" y="120000"/>
                    <a:pt x="58954" y="120000"/>
                  </a:cubicBezTo>
                  <a:cubicBezTo>
                    <a:pt x="61045" y="117777"/>
                    <a:pt x="61045" y="117777"/>
                    <a:pt x="61045" y="117777"/>
                  </a:cubicBezTo>
                  <a:cubicBezTo>
                    <a:pt x="61881" y="116000"/>
                    <a:pt x="61881" y="116000"/>
                    <a:pt x="61881" y="116000"/>
                  </a:cubicBezTo>
                  <a:cubicBezTo>
                    <a:pt x="63554" y="112888"/>
                    <a:pt x="63554" y="112888"/>
                    <a:pt x="63554" y="112888"/>
                  </a:cubicBezTo>
                  <a:cubicBezTo>
                    <a:pt x="65226" y="108888"/>
                    <a:pt x="65226" y="108888"/>
                    <a:pt x="65226" y="108888"/>
                  </a:cubicBezTo>
                  <a:cubicBezTo>
                    <a:pt x="66062" y="104444"/>
                    <a:pt x="66062" y="104444"/>
                    <a:pt x="66062" y="104444"/>
                  </a:cubicBezTo>
                  <a:cubicBezTo>
                    <a:pt x="65644" y="96444"/>
                    <a:pt x="65644" y="96444"/>
                    <a:pt x="65644" y="96444"/>
                  </a:cubicBezTo>
                  <a:cubicBezTo>
                    <a:pt x="65644" y="92888"/>
                    <a:pt x="65644" y="92888"/>
                    <a:pt x="65644" y="92888"/>
                  </a:cubicBezTo>
                  <a:cubicBezTo>
                    <a:pt x="63972" y="90222"/>
                    <a:pt x="63972" y="90222"/>
                    <a:pt x="63972" y="90222"/>
                  </a:cubicBezTo>
                  <a:cubicBezTo>
                    <a:pt x="62299" y="86666"/>
                    <a:pt x="62299" y="86666"/>
                    <a:pt x="62299" y="86666"/>
                  </a:cubicBezTo>
                  <a:cubicBezTo>
                    <a:pt x="60627" y="84888"/>
                    <a:pt x="60627" y="84888"/>
                    <a:pt x="60627" y="84888"/>
                  </a:cubicBezTo>
                  <a:cubicBezTo>
                    <a:pt x="59372" y="81777"/>
                    <a:pt x="59372" y="81777"/>
                    <a:pt x="59372" y="81777"/>
                  </a:cubicBezTo>
                  <a:cubicBezTo>
                    <a:pt x="60209" y="79555"/>
                    <a:pt x="60209" y="79555"/>
                    <a:pt x="60209" y="79555"/>
                  </a:cubicBezTo>
                  <a:cubicBezTo>
                    <a:pt x="61045" y="78666"/>
                    <a:pt x="61045" y="78666"/>
                    <a:pt x="61045" y="78666"/>
                  </a:cubicBezTo>
                  <a:cubicBezTo>
                    <a:pt x="61045" y="76888"/>
                    <a:pt x="61045" y="76888"/>
                    <a:pt x="61045" y="76888"/>
                  </a:cubicBezTo>
                  <a:cubicBezTo>
                    <a:pt x="60209" y="73333"/>
                    <a:pt x="60209" y="73333"/>
                    <a:pt x="60209" y="73333"/>
                  </a:cubicBezTo>
                  <a:cubicBezTo>
                    <a:pt x="58954" y="72000"/>
                    <a:pt x="58954" y="72000"/>
                    <a:pt x="58954" y="72000"/>
                  </a:cubicBezTo>
                  <a:cubicBezTo>
                    <a:pt x="60209" y="71111"/>
                    <a:pt x="60209" y="71111"/>
                    <a:pt x="60209" y="71111"/>
                  </a:cubicBezTo>
                  <a:cubicBezTo>
                    <a:pt x="60627" y="68888"/>
                    <a:pt x="60627" y="68888"/>
                    <a:pt x="60627" y="68888"/>
                  </a:cubicBezTo>
                  <a:cubicBezTo>
                    <a:pt x="61045" y="66666"/>
                    <a:pt x="61045" y="66666"/>
                    <a:pt x="61045" y="66666"/>
                  </a:cubicBezTo>
                  <a:cubicBezTo>
                    <a:pt x="61881" y="65333"/>
                    <a:pt x="61881" y="65333"/>
                    <a:pt x="61881" y="65333"/>
                  </a:cubicBezTo>
                  <a:cubicBezTo>
                    <a:pt x="61881" y="61777"/>
                    <a:pt x="61881" y="61777"/>
                    <a:pt x="61881" y="61777"/>
                  </a:cubicBezTo>
                  <a:cubicBezTo>
                    <a:pt x="61463" y="60000"/>
                    <a:pt x="61463" y="60000"/>
                    <a:pt x="61463" y="60000"/>
                  </a:cubicBezTo>
                  <a:cubicBezTo>
                    <a:pt x="61881" y="57777"/>
                    <a:pt x="61881" y="57777"/>
                    <a:pt x="61881" y="57777"/>
                  </a:cubicBezTo>
                  <a:cubicBezTo>
                    <a:pt x="63135" y="56000"/>
                    <a:pt x="63135" y="56000"/>
                    <a:pt x="63135" y="56000"/>
                  </a:cubicBezTo>
                  <a:cubicBezTo>
                    <a:pt x="63972" y="54222"/>
                    <a:pt x="63972" y="54222"/>
                    <a:pt x="63972" y="54222"/>
                  </a:cubicBezTo>
                  <a:cubicBezTo>
                    <a:pt x="63972" y="52000"/>
                    <a:pt x="63972" y="52000"/>
                    <a:pt x="63972" y="52000"/>
                  </a:cubicBezTo>
                  <a:cubicBezTo>
                    <a:pt x="65644" y="51555"/>
                    <a:pt x="65644" y="51555"/>
                    <a:pt x="65644" y="51555"/>
                  </a:cubicBezTo>
                  <a:cubicBezTo>
                    <a:pt x="68153" y="51555"/>
                    <a:pt x="68153" y="51555"/>
                    <a:pt x="68153" y="51555"/>
                  </a:cubicBezTo>
                  <a:cubicBezTo>
                    <a:pt x="68989" y="48000"/>
                    <a:pt x="68989" y="48000"/>
                    <a:pt x="68989" y="48000"/>
                  </a:cubicBezTo>
                  <a:cubicBezTo>
                    <a:pt x="69407" y="47111"/>
                    <a:pt x="69407" y="47111"/>
                    <a:pt x="69407" y="47111"/>
                  </a:cubicBezTo>
                  <a:cubicBezTo>
                    <a:pt x="70243" y="46666"/>
                    <a:pt x="70243" y="46666"/>
                    <a:pt x="70243" y="46666"/>
                  </a:cubicBezTo>
                  <a:cubicBezTo>
                    <a:pt x="71498" y="50666"/>
                    <a:pt x="71498" y="50666"/>
                    <a:pt x="71498" y="50666"/>
                  </a:cubicBezTo>
                  <a:cubicBezTo>
                    <a:pt x="69825" y="52888"/>
                    <a:pt x="69825" y="52888"/>
                    <a:pt x="69825" y="52888"/>
                  </a:cubicBezTo>
                  <a:cubicBezTo>
                    <a:pt x="69825" y="53777"/>
                    <a:pt x="69825" y="53777"/>
                    <a:pt x="69825" y="53777"/>
                  </a:cubicBezTo>
                  <a:cubicBezTo>
                    <a:pt x="69825" y="53777"/>
                    <a:pt x="70243" y="54222"/>
                    <a:pt x="70662" y="54222"/>
                  </a:cubicBezTo>
                  <a:cubicBezTo>
                    <a:pt x="71080" y="54222"/>
                    <a:pt x="71080" y="54222"/>
                    <a:pt x="71080" y="54222"/>
                  </a:cubicBezTo>
                  <a:cubicBezTo>
                    <a:pt x="71080" y="54222"/>
                    <a:pt x="71916" y="53777"/>
                    <a:pt x="71916" y="53777"/>
                  </a:cubicBezTo>
                  <a:cubicBezTo>
                    <a:pt x="71916" y="53333"/>
                    <a:pt x="72334" y="52000"/>
                    <a:pt x="72334" y="52000"/>
                  </a:cubicBezTo>
                  <a:cubicBezTo>
                    <a:pt x="72752" y="51555"/>
                    <a:pt x="72752" y="51555"/>
                    <a:pt x="72752" y="51555"/>
                  </a:cubicBezTo>
                  <a:cubicBezTo>
                    <a:pt x="73170" y="49333"/>
                    <a:pt x="73170" y="49333"/>
                    <a:pt x="73170" y="49333"/>
                  </a:cubicBezTo>
                  <a:cubicBezTo>
                    <a:pt x="73170" y="48000"/>
                    <a:pt x="73170" y="48000"/>
                    <a:pt x="73170" y="48000"/>
                  </a:cubicBezTo>
                  <a:cubicBezTo>
                    <a:pt x="73170" y="46222"/>
                    <a:pt x="73170" y="46222"/>
                    <a:pt x="73170" y="46222"/>
                  </a:cubicBezTo>
                  <a:cubicBezTo>
                    <a:pt x="73170" y="44444"/>
                    <a:pt x="73170" y="44444"/>
                    <a:pt x="73170" y="44444"/>
                  </a:cubicBezTo>
                  <a:cubicBezTo>
                    <a:pt x="74425" y="42666"/>
                    <a:pt x="74425" y="42666"/>
                    <a:pt x="74425" y="42666"/>
                  </a:cubicBezTo>
                  <a:cubicBezTo>
                    <a:pt x="75261" y="41777"/>
                    <a:pt x="75261" y="41777"/>
                    <a:pt x="75261" y="41777"/>
                  </a:cubicBezTo>
                  <a:cubicBezTo>
                    <a:pt x="77351" y="41333"/>
                    <a:pt x="77351" y="41333"/>
                    <a:pt x="77351" y="41333"/>
                  </a:cubicBezTo>
                  <a:cubicBezTo>
                    <a:pt x="78188" y="40444"/>
                    <a:pt x="78188" y="40444"/>
                    <a:pt x="78188" y="40444"/>
                  </a:cubicBezTo>
                  <a:cubicBezTo>
                    <a:pt x="76515" y="38666"/>
                    <a:pt x="76515" y="38666"/>
                    <a:pt x="76515" y="38666"/>
                  </a:cubicBezTo>
                  <a:cubicBezTo>
                    <a:pt x="76097" y="37333"/>
                    <a:pt x="76097" y="37333"/>
                    <a:pt x="76097" y="37333"/>
                  </a:cubicBezTo>
                  <a:cubicBezTo>
                    <a:pt x="76933" y="36000"/>
                    <a:pt x="76933" y="36000"/>
                    <a:pt x="76933" y="36000"/>
                  </a:cubicBezTo>
                  <a:cubicBezTo>
                    <a:pt x="77770" y="34666"/>
                    <a:pt x="77770" y="34666"/>
                    <a:pt x="77770" y="34666"/>
                  </a:cubicBezTo>
                  <a:cubicBezTo>
                    <a:pt x="78188" y="34222"/>
                    <a:pt x="78188" y="34222"/>
                    <a:pt x="78188" y="34222"/>
                  </a:cubicBezTo>
                  <a:cubicBezTo>
                    <a:pt x="78188" y="33333"/>
                    <a:pt x="78188" y="33333"/>
                    <a:pt x="78188" y="33333"/>
                  </a:cubicBezTo>
                  <a:cubicBezTo>
                    <a:pt x="78606" y="32888"/>
                    <a:pt x="78606" y="32888"/>
                    <a:pt x="78606" y="32888"/>
                  </a:cubicBezTo>
                  <a:cubicBezTo>
                    <a:pt x="78606" y="32888"/>
                    <a:pt x="78606" y="32888"/>
                    <a:pt x="79024" y="32888"/>
                  </a:cubicBezTo>
                  <a:cubicBezTo>
                    <a:pt x="79024" y="32888"/>
                    <a:pt x="80696" y="32444"/>
                    <a:pt x="80696" y="32444"/>
                  </a:cubicBezTo>
                  <a:cubicBezTo>
                    <a:pt x="81533" y="32444"/>
                    <a:pt x="81533" y="32444"/>
                    <a:pt x="81533" y="32444"/>
                  </a:cubicBezTo>
                  <a:cubicBezTo>
                    <a:pt x="80696" y="31111"/>
                    <a:pt x="80696" y="31111"/>
                    <a:pt x="80696" y="31111"/>
                  </a:cubicBezTo>
                  <a:cubicBezTo>
                    <a:pt x="79024" y="29777"/>
                    <a:pt x="79024" y="29777"/>
                    <a:pt x="79024" y="29777"/>
                  </a:cubicBezTo>
                  <a:cubicBezTo>
                    <a:pt x="78188" y="28888"/>
                    <a:pt x="78188" y="28888"/>
                    <a:pt x="78188" y="28888"/>
                  </a:cubicBezTo>
                  <a:cubicBezTo>
                    <a:pt x="76933" y="28000"/>
                    <a:pt x="76933" y="28000"/>
                    <a:pt x="76933" y="28000"/>
                  </a:cubicBezTo>
                  <a:cubicBezTo>
                    <a:pt x="74843" y="27111"/>
                    <a:pt x="74843" y="27111"/>
                    <a:pt x="74843" y="27111"/>
                  </a:cubicBezTo>
                  <a:cubicBezTo>
                    <a:pt x="71080" y="26666"/>
                    <a:pt x="71080" y="26666"/>
                    <a:pt x="71080" y="26666"/>
                  </a:cubicBezTo>
                  <a:cubicBezTo>
                    <a:pt x="68153" y="28444"/>
                    <a:pt x="68153" y="28444"/>
                    <a:pt x="68153" y="28444"/>
                  </a:cubicBezTo>
                  <a:cubicBezTo>
                    <a:pt x="66480" y="30222"/>
                    <a:pt x="66480" y="30222"/>
                    <a:pt x="66480" y="30222"/>
                  </a:cubicBezTo>
                  <a:cubicBezTo>
                    <a:pt x="63554" y="30666"/>
                    <a:pt x="63554" y="30666"/>
                    <a:pt x="63554" y="30666"/>
                  </a:cubicBezTo>
                  <a:cubicBezTo>
                    <a:pt x="60209" y="30666"/>
                    <a:pt x="60209" y="30666"/>
                    <a:pt x="60209" y="30666"/>
                  </a:cubicBezTo>
                  <a:cubicBezTo>
                    <a:pt x="58536" y="32000"/>
                    <a:pt x="58536" y="32000"/>
                    <a:pt x="58536" y="32000"/>
                  </a:cubicBezTo>
                  <a:cubicBezTo>
                    <a:pt x="56445" y="36000"/>
                    <a:pt x="56445" y="36000"/>
                    <a:pt x="56445" y="36000"/>
                  </a:cubicBezTo>
                  <a:cubicBezTo>
                    <a:pt x="53937" y="37777"/>
                    <a:pt x="53937" y="37777"/>
                    <a:pt x="53937" y="37777"/>
                  </a:cubicBezTo>
                  <a:cubicBezTo>
                    <a:pt x="53519" y="37333"/>
                    <a:pt x="53519" y="37333"/>
                    <a:pt x="53519" y="37333"/>
                  </a:cubicBezTo>
                  <a:cubicBezTo>
                    <a:pt x="54355" y="35555"/>
                    <a:pt x="54355" y="35555"/>
                    <a:pt x="54355" y="35555"/>
                  </a:cubicBezTo>
                  <a:cubicBezTo>
                    <a:pt x="55609" y="34222"/>
                    <a:pt x="55609" y="34222"/>
                    <a:pt x="55609" y="34222"/>
                  </a:cubicBezTo>
                  <a:cubicBezTo>
                    <a:pt x="54773" y="32888"/>
                    <a:pt x="54773" y="32888"/>
                    <a:pt x="54773" y="32888"/>
                  </a:cubicBezTo>
                  <a:cubicBezTo>
                    <a:pt x="53101" y="33777"/>
                    <a:pt x="53101" y="33777"/>
                    <a:pt x="53101" y="33777"/>
                  </a:cubicBezTo>
                  <a:cubicBezTo>
                    <a:pt x="52264" y="34222"/>
                    <a:pt x="52264" y="34222"/>
                    <a:pt x="52264" y="34222"/>
                  </a:cubicBezTo>
                  <a:cubicBezTo>
                    <a:pt x="51428" y="36000"/>
                    <a:pt x="51428" y="36000"/>
                    <a:pt x="51428" y="36000"/>
                  </a:cubicBezTo>
                  <a:cubicBezTo>
                    <a:pt x="50592" y="36444"/>
                    <a:pt x="50592" y="36444"/>
                    <a:pt x="50592" y="36444"/>
                  </a:cubicBezTo>
                  <a:cubicBezTo>
                    <a:pt x="50174" y="36444"/>
                    <a:pt x="50174" y="36444"/>
                    <a:pt x="50174" y="36444"/>
                  </a:cubicBezTo>
                  <a:cubicBezTo>
                    <a:pt x="49337" y="33333"/>
                    <a:pt x="49337" y="33333"/>
                    <a:pt x="49337" y="33333"/>
                  </a:cubicBezTo>
                  <a:cubicBezTo>
                    <a:pt x="48919" y="33333"/>
                    <a:pt x="48919" y="33333"/>
                    <a:pt x="48919" y="33333"/>
                  </a:cubicBezTo>
                  <a:cubicBezTo>
                    <a:pt x="48083" y="36000"/>
                    <a:pt x="48083" y="36000"/>
                    <a:pt x="48083" y="36000"/>
                  </a:cubicBezTo>
                  <a:cubicBezTo>
                    <a:pt x="47665" y="37777"/>
                    <a:pt x="47665" y="37777"/>
                    <a:pt x="47665" y="37777"/>
                  </a:cubicBezTo>
                  <a:cubicBezTo>
                    <a:pt x="45993" y="40000"/>
                    <a:pt x="45993" y="40000"/>
                    <a:pt x="45993" y="40000"/>
                  </a:cubicBezTo>
                  <a:cubicBezTo>
                    <a:pt x="44738" y="44888"/>
                    <a:pt x="44738" y="44888"/>
                    <a:pt x="44738" y="44888"/>
                  </a:cubicBezTo>
                  <a:cubicBezTo>
                    <a:pt x="43902" y="47555"/>
                    <a:pt x="43902" y="47555"/>
                    <a:pt x="43902" y="47555"/>
                  </a:cubicBezTo>
                  <a:cubicBezTo>
                    <a:pt x="41393" y="49777"/>
                    <a:pt x="41393" y="49777"/>
                    <a:pt x="41393" y="49777"/>
                  </a:cubicBezTo>
                  <a:cubicBezTo>
                    <a:pt x="40557" y="48000"/>
                    <a:pt x="40557" y="48000"/>
                    <a:pt x="40557" y="48000"/>
                  </a:cubicBezTo>
                  <a:cubicBezTo>
                    <a:pt x="40139" y="44888"/>
                    <a:pt x="40139" y="44888"/>
                    <a:pt x="40139" y="44888"/>
                  </a:cubicBezTo>
                  <a:cubicBezTo>
                    <a:pt x="39721" y="44444"/>
                    <a:pt x="39721" y="44444"/>
                    <a:pt x="39721" y="44444"/>
                  </a:cubicBezTo>
                  <a:cubicBezTo>
                    <a:pt x="38885" y="43111"/>
                    <a:pt x="38885" y="43111"/>
                    <a:pt x="38885" y="43111"/>
                  </a:cubicBezTo>
                  <a:cubicBezTo>
                    <a:pt x="39303" y="41777"/>
                    <a:pt x="39303" y="41777"/>
                    <a:pt x="39303" y="41777"/>
                  </a:cubicBezTo>
                  <a:cubicBezTo>
                    <a:pt x="38885" y="39111"/>
                    <a:pt x="38885" y="39111"/>
                    <a:pt x="38885" y="39111"/>
                  </a:cubicBezTo>
                  <a:cubicBezTo>
                    <a:pt x="37630" y="37777"/>
                    <a:pt x="37630" y="37777"/>
                    <a:pt x="37630" y="37777"/>
                  </a:cubicBezTo>
                  <a:cubicBezTo>
                    <a:pt x="35121" y="36000"/>
                    <a:pt x="35121" y="36000"/>
                    <a:pt x="35121" y="36000"/>
                  </a:cubicBezTo>
                  <a:cubicBezTo>
                    <a:pt x="34285" y="34222"/>
                    <a:pt x="34285" y="34222"/>
                    <a:pt x="34285" y="34222"/>
                  </a:cubicBezTo>
                  <a:cubicBezTo>
                    <a:pt x="31358" y="33777"/>
                    <a:pt x="31358" y="33777"/>
                    <a:pt x="31358" y="33777"/>
                  </a:cubicBezTo>
                  <a:cubicBezTo>
                    <a:pt x="27595" y="33777"/>
                    <a:pt x="27595" y="33777"/>
                    <a:pt x="27595" y="33777"/>
                  </a:cubicBezTo>
                  <a:cubicBezTo>
                    <a:pt x="26759" y="32888"/>
                    <a:pt x="26759" y="32888"/>
                    <a:pt x="26759" y="32888"/>
                  </a:cubicBezTo>
                  <a:cubicBezTo>
                    <a:pt x="24250" y="32888"/>
                    <a:pt x="24250" y="32888"/>
                    <a:pt x="24250" y="32888"/>
                  </a:cubicBezTo>
                  <a:cubicBezTo>
                    <a:pt x="20905" y="32444"/>
                    <a:pt x="20905" y="32444"/>
                    <a:pt x="20905" y="32444"/>
                  </a:cubicBezTo>
                  <a:cubicBezTo>
                    <a:pt x="20487" y="31555"/>
                    <a:pt x="20487" y="31555"/>
                    <a:pt x="20487" y="31555"/>
                  </a:cubicBezTo>
                  <a:cubicBezTo>
                    <a:pt x="17979" y="30222"/>
                    <a:pt x="17979" y="30222"/>
                    <a:pt x="17979" y="30222"/>
                  </a:cubicBezTo>
                  <a:cubicBezTo>
                    <a:pt x="15052" y="29777"/>
                    <a:pt x="15052" y="29777"/>
                    <a:pt x="15052" y="29777"/>
                  </a:cubicBezTo>
                  <a:cubicBezTo>
                    <a:pt x="12125" y="28888"/>
                    <a:pt x="12125" y="28888"/>
                    <a:pt x="12125" y="28888"/>
                  </a:cubicBezTo>
                  <a:cubicBezTo>
                    <a:pt x="8780" y="27555"/>
                    <a:pt x="8780" y="27555"/>
                    <a:pt x="8780" y="27555"/>
                  </a:cubicBezTo>
                  <a:cubicBezTo>
                    <a:pt x="6689" y="26222"/>
                    <a:pt x="6689" y="26222"/>
                    <a:pt x="6689" y="26222"/>
                  </a:cubicBezTo>
                  <a:cubicBezTo>
                    <a:pt x="5017" y="26222"/>
                    <a:pt x="5017" y="26222"/>
                    <a:pt x="5017" y="26222"/>
                  </a:cubicBezTo>
                  <a:cubicBezTo>
                    <a:pt x="4599" y="26222"/>
                    <a:pt x="4599" y="26222"/>
                    <a:pt x="4599" y="26222"/>
                  </a:cubicBezTo>
                  <a:cubicBezTo>
                    <a:pt x="3763" y="25333"/>
                    <a:pt x="3763" y="25333"/>
                    <a:pt x="3763" y="25333"/>
                  </a:cubicBezTo>
                  <a:cubicBezTo>
                    <a:pt x="2926" y="24000"/>
                    <a:pt x="2926" y="24000"/>
                    <a:pt x="2926" y="24000"/>
                  </a:cubicBezTo>
                  <a:cubicBezTo>
                    <a:pt x="0" y="23111"/>
                    <a:pt x="0" y="23111"/>
                    <a:pt x="0" y="23111"/>
                  </a:cubicBezTo>
                  <a:lnTo>
                    <a:pt x="0" y="2266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6" name="Shape 1431">
              <a:extLst>
                <a:ext uri="{FF2B5EF4-FFF2-40B4-BE49-F238E27FC236}">
                  <a16:creationId xmlns:a16="http://schemas.microsoft.com/office/drawing/2014/main" id="{246C1642-89B0-0D47-BD6E-60E4396EA862}"/>
                </a:ext>
              </a:extLst>
            </p:cNvPr>
            <p:cNvSpPr/>
            <p:nvPr/>
          </p:nvSpPr>
          <p:spPr>
            <a:xfrm>
              <a:off x="6848078" y="1986052"/>
              <a:ext cx="286694" cy="305247"/>
            </a:xfrm>
            <a:custGeom>
              <a:avLst/>
              <a:gdLst/>
              <a:ahLst/>
              <a:cxnLst/>
              <a:rect l="0" t="0" r="0" b="0"/>
              <a:pathLst>
                <a:path w="120000" h="120000" extrusionOk="0">
                  <a:moveTo>
                    <a:pt x="106268" y="38873"/>
                  </a:moveTo>
                  <a:cubicBezTo>
                    <a:pt x="105671" y="38309"/>
                    <a:pt x="105671" y="38309"/>
                    <a:pt x="105671" y="38309"/>
                  </a:cubicBezTo>
                  <a:cubicBezTo>
                    <a:pt x="104477" y="36619"/>
                    <a:pt x="104477" y="36619"/>
                    <a:pt x="104477" y="36619"/>
                  </a:cubicBezTo>
                  <a:cubicBezTo>
                    <a:pt x="105074" y="34929"/>
                    <a:pt x="105074" y="34929"/>
                    <a:pt x="105074" y="34929"/>
                  </a:cubicBezTo>
                  <a:cubicBezTo>
                    <a:pt x="104477" y="31549"/>
                    <a:pt x="104477" y="31549"/>
                    <a:pt x="104477" y="31549"/>
                  </a:cubicBezTo>
                  <a:cubicBezTo>
                    <a:pt x="102686" y="29859"/>
                    <a:pt x="102686" y="29859"/>
                    <a:pt x="102686" y="29859"/>
                  </a:cubicBezTo>
                  <a:cubicBezTo>
                    <a:pt x="99104" y="27605"/>
                    <a:pt x="99104" y="27605"/>
                    <a:pt x="99104" y="27605"/>
                  </a:cubicBezTo>
                  <a:cubicBezTo>
                    <a:pt x="97910" y="25352"/>
                    <a:pt x="97910" y="25352"/>
                    <a:pt x="97910" y="25352"/>
                  </a:cubicBezTo>
                  <a:cubicBezTo>
                    <a:pt x="93731" y="24788"/>
                    <a:pt x="93731" y="24788"/>
                    <a:pt x="93731" y="24788"/>
                  </a:cubicBezTo>
                  <a:cubicBezTo>
                    <a:pt x="88358" y="24788"/>
                    <a:pt x="88358" y="24788"/>
                    <a:pt x="88358" y="24788"/>
                  </a:cubicBezTo>
                  <a:cubicBezTo>
                    <a:pt x="87164" y="23661"/>
                    <a:pt x="87164" y="23661"/>
                    <a:pt x="87164" y="23661"/>
                  </a:cubicBezTo>
                  <a:cubicBezTo>
                    <a:pt x="83582" y="23661"/>
                    <a:pt x="83582" y="23661"/>
                    <a:pt x="83582" y="23661"/>
                  </a:cubicBezTo>
                  <a:cubicBezTo>
                    <a:pt x="78805" y="23098"/>
                    <a:pt x="78805" y="23098"/>
                    <a:pt x="78805" y="23098"/>
                  </a:cubicBezTo>
                  <a:cubicBezTo>
                    <a:pt x="78208" y="21971"/>
                    <a:pt x="78208" y="21971"/>
                    <a:pt x="78208" y="21971"/>
                  </a:cubicBezTo>
                  <a:cubicBezTo>
                    <a:pt x="74626" y="20281"/>
                    <a:pt x="74626" y="20281"/>
                    <a:pt x="74626" y="20281"/>
                  </a:cubicBezTo>
                  <a:cubicBezTo>
                    <a:pt x="70447" y="19718"/>
                    <a:pt x="70447" y="19718"/>
                    <a:pt x="70447" y="19718"/>
                  </a:cubicBezTo>
                  <a:cubicBezTo>
                    <a:pt x="66268" y="18591"/>
                    <a:pt x="66268" y="18591"/>
                    <a:pt x="66268" y="18591"/>
                  </a:cubicBezTo>
                  <a:cubicBezTo>
                    <a:pt x="61492" y="16901"/>
                    <a:pt x="61492" y="16901"/>
                    <a:pt x="61492" y="16901"/>
                  </a:cubicBezTo>
                  <a:cubicBezTo>
                    <a:pt x="58507" y="15211"/>
                    <a:pt x="58507" y="15211"/>
                    <a:pt x="58507" y="15211"/>
                  </a:cubicBezTo>
                  <a:cubicBezTo>
                    <a:pt x="56119" y="15211"/>
                    <a:pt x="56119" y="15211"/>
                    <a:pt x="56119" y="15211"/>
                  </a:cubicBezTo>
                  <a:cubicBezTo>
                    <a:pt x="55522" y="15211"/>
                    <a:pt x="55522" y="15211"/>
                    <a:pt x="55522" y="15211"/>
                  </a:cubicBezTo>
                  <a:cubicBezTo>
                    <a:pt x="54328" y="14084"/>
                    <a:pt x="54328" y="14084"/>
                    <a:pt x="54328" y="14084"/>
                  </a:cubicBezTo>
                  <a:cubicBezTo>
                    <a:pt x="53134" y="12394"/>
                    <a:pt x="53134" y="12394"/>
                    <a:pt x="53134" y="12394"/>
                  </a:cubicBezTo>
                  <a:cubicBezTo>
                    <a:pt x="48955" y="11267"/>
                    <a:pt x="48955" y="11267"/>
                    <a:pt x="48955" y="11267"/>
                  </a:cubicBezTo>
                  <a:cubicBezTo>
                    <a:pt x="48955" y="11267"/>
                    <a:pt x="48955" y="11267"/>
                    <a:pt x="48955" y="11267"/>
                  </a:cubicBezTo>
                  <a:cubicBezTo>
                    <a:pt x="48358" y="11267"/>
                    <a:pt x="48358" y="11267"/>
                    <a:pt x="48358" y="11267"/>
                  </a:cubicBezTo>
                  <a:cubicBezTo>
                    <a:pt x="46567" y="10140"/>
                    <a:pt x="46567" y="10140"/>
                    <a:pt x="46567" y="10140"/>
                  </a:cubicBezTo>
                  <a:cubicBezTo>
                    <a:pt x="44776" y="9014"/>
                    <a:pt x="44776" y="9014"/>
                    <a:pt x="44776" y="9014"/>
                  </a:cubicBezTo>
                  <a:cubicBezTo>
                    <a:pt x="42985" y="8450"/>
                    <a:pt x="42985" y="8450"/>
                    <a:pt x="42985" y="8450"/>
                  </a:cubicBezTo>
                  <a:cubicBezTo>
                    <a:pt x="41791" y="9577"/>
                    <a:pt x="41791" y="9577"/>
                    <a:pt x="41791" y="9577"/>
                  </a:cubicBezTo>
                  <a:cubicBezTo>
                    <a:pt x="40000" y="10140"/>
                    <a:pt x="40000" y="10140"/>
                    <a:pt x="40000" y="10140"/>
                  </a:cubicBezTo>
                  <a:cubicBezTo>
                    <a:pt x="39402" y="9577"/>
                    <a:pt x="39402" y="9577"/>
                    <a:pt x="39402" y="9577"/>
                  </a:cubicBezTo>
                  <a:cubicBezTo>
                    <a:pt x="40000" y="8450"/>
                    <a:pt x="40000" y="8450"/>
                    <a:pt x="40000" y="8450"/>
                  </a:cubicBezTo>
                  <a:cubicBezTo>
                    <a:pt x="40597" y="5070"/>
                    <a:pt x="40597" y="5070"/>
                    <a:pt x="40597" y="5070"/>
                  </a:cubicBezTo>
                  <a:cubicBezTo>
                    <a:pt x="41194" y="3943"/>
                    <a:pt x="41194" y="3943"/>
                    <a:pt x="41194" y="3943"/>
                  </a:cubicBezTo>
                  <a:cubicBezTo>
                    <a:pt x="41791" y="1126"/>
                    <a:pt x="41791" y="1126"/>
                    <a:pt x="41791" y="1126"/>
                  </a:cubicBezTo>
                  <a:cubicBezTo>
                    <a:pt x="40000" y="0"/>
                    <a:pt x="40000" y="0"/>
                    <a:pt x="40000" y="0"/>
                  </a:cubicBezTo>
                  <a:cubicBezTo>
                    <a:pt x="38805" y="563"/>
                    <a:pt x="38805" y="563"/>
                    <a:pt x="38805" y="563"/>
                  </a:cubicBezTo>
                  <a:cubicBezTo>
                    <a:pt x="36417" y="1690"/>
                    <a:pt x="36417" y="1690"/>
                    <a:pt x="36417" y="1690"/>
                  </a:cubicBezTo>
                  <a:cubicBezTo>
                    <a:pt x="34029" y="2253"/>
                    <a:pt x="34029" y="2253"/>
                    <a:pt x="34029" y="2253"/>
                  </a:cubicBezTo>
                  <a:cubicBezTo>
                    <a:pt x="31044" y="3380"/>
                    <a:pt x="31044" y="3380"/>
                    <a:pt x="31044" y="3380"/>
                  </a:cubicBezTo>
                  <a:cubicBezTo>
                    <a:pt x="28059" y="5070"/>
                    <a:pt x="28059" y="5070"/>
                    <a:pt x="28059" y="5070"/>
                  </a:cubicBezTo>
                  <a:cubicBezTo>
                    <a:pt x="23283" y="7323"/>
                    <a:pt x="23283" y="7323"/>
                    <a:pt x="23283" y="7323"/>
                  </a:cubicBezTo>
                  <a:cubicBezTo>
                    <a:pt x="22089" y="9014"/>
                    <a:pt x="22089" y="9014"/>
                    <a:pt x="22089" y="9014"/>
                  </a:cubicBezTo>
                  <a:cubicBezTo>
                    <a:pt x="19701" y="9014"/>
                    <a:pt x="19701" y="9014"/>
                    <a:pt x="19701" y="9014"/>
                  </a:cubicBezTo>
                  <a:cubicBezTo>
                    <a:pt x="16716" y="7887"/>
                    <a:pt x="16716" y="7887"/>
                    <a:pt x="16716" y="7887"/>
                  </a:cubicBezTo>
                  <a:cubicBezTo>
                    <a:pt x="14925" y="6197"/>
                    <a:pt x="14925" y="6197"/>
                    <a:pt x="14925" y="6197"/>
                  </a:cubicBezTo>
                  <a:cubicBezTo>
                    <a:pt x="12537" y="8450"/>
                    <a:pt x="12537" y="8450"/>
                    <a:pt x="12537" y="8450"/>
                  </a:cubicBezTo>
                  <a:cubicBezTo>
                    <a:pt x="11940" y="24225"/>
                    <a:pt x="11940" y="24225"/>
                    <a:pt x="11940" y="24225"/>
                  </a:cubicBezTo>
                  <a:cubicBezTo>
                    <a:pt x="4179" y="28732"/>
                    <a:pt x="4179" y="28732"/>
                    <a:pt x="4179" y="28732"/>
                  </a:cubicBezTo>
                  <a:cubicBezTo>
                    <a:pt x="2985" y="30985"/>
                    <a:pt x="2985" y="30985"/>
                    <a:pt x="2985" y="30985"/>
                  </a:cubicBezTo>
                  <a:cubicBezTo>
                    <a:pt x="0" y="37183"/>
                    <a:pt x="0" y="37183"/>
                    <a:pt x="0" y="37183"/>
                  </a:cubicBezTo>
                  <a:cubicBezTo>
                    <a:pt x="2985" y="40563"/>
                    <a:pt x="2985" y="40563"/>
                    <a:pt x="2985" y="40563"/>
                  </a:cubicBezTo>
                  <a:cubicBezTo>
                    <a:pt x="4179" y="40563"/>
                    <a:pt x="4179" y="40563"/>
                    <a:pt x="4179" y="40563"/>
                  </a:cubicBezTo>
                  <a:cubicBezTo>
                    <a:pt x="2985" y="50140"/>
                    <a:pt x="2985" y="50140"/>
                    <a:pt x="2985" y="50140"/>
                  </a:cubicBezTo>
                  <a:cubicBezTo>
                    <a:pt x="2388" y="60281"/>
                    <a:pt x="2388" y="60281"/>
                    <a:pt x="2388" y="60281"/>
                  </a:cubicBezTo>
                  <a:cubicBezTo>
                    <a:pt x="5970" y="63098"/>
                    <a:pt x="5970" y="63098"/>
                    <a:pt x="5970" y="63098"/>
                  </a:cubicBezTo>
                  <a:cubicBezTo>
                    <a:pt x="11343" y="65915"/>
                    <a:pt x="11343" y="65915"/>
                    <a:pt x="11343" y="65915"/>
                  </a:cubicBezTo>
                  <a:cubicBezTo>
                    <a:pt x="19701" y="70422"/>
                    <a:pt x="19701" y="70422"/>
                    <a:pt x="19701" y="70422"/>
                  </a:cubicBezTo>
                  <a:cubicBezTo>
                    <a:pt x="25074" y="76056"/>
                    <a:pt x="25074" y="76056"/>
                    <a:pt x="25074" y="76056"/>
                  </a:cubicBezTo>
                  <a:cubicBezTo>
                    <a:pt x="26865" y="78309"/>
                    <a:pt x="26865" y="78309"/>
                    <a:pt x="26865" y="78309"/>
                  </a:cubicBezTo>
                  <a:cubicBezTo>
                    <a:pt x="31044" y="81126"/>
                    <a:pt x="31044" y="81126"/>
                    <a:pt x="31044" y="81126"/>
                  </a:cubicBezTo>
                  <a:cubicBezTo>
                    <a:pt x="35820" y="85633"/>
                    <a:pt x="35820" y="85633"/>
                    <a:pt x="35820" y="85633"/>
                  </a:cubicBezTo>
                  <a:cubicBezTo>
                    <a:pt x="36417" y="89577"/>
                    <a:pt x="36417" y="89577"/>
                    <a:pt x="36417" y="89577"/>
                  </a:cubicBezTo>
                  <a:cubicBezTo>
                    <a:pt x="35820" y="93521"/>
                    <a:pt x="35820" y="93521"/>
                    <a:pt x="35820" y="93521"/>
                  </a:cubicBezTo>
                  <a:cubicBezTo>
                    <a:pt x="37611" y="97464"/>
                    <a:pt x="37611" y="97464"/>
                    <a:pt x="37611" y="97464"/>
                  </a:cubicBezTo>
                  <a:cubicBezTo>
                    <a:pt x="38805" y="99154"/>
                    <a:pt x="38805" y="99154"/>
                    <a:pt x="38805" y="99154"/>
                  </a:cubicBezTo>
                  <a:cubicBezTo>
                    <a:pt x="38805" y="103098"/>
                    <a:pt x="38805" y="103098"/>
                    <a:pt x="38805" y="103098"/>
                  </a:cubicBezTo>
                  <a:cubicBezTo>
                    <a:pt x="38805" y="105352"/>
                    <a:pt x="38805" y="105352"/>
                    <a:pt x="38805" y="105352"/>
                  </a:cubicBezTo>
                  <a:cubicBezTo>
                    <a:pt x="38805" y="108732"/>
                    <a:pt x="38805" y="108732"/>
                    <a:pt x="38805" y="108732"/>
                  </a:cubicBezTo>
                  <a:cubicBezTo>
                    <a:pt x="40000" y="111549"/>
                    <a:pt x="40000" y="111549"/>
                    <a:pt x="40000" y="111549"/>
                  </a:cubicBezTo>
                  <a:cubicBezTo>
                    <a:pt x="40000" y="114366"/>
                    <a:pt x="40000" y="114366"/>
                    <a:pt x="40000" y="114366"/>
                  </a:cubicBezTo>
                  <a:cubicBezTo>
                    <a:pt x="42985" y="114366"/>
                    <a:pt x="42985" y="114366"/>
                    <a:pt x="42985" y="114366"/>
                  </a:cubicBezTo>
                  <a:cubicBezTo>
                    <a:pt x="42985" y="114366"/>
                    <a:pt x="45373" y="116619"/>
                    <a:pt x="45970" y="116619"/>
                  </a:cubicBezTo>
                  <a:cubicBezTo>
                    <a:pt x="46567" y="116619"/>
                    <a:pt x="48955" y="117746"/>
                    <a:pt x="48955" y="117746"/>
                  </a:cubicBezTo>
                  <a:cubicBezTo>
                    <a:pt x="50746" y="119999"/>
                    <a:pt x="50746" y="119999"/>
                    <a:pt x="50746" y="119999"/>
                  </a:cubicBezTo>
                  <a:cubicBezTo>
                    <a:pt x="109850" y="116619"/>
                    <a:pt x="109850" y="116619"/>
                    <a:pt x="109850" y="116619"/>
                  </a:cubicBezTo>
                  <a:cubicBezTo>
                    <a:pt x="109850" y="109859"/>
                    <a:pt x="109850" y="109859"/>
                    <a:pt x="109850" y="109859"/>
                  </a:cubicBezTo>
                  <a:cubicBezTo>
                    <a:pt x="109850" y="107605"/>
                    <a:pt x="109850" y="107605"/>
                    <a:pt x="109850" y="107605"/>
                  </a:cubicBezTo>
                  <a:cubicBezTo>
                    <a:pt x="106865" y="100845"/>
                    <a:pt x="106865" y="100845"/>
                    <a:pt x="106865" y="100845"/>
                  </a:cubicBezTo>
                  <a:cubicBezTo>
                    <a:pt x="106268" y="96901"/>
                    <a:pt x="106268" y="96901"/>
                    <a:pt x="106268" y="96901"/>
                  </a:cubicBezTo>
                  <a:cubicBezTo>
                    <a:pt x="106865" y="92394"/>
                    <a:pt x="106865" y="92394"/>
                    <a:pt x="106865" y="92394"/>
                  </a:cubicBezTo>
                  <a:cubicBezTo>
                    <a:pt x="108059" y="89014"/>
                    <a:pt x="108059" y="89014"/>
                    <a:pt x="108059" y="89014"/>
                  </a:cubicBezTo>
                  <a:cubicBezTo>
                    <a:pt x="108656" y="87323"/>
                    <a:pt x="108656" y="87323"/>
                    <a:pt x="108656" y="87323"/>
                  </a:cubicBezTo>
                  <a:cubicBezTo>
                    <a:pt x="109850" y="85633"/>
                    <a:pt x="109850" y="85633"/>
                    <a:pt x="109850" y="85633"/>
                  </a:cubicBezTo>
                  <a:cubicBezTo>
                    <a:pt x="108656" y="82816"/>
                    <a:pt x="108656" y="82816"/>
                    <a:pt x="108656" y="82816"/>
                  </a:cubicBezTo>
                  <a:cubicBezTo>
                    <a:pt x="108656" y="78873"/>
                    <a:pt x="108656" y="78873"/>
                    <a:pt x="108656" y="78873"/>
                  </a:cubicBezTo>
                  <a:cubicBezTo>
                    <a:pt x="108656" y="76619"/>
                    <a:pt x="108656" y="76619"/>
                    <a:pt x="108656" y="76619"/>
                  </a:cubicBezTo>
                  <a:cubicBezTo>
                    <a:pt x="109850" y="74929"/>
                    <a:pt x="109850" y="74929"/>
                    <a:pt x="109850" y="74929"/>
                  </a:cubicBezTo>
                  <a:cubicBezTo>
                    <a:pt x="109850" y="73802"/>
                    <a:pt x="109850" y="73802"/>
                    <a:pt x="109850" y="73802"/>
                  </a:cubicBezTo>
                  <a:cubicBezTo>
                    <a:pt x="112238" y="71549"/>
                    <a:pt x="112238" y="71549"/>
                    <a:pt x="112238" y="71549"/>
                  </a:cubicBezTo>
                  <a:cubicBezTo>
                    <a:pt x="112238" y="70422"/>
                    <a:pt x="112238" y="70422"/>
                    <a:pt x="112238" y="70422"/>
                  </a:cubicBezTo>
                  <a:cubicBezTo>
                    <a:pt x="111044" y="68169"/>
                    <a:pt x="111044" y="68169"/>
                    <a:pt x="111044" y="68169"/>
                  </a:cubicBezTo>
                  <a:cubicBezTo>
                    <a:pt x="111044" y="66478"/>
                    <a:pt x="111044" y="66478"/>
                    <a:pt x="111044" y="66478"/>
                  </a:cubicBezTo>
                  <a:cubicBezTo>
                    <a:pt x="111641" y="61971"/>
                    <a:pt x="111641" y="61971"/>
                    <a:pt x="111641" y="61971"/>
                  </a:cubicBezTo>
                  <a:cubicBezTo>
                    <a:pt x="112238" y="59154"/>
                    <a:pt x="112238" y="59154"/>
                    <a:pt x="112238" y="59154"/>
                  </a:cubicBezTo>
                  <a:cubicBezTo>
                    <a:pt x="114029" y="55774"/>
                    <a:pt x="114029" y="55774"/>
                    <a:pt x="114029" y="55774"/>
                  </a:cubicBezTo>
                  <a:cubicBezTo>
                    <a:pt x="117014" y="50140"/>
                    <a:pt x="117014" y="50140"/>
                    <a:pt x="117014" y="50140"/>
                  </a:cubicBezTo>
                  <a:cubicBezTo>
                    <a:pt x="117611" y="47887"/>
                    <a:pt x="117611" y="47887"/>
                    <a:pt x="117611" y="47887"/>
                  </a:cubicBezTo>
                  <a:cubicBezTo>
                    <a:pt x="117611" y="46197"/>
                    <a:pt x="117611" y="46197"/>
                    <a:pt x="117611" y="46197"/>
                  </a:cubicBezTo>
                  <a:cubicBezTo>
                    <a:pt x="120000" y="45633"/>
                    <a:pt x="120000" y="45633"/>
                    <a:pt x="120000" y="45633"/>
                  </a:cubicBezTo>
                  <a:cubicBezTo>
                    <a:pt x="120000" y="44507"/>
                    <a:pt x="120000" y="44507"/>
                    <a:pt x="120000" y="44507"/>
                  </a:cubicBezTo>
                  <a:cubicBezTo>
                    <a:pt x="120000" y="43380"/>
                    <a:pt x="120000" y="43380"/>
                    <a:pt x="120000" y="43380"/>
                  </a:cubicBezTo>
                  <a:cubicBezTo>
                    <a:pt x="120000" y="42253"/>
                    <a:pt x="120000" y="42253"/>
                    <a:pt x="120000" y="42253"/>
                  </a:cubicBezTo>
                  <a:cubicBezTo>
                    <a:pt x="120000" y="41126"/>
                    <a:pt x="120000" y="41126"/>
                    <a:pt x="120000" y="41126"/>
                  </a:cubicBezTo>
                  <a:cubicBezTo>
                    <a:pt x="120000" y="40000"/>
                    <a:pt x="120000" y="40000"/>
                    <a:pt x="120000" y="40000"/>
                  </a:cubicBezTo>
                  <a:cubicBezTo>
                    <a:pt x="117611" y="42253"/>
                    <a:pt x="117611" y="42253"/>
                    <a:pt x="117611" y="42253"/>
                  </a:cubicBezTo>
                  <a:cubicBezTo>
                    <a:pt x="115820" y="44507"/>
                    <a:pt x="115820" y="44507"/>
                    <a:pt x="115820" y="44507"/>
                  </a:cubicBezTo>
                  <a:cubicBezTo>
                    <a:pt x="115223" y="47323"/>
                    <a:pt x="115223" y="47323"/>
                    <a:pt x="115223" y="47323"/>
                  </a:cubicBezTo>
                  <a:cubicBezTo>
                    <a:pt x="113432" y="50704"/>
                    <a:pt x="113432" y="50704"/>
                    <a:pt x="113432" y="50704"/>
                  </a:cubicBezTo>
                  <a:cubicBezTo>
                    <a:pt x="111641" y="51830"/>
                    <a:pt x="111641" y="51830"/>
                    <a:pt x="111641" y="51830"/>
                  </a:cubicBezTo>
                  <a:cubicBezTo>
                    <a:pt x="108059" y="53521"/>
                    <a:pt x="108059" y="53521"/>
                    <a:pt x="108059" y="53521"/>
                  </a:cubicBezTo>
                  <a:cubicBezTo>
                    <a:pt x="106268" y="55774"/>
                    <a:pt x="106268" y="55774"/>
                    <a:pt x="106268" y="55774"/>
                  </a:cubicBezTo>
                  <a:cubicBezTo>
                    <a:pt x="105671" y="56901"/>
                    <a:pt x="105671" y="56901"/>
                    <a:pt x="105671" y="56901"/>
                  </a:cubicBezTo>
                  <a:cubicBezTo>
                    <a:pt x="104477" y="59154"/>
                    <a:pt x="104477" y="59154"/>
                    <a:pt x="104477" y="59154"/>
                  </a:cubicBezTo>
                  <a:cubicBezTo>
                    <a:pt x="102089" y="61971"/>
                    <a:pt x="102089" y="61971"/>
                    <a:pt x="102089" y="61971"/>
                  </a:cubicBezTo>
                  <a:cubicBezTo>
                    <a:pt x="100298" y="60281"/>
                    <a:pt x="100298" y="60281"/>
                    <a:pt x="100298" y="60281"/>
                  </a:cubicBezTo>
                  <a:cubicBezTo>
                    <a:pt x="102089" y="58028"/>
                    <a:pt x="102089" y="58028"/>
                    <a:pt x="102089" y="58028"/>
                  </a:cubicBezTo>
                  <a:cubicBezTo>
                    <a:pt x="103283" y="54084"/>
                    <a:pt x="103283" y="54084"/>
                    <a:pt x="103283" y="54084"/>
                  </a:cubicBezTo>
                  <a:cubicBezTo>
                    <a:pt x="103880" y="52394"/>
                    <a:pt x="103880" y="52394"/>
                    <a:pt x="103880" y="52394"/>
                  </a:cubicBezTo>
                  <a:cubicBezTo>
                    <a:pt x="104477" y="51267"/>
                    <a:pt x="104477" y="51267"/>
                    <a:pt x="104477" y="51267"/>
                  </a:cubicBezTo>
                  <a:cubicBezTo>
                    <a:pt x="105671" y="50140"/>
                    <a:pt x="105671" y="50140"/>
                    <a:pt x="105671" y="50140"/>
                  </a:cubicBezTo>
                  <a:cubicBezTo>
                    <a:pt x="106865" y="49014"/>
                    <a:pt x="106865" y="49014"/>
                    <a:pt x="106865" y="49014"/>
                  </a:cubicBezTo>
                  <a:cubicBezTo>
                    <a:pt x="107462" y="47887"/>
                    <a:pt x="107462" y="47887"/>
                    <a:pt x="107462" y="47887"/>
                  </a:cubicBezTo>
                  <a:cubicBezTo>
                    <a:pt x="106865" y="45070"/>
                    <a:pt x="106865" y="45070"/>
                    <a:pt x="106865" y="45070"/>
                  </a:cubicBezTo>
                  <a:cubicBezTo>
                    <a:pt x="107462" y="43943"/>
                    <a:pt x="107462" y="43943"/>
                    <a:pt x="107462" y="43943"/>
                  </a:cubicBezTo>
                  <a:cubicBezTo>
                    <a:pt x="106865" y="42816"/>
                    <a:pt x="106865" y="42816"/>
                    <a:pt x="106865" y="42816"/>
                  </a:cubicBezTo>
                  <a:lnTo>
                    <a:pt x="106268" y="3887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7" name="Shape 1432">
              <a:extLst>
                <a:ext uri="{FF2B5EF4-FFF2-40B4-BE49-F238E27FC236}">
                  <a16:creationId xmlns:a16="http://schemas.microsoft.com/office/drawing/2014/main" id="{4C11AAA0-ADBA-EA41-8818-BADE2B38582D}"/>
                </a:ext>
              </a:extLst>
            </p:cNvPr>
            <p:cNvSpPr/>
            <p:nvPr/>
          </p:nvSpPr>
          <p:spPr>
            <a:xfrm>
              <a:off x="7268003" y="2274433"/>
              <a:ext cx="229356" cy="263085"/>
            </a:xfrm>
            <a:custGeom>
              <a:avLst/>
              <a:gdLst/>
              <a:ahLst/>
              <a:cxnLst/>
              <a:rect l="0" t="0" r="0" b="0"/>
              <a:pathLst>
                <a:path w="120000" h="120000" extrusionOk="0">
                  <a:moveTo>
                    <a:pt x="106764" y="3846"/>
                  </a:moveTo>
                  <a:lnTo>
                    <a:pt x="100588" y="6153"/>
                  </a:lnTo>
                  <a:lnTo>
                    <a:pt x="95294" y="10000"/>
                  </a:lnTo>
                  <a:lnTo>
                    <a:pt x="89117" y="13076"/>
                  </a:lnTo>
                  <a:lnTo>
                    <a:pt x="84705" y="16153"/>
                  </a:lnTo>
                  <a:lnTo>
                    <a:pt x="82058" y="16923"/>
                  </a:lnTo>
                  <a:lnTo>
                    <a:pt x="80294" y="18461"/>
                  </a:lnTo>
                  <a:lnTo>
                    <a:pt x="77647" y="20769"/>
                  </a:lnTo>
                  <a:lnTo>
                    <a:pt x="75000" y="20769"/>
                  </a:lnTo>
                  <a:lnTo>
                    <a:pt x="72352" y="20769"/>
                  </a:lnTo>
                  <a:lnTo>
                    <a:pt x="68823" y="22307"/>
                  </a:lnTo>
                  <a:lnTo>
                    <a:pt x="65294" y="25384"/>
                  </a:lnTo>
                  <a:lnTo>
                    <a:pt x="62647" y="25384"/>
                  </a:lnTo>
                  <a:lnTo>
                    <a:pt x="60882" y="25384"/>
                  </a:lnTo>
                  <a:lnTo>
                    <a:pt x="60000" y="25384"/>
                  </a:lnTo>
                  <a:lnTo>
                    <a:pt x="57352" y="23846"/>
                  </a:lnTo>
                  <a:lnTo>
                    <a:pt x="54705" y="21538"/>
                  </a:lnTo>
                  <a:lnTo>
                    <a:pt x="52941" y="22307"/>
                  </a:lnTo>
                  <a:lnTo>
                    <a:pt x="49411" y="21538"/>
                  </a:lnTo>
                  <a:lnTo>
                    <a:pt x="48529" y="20769"/>
                  </a:lnTo>
                  <a:lnTo>
                    <a:pt x="45000" y="18461"/>
                  </a:lnTo>
                  <a:lnTo>
                    <a:pt x="41470" y="17692"/>
                  </a:lnTo>
                  <a:lnTo>
                    <a:pt x="34411" y="16923"/>
                  </a:lnTo>
                  <a:lnTo>
                    <a:pt x="0" y="21538"/>
                  </a:lnTo>
                  <a:lnTo>
                    <a:pt x="9705" y="103076"/>
                  </a:lnTo>
                  <a:lnTo>
                    <a:pt x="14117" y="104615"/>
                  </a:lnTo>
                  <a:lnTo>
                    <a:pt x="18529" y="103076"/>
                  </a:lnTo>
                  <a:lnTo>
                    <a:pt x="19411" y="102307"/>
                  </a:lnTo>
                  <a:lnTo>
                    <a:pt x="23823" y="105384"/>
                  </a:lnTo>
                  <a:lnTo>
                    <a:pt x="27352" y="107692"/>
                  </a:lnTo>
                  <a:lnTo>
                    <a:pt x="29117" y="110769"/>
                  </a:lnTo>
                  <a:lnTo>
                    <a:pt x="30000" y="112307"/>
                  </a:lnTo>
                  <a:lnTo>
                    <a:pt x="34411" y="113076"/>
                  </a:lnTo>
                  <a:lnTo>
                    <a:pt x="37058" y="113846"/>
                  </a:lnTo>
                  <a:lnTo>
                    <a:pt x="38823" y="114615"/>
                  </a:lnTo>
                  <a:lnTo>
                    <a:pt x="40588" y="116153"/>
                  </a:lnTo>
                  <a:lnTo>
                    <a:pt x="43235" y="115384"/>
                  </a:lnTo>
                  <a:lnTo>
                    <a:pt x="43235" y="114615"/>
                  </a:lnTo>
                  <a:lnTo>
                    <a:pt x="45000" y="113076"/>
                  </a:lnTo>
                  <a:lnTo>
                    <a:pt x="45882" y="112307"/>
                  </a:lnTo>
                  <a:lnTo>
                    <a:pt x="48529" y="113846"/>
                  </a:lnTo>
                  <a:lnTo>
                    <a:pt x="52941" y="115384"/>
                  </a:lnTo>
                  <a:lnTo>
                    <a:pt x="58235" y="114615"/>
                  </a:lnTo>
                  <a:lnTo>
                    <a:pt x="59117" y="113846"/>
                  </a:lnTo>
                  <a:lnTo>
                    <a:pt x="60882" y="111538"/>
                  </a:lnTo>
                  <a:lnTo>
                    <a:pt x="62647" y="110769"/>
                  </a:lnTo>
                  <a:lnTo>
                    <a:pt x="63529" y="110000"/>
                  </a:lnTo>
                  <a:lnTo>
                    <a:pt x="66176" y="112307"/>
                  </a:lnTo>
                  <a:lnTo>
                    <a:pt x="69705" y="116153"/>
                  </a:lnTo>
                  <a:lnTo>
                    <a:pt x="73235" y="119230"/>
                  </a:lnTo>
                  <a:lnTo>
                    <a:pt x="75882" y="119230"/>
                  </a:lnTo>
                  <a:lnTo>
                    <a:pt x="75000" y="120000"/>
                  </a:lnTo>
                  <a:lnTo>
                    <a:pt x="77647" y="117692"/>
                  </a:lnTo>
                  <a:lnTo>
                    <a:pt x="81176" y="114615"/>
                  </a:lnTo>
                  <a:lnTo>
                    <a:pt x="82941" y="112307"/>
                  </a:lnTo>
                  <a:lnTo>
                    <a:pt x="82941" y="109230"/>
                  </a:lnTo>
                  <a:lnTo>
                    <a:pt x="85588" y="100769"/>
                  </a:lnTo>
                  <a:lnTo>
                    <a:pt x="88235" y="98461"/>
                  </a:lnTo>
                  <a:lnTo>
                    <a:pt x="91764" y="100769"/>
                  </a:lnTo>
                  <a:lnTo>
                    <a:pt x="92647" y="100000"/>
                  </a:lnTo>
                  <a:lnTo>
                    <a:pt x="93529" y="92307"/>
                  </a:lnTo>
                  <a:lnTo>
                    <a:pt x="96176" y="89230"/>
                  </a:lnTo>
                  <a:lnTo>
                    <a:pt x="99705" y="84615"/>
                  </a:lnTo>
                  <a:lnTo>
                    <a:pt x="104117" y="84615"/>
                  </a:lnTo>
                  <a:lnTo>
                    <a:pt x="106764" y="81538"/>
                  </a:lnTo>
                  <a:lnTo>
                    <a:pt x="113823" y="76153"/>
                  </a:lnTo>
                  <a:lnTo>
                    <a:pt x="115588" y="72307"/>
                  </a:lnTo>
                  <a:lnTo>
                    <a:pt x="115588" y="70000"/>
                  </a:lnTo>
                  <a:lnTo>
                    <a:pt x="116470" y="63846"/>
                  </a:lnTo>
                  <a:lnTo>
                    <a:pt x="116470" y="59230"/>
                  </a:lnTo>
                  <a:lnTo>
                    <a:pt x="117352" y="56923"/>
                  </a:lnTo>
                  <a:lnTo>
                    <a:pt x="117352" y="53846"/>
                  </a:lnTo>
                  <a:lnTo>
                    <a:pt x="117352" y="47692"/>
                  </a:lnTo>
                  <a:lnTo>
                    <a:pt x="117352" y="46923"/>
                  </a:lnTo>
                  <a:lnTo>
                    <a:pt x="116470" y="44615"/>
                  </a:lnTo>
                  <a:lnTo>
                    <a:pt x="117352" y="42307"/>
                  </a:lnTo>
                  <a:lnTo>
                    <a:pt x="120000" y="42307"/>
                  </a:lnTo>
                  <a:lnTo>
                    <a:pt x="111176" y="0"/>
                  </a:lnTo>
                  <a:lnTo>
                    <a:pt x="106764" y="3846"/>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8" name="Shape 1433">
              <a:extLst>
                <a:ext uri="{FF2B5EF4-FFF2-40B4-BE49-F238E27FC236}">
                  <a16:creationId xmlns:a16="http://schemas.microsoft.com/office/drawing/2014/main" id="{5633EC6F-7B65-BA46-B118-9FDC203D17F0}"/>
                </a:ext>
              </a:extLst>
            </p:cNvPr>
            <p:cNvSpPr/>
            <p:nvPr/>
          </p:nvSpPr>
          <p:spPr>
            <a:xfrm>
              <a:off x="7119596" y="2319968"/>
              <a:ext cx="168644" cy="290068"/>
            </a:xfrm>
            <a:custGeom>
              <a:avLst/>
              <a:gdLst/>
              <a:ahLst/>
              <a:cxnLst/>
              <a:rect l="0" t="0" r="0" b="0"/>
              <a:pathLst>
                <a:path w="120000" h="120000" extrusionOk="0">
                  <a:moveTo>
                    <a:pt x="6000" y="120000"/>
                  </a:moveTo>
                  <a:lnTo>
                    <a:pt x="6000" y="116511"/>
                  </a:lnTo>
                  <a:lnTo>
                    <a:pt x="15600" y="116511"/>
                  </a:lnTo>
                  <a:lnTo>
                    <a:pt x="19200" y="113720"/>
                  </a:lnTo>
                  <a:lnTo>
                    <a:pt x="22800" y="113720"/>
                  </a:lnTo>
                  <a:lnTo>
                    <a:pt x="28800" y="113720"/>
                  </a:lnTo>
                  <a:lnTo>
                    <a:pt x="32400" y="115813"/>
                  </a:lnTo>
                  <a:lnTo>
                    <a:pt x="37200" y="117209"/>
                  </a:lnTo>
                  <a:lnTo>
                    <a:pt x="38400" y="116511"/>
                  </a:lnTo>
                  <a:lnTo>
                    <a:pt x="38400" y="113720"/>
                  </a:lnTo>
                  <a:lnTo>
                    <a:pt x="43200" y="113023"/>
                  </a:lnTo>
                  <a:lnTo>
                    <a:pt x="45600" y="112325"/>
                  </a:lnTo>
                  <a:lnTo>
                    <a:pt x="50400" y="112325"/>
                  </a:lnTo>
                  <a:lnTo>
                    <a:pt x="52800" y="113720"/>
                  </a:lnTo>
                  <a:lnTo>
                    <a:pt x="57600" y="114418"/>
                  </a:lnTo>
                  <a:lnTo>
                    <a:pt x="58800" y="112325"/>
                  </a:lnTo>
                  <a:lnTo>
                    <a:pt x="58800" y="109534"/>
                  </a:lnTo>
                  <a:lnTo>
                    <a:pt x="62400" y="107441"/>
                  </a:lnTo>
                  <a:lnTo>
                    <a:pt x="63600" y="104651"/>
                  </a:lnTo>
                  <a:lnTo>
                    <a:pt x="66000" y="104651"/>
                  </a:lnTo>
                  <a:lnTo>
                    <a:pt x="67200" y="107441"/>
                  </a:lnTo>
                  <a:lnTo>
                    <a:pt x="70800" y="109534"/>
                  </a:lnTo>
                  <a:lnTo>
                    <a:pt x="72000" y="110232"/>
                  </a:lnTo>
                  <a:lnTo>
                    <a:pt x="79200" y="109534"/>
                  </a:lnTo>
                  <a:lnTo>
                    <a:pt x="81600" y="106744"/>
                  </a:lnTo>
                  <a:lnTo>
                    <a:pt x="81600" y="104651"/>
                  </a:lnTo>
                  <a:lnTo>
                    <a:pt x="85200" y="101162"/>
                  </a:lnTo>
                  <a:lnTo>
                    <a:pt x="88800" y="101162"/>
                  </a:lnTo>
                  <a:lnTo>
                    <a:pt x="91200" y="99767"/>
                  </a:lnTo>
                  <a:lnTo>
                    <a:pt x="93600" y="96976"/>
                  </a:lnTo>
                  <a:lnTo>
                    <a:pt x="96000" y="94186"/>
                  </a:lnTo>
                  <a:lnTo>
                    <a:pt x="96000" y="91395"/>
                  </a:lnTo>
                  <a:lnTo>
                    <a:pt x="97200" y="90000"/>
                  </a:lnTo>
                  <a:lnTo>
                    <a:pt x="97200" y="88604"/>
                  </a:lnTo>
                  <a:lnTo>
                    <a:pt x="98400" y="87906"/>
                  </a:lnTo>
                  <a:lnTo>
                    <a:pt x="108000" y="87209"/>
                  </a:lnTo>
                  <a:lnTo>
                    <a:pt x="112800" y="85813"/>
                  </a:lnTo>
                  <a:lnTo>
                    <a:pt x="117600" y="85813"/>
                  </a:lnTo>
                  <a:lnTo>
                    <a:pt x="120000" y="84418"/>
                  </a:lnTo>
                  <a:lnTo>
                    <a:pt x="118800" y="80232"/>
                  </a:lnTo>
                  <a:lnTo>
                    <a:pt x="120000" y="78837"/>
                  </a:lnTo>
                  <a:lnTo>
                    <a:pt x="117600" y="78139"/>
                  </a:lnTo>
                  <a:lnTo>
                    <a:pt x="116400" y="75348"/>
                  </a:lnTo>
                  <a:lnTo>
                    <a:pt x="118800" y="74651"/>
                  </a:lnTo>
                  <a:lnTo>
                    <a:pt x="105600" y="697"/>
                  </a:lnTo>
                  <a:lnTo>
                    <a:pt x="105600" y="0"/>
                  </a:lnTo>
                  <a:lnTo>
                    <a:pt x="32400" y="2790"/>
                  </a:lnTo>
                  <a:lnTo>
                    <a:pt x="32400" y="3488"/>
                  </a:lnTo>
                  <a:lnTo>
                    <a:pt x="24000" y="6279"/>
                  </a:lnTo>
                  <a:lnTo>
                    <a:pt x="19200" y="8372"/>
                  </a:lnTo>
                  <a:lnTo>
                    <a:pt x="15600" y="9069"/>
                  </a:lnTo>
                  <a:lnTo>
                    <a:pt x="9600" y="8372"/>
                  </a:lnTo>
                  <a:lnTo>
                    <a:pt x="13200" y="71860"/>
                  </a:lnTo>
                  <a:lnTo>
                    <a:pt x="12000" y="73953"/>
                  </a:lnTo>
                  <a:lnTo>
                    <a:pt x="12000" y="76046"/>
                  </a:lnTo>
                  <a:lnTo>
                    <a:pt x="12000" y="78837"/>
                  </a:lnTo>
                  <a:lnTo>
                    <a:pt x="13200" y="81627"/>
                  </a:lnTo>
                  <a:lnTo>
                    <a:pt x="18000" y="86511"/>
                  </a:lnTo>
                  <a:lnTo>
                    <a:pt x="19200" y="90697"/>
                  </a:lnTo>
                  <a:lnTo>
                    <a:pt x="19200" y="93488"/>
                  </a:lnTo>
                  <a:lnTo>
                    <a:pt x="15600" y="94883"/>
                  </a:lnTo>
                  <a:lnTo>
                    <a:pt x="13200" y="97674"/>
                  </a:lnTo>
                  <a:lnTo>
                    <a:pt x="12000" y="101162"/>
                  </a:lnTo>
                  <a:lnTo>
                    <a:pt x="9600" y="102558"/>
                  </a:lnTo>
                  <a:lnTo>
                    <a:pt x="6000" y="104651"/>
                  </a:lnTo>
                  <a:lnTo>
                    <a:pt x="4800" y="108837"/>
                  </a:lnTo>
                  <a:lnTo>
                    <a:pt x="2400" y="109534"/>
                  </a:lnTo>
                  <a:lnTo>
                    <a:pt x="0" y="112325"/>
                  </a:lnTo>
                  <a:lnTo>
                    <a:pt x="0" y="116511"/>
                  </a:lnTo>
                  <a:lnTo>
                    <a:pt x="1200" y="119302"/>
                  </a:lnTo>
                  <a:lnTo>
                    <a:pt x="2400" y="120000"/>
                  </a:lnTo>
                  <a:lnTo>
                    <a:pt x="2400" y="120000"/>
                  </a:lnTo>
                  <a:lnTo>
                    <a:pt x="6000"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9" name="Shape 1434">
              <a:extLst>
                <a:ext uri="{FF2B5EF4-FFF2-40B4-BE49-F238E27FC236}">
                  <a16:creationId xmlns:a16="http://schemas.microsoft.com/office/drawing/2014/main" id="{3716E783-BE45-4B4B-8389-49226057A05C}"/>
                </a:ext>
              </a:extLst>
            </p:cNvPr>
            <p:cNvSpPr/>
            <p:nvPr/>
          </p:nvSpPr>
          <p:spPr>
            <a:xfrm>
              <a:off x="6929028" y="2282866"/>
              <a:ext cx="217551" cy="381136"/>
            </a:xfrm>
            <a:custGeom>
              <a:avLst/>
              <a:gdLst/>
              <a:ahLst/>
              <a:cxnLst/>
              <a:rect l="0" t="0" r="0" b="0"/>
              <a:pathLst>
                <a:path w="120000" h="120000" extrusionOk="0">
                  <a:moveTo>
                    <a:pt x="80000" y="115752"/>
                  </a:moveTo>
                  <a:lnTo>
                    <a:pt x="81860" y="115221"/>
                  </a:lnTo>
                  <a:lnTo>
                    <a:pt x="85581" y="116283"/>
                  </a:lnTo>
                  <a:lnTo>
                    <a:pt x="89302" y="117876"/>
                  </a:lnTo>
                  <a:lnTo>
                    <a:pt x="92093" y="117876"/>
                  </a:lnTo>
                  <a:lnTo>
                    <a:pt x="94883" y="117876"/>
                  </a:lnTo>
                  <a:lnTo>
                    <a:pt x="96744" y="117345"/>
                  </a:lnTo>
                  <a:lnTo>
                    <a:pt x="94883" y="114690"/>
                  </a:lnTo>
                  <a:lnTo>
                    <a:pt x="94883" y="112035"/>
                  </a:lnTo>
                  <a:lnTo>
                    <a:pt x="97674" y="110973"/>
                  </a:lnTo>
                  <a:lnTo>
                    <a:pt x="103255" y="109911"/>
                  </a:lnTo>
                  <a:lnTo>
                    <a:pt x="105116" y="109380"/>
                  </a:lnTo>
                  <a:lnTo>
                    <a:pt x="104186" y="107787"/>
                  </a:lnTo>
                  <a:lnTo>
                    <a:pt x="104186" y="106194"/>
                  </a:lnTo>
                  <a:lnTo>
                    <a:pt x="104186" y="105663"/>
                  </a:lnTo>
                  <a:lnTo>
                    <a:pt x="104186" y="103539"/>
                  </a:lnTo>
                  <a:lnTo>
                    <a:pt x="106976" y="103008"/>
                  </a:lnTo>
                  <a:lnTo>
                    <a:pt x="106976" y="103008"/>
                  </a:lnTo>
                  <a:lnTo>
                    <a:pt x="106046" y="102477"/>
                  </a:lnTo>
                  <a:lnTo>
                    <a:pt x="105116" y="100353"/>
                  </a:lnTo>
                  <a:lnTo>
                    <a:pt x="105116" y="97168"/>
                  </a:lnTo>
                  <a:lnTo>
                    <a:pt x="106976" y="95044"/>
                  </a:lnTo>
                  <a:lnTo>
                    <a:pt x="108837" y="94513"/>
                  </a:lnTo>
                  <a:lnTo>
                    <a:pt x="109767" y="91327"/>
                  </a:lnTo>
                  <a:lnTo>
                    <a:pt x="112558" y="89734"/>
                  </a:lnTo>
                  <a:lnTo>
                    <a:pt x="114418" y="88672"/>
                  </a:lnTo>
                  <a:lnTo>
                    <a:pt x="115348" y="86017"/>
                  </a:lnTo>
                  <a:lnTo>
                    <a:pt x="117209" y="83893"/>
                  </a:lnTo>
                  <a:lnTo>
                    <a:pt x="120000" y="82831"/>
                  </a:lnTo>
                  <a:lnTo>
                    <a:pt x="120000" y="80707"/>
                  </a:lnTo>
                  <a:lnTo>
                    <a:pt x="119069" y="77522"/>
                  </a:lnTo>
                  <a:lnTo>
                    <a:pt x="115348" y="73805"/>
                  </a:lnTo>
                  <a:lnTo>
                    <a:pt x="114418" y="71681"/>
                  </a:lnTo>
                  <a:lnTo>
                    <a:pt x="114418" y="69557"/>
                  </a:lnTo>
                  <a:lnTo>
                    <a:pt x="114418" y="67964"/>
                  </a:lnTo>
                  <a:lnTo>
                    <a:pt x="115348" y="66371"/>
                  </a:lnTo>
                  <a:lnTo>
                    <a:pt x="112558" y="18053"/>
                  </a:lnTo>
                  <a:lnTo>
                    <a:pt x="113488" y="18053"/>
                  </a:lnTo>
                  <a:lnTo>
                    <a:pt x="109767" y="16460"/>
                  </a:lnTo>
                  <a:lnTo>
                    <a:pt x="107906" y="13805"/>
                  </a:lnTo>
                  <a:lnTo>
                    <a:pt x="106046" y="12212"/>
                  </a:lnTo>
                  <a:lnTo>
                    <a:pt x="105116" y="9026"/>
                  </a:lnTo>
                  <a:lnTo>
                    <a:pt x="101395" y="6902"/>
                  </a:lnTo>
                  <a:lnTo>
                    <a:pt x="99534" y="1592"/>
                  </a:lnTo>
                  <a:lnTo>
                    <a:pt x="99534" y="0"/>
                  </a:lnTo>
                  <a:lnTo>
                    <a:pt x="22325" y="2654"/>
                  </a:lnTo>
                  <a:lnTo>
                    <a:pt x="20465" y="1592"/>
                  </a:lnTo>
                  <a:lnTo>
                    <a:pt x="20465" y="1592"/>
                  </a:lnTo>
                  <a:lnTo>
                    <a:pt x="19534" y="3185"/>
                  </a:lnTo>
                  <a:lnTo>
                    <a:pt x="19534" y="4247"/>
                  </a:lnTo>
                  <a:lnTo>
                    <a:pt x="22325" y="5840"/>
                  </a:lnTo>
                  <a:lnTo>
                    <a:pt x="26046" y="7433"/>
                  </a:lnTo>
                  <a:lnTo>
                    <a:pt x="30697" y="9557"/>
                  </a:lnTo>
                  <a:lnTo>
                    <a:pt x="35348" y="12212"/>
                  </a:lnTo>
                  <a:lnTo>
                    <a:pt x="35348" y="13805"/>
                  </a:lnTo>
                  <a:lnTo>
                    <a:pt x="33488" y="16991"/>
                  </a:lnTo>
                  <a:lnTo>
                    <a:pt x="31627" y="18584"/>
                  </a:lnTo>
                  <a:lnTo>
                    <a:pt x="28837" y="22831"/>
                  </a:lnTo>
                  <a:lnTo>
                    <a:pt x="26976" y="23893"/>
                  </a:lnTo>
                  <a:lnTo>
                    <a:pt x="25116" y="24955"/>
                  </a:lnTo>
                  <a:lnTo>
                    <a:pt x="19534" y="26548"/>
                  </a:lnTo>
                  <a:lnTo>
                    <a:pt x="13953" y="26548"/>
                  </a:lnTo>
                  <a:lnTo>
                    <a:pt x="11162" y="27079"/>
                  </a:lnTo>
                  <a:lnTo>
                    <a:pt x="11162" y="29203"/>
                  </a:lnTo>
                  <a:lnTo>
                    <a:pt x="11162" y="30796"/>
                  </a:lnTo>
                  <a:lnTo>
                    <a:pt x="13953" y="34513"/>
                  </a:lnTo>
                  <a:lnTo>
                    <a:pt x="15813" y="35575"/>
                  </a:lnTo>
                  <a:lnTo>
                    <a:pt x="12093" y="37168"/>
                  </a:lnTo>
                  <a:lnTo>
                    <a:pt x="12093" y="40884"/>
                  </a:lnTo>
                  <a:lnTo>
                    <a:pt x="10232" y="40884"/>
                  </a:lnTo>
                  <a:lnTo>
                    <a:pt x="7441" y="42477"/>
                  </a:lnTo>
                  <a:lnTo>
                    <a:pt x="1860" y="45663"/>
                  </a:lnTo>
                  <a:lnTo>
                    <a:pt x="2790" y="48849"/>
                  </a:lnTo>
                  <a:lnTo>
                    <a:pt x="0" y="50442"/>
                  </a:lnTo>
                  <a:lnTo>
                    <a:pt x="0" y="55221"/>
                  </a:lnTo>
                  <a:lnTo>
                    <a:pt x="0" y="60000"/>
                  </a:lnTo>
                  <a:lnTo>
                    <a:pt x="5581" y="65309"/>
                  </a:lnTo>
                  <a:lnTo>
                    <a:pt x="19534" y="72212"/>
                  </a:lnTo>
                  <a:lnTo>
                    <a:pt x="23255" y="75398"/>
                  </a:lnTo>
                  <a:lnTo>
                    <a:pt x="23255" y="79646"/>
                  </a:lnTo>
                  <a:lnTo>
                    <a:pt x="27906" y="81769"/>
                  </a:lnTo>
                  <a:lnTo>
                    <a:pt x="28837" y="80176"/>
                  </a:lnTo>
                  <a:lnTo>
                    <a:pt x="31627" y="79646"/>
                  </a:lnTo>
                  <a:lnTo>
                    <a:pt x="36279" y="79646"/>
                  </a:lnTo>
                  <a:lnTo>
                    <a:pt x="39069" y="81238"/>
                  </a:lnTo>
                  <a:lnTo>
                    <a:pt x="41860" y="82831"/>
                  </a:lnTo>
                  <a:lnTo>
                    <a:pt x="39069" y="86017"/>
                  </a:lnTo>
                  <a:lnTo>
                    <a:pt x="38139" y="88672"/>
                  </a:lnTo>
                  <a:lnTo>
                    <a:pt x="38139" y="90265"/>
                  </a:lnTo>
                  <a:lnTo>
                    <a:pt x="36279" y="92920"/>
                  </a:lnTo>
                  <a:lnTo>
                    <a:pt x="36279" y="95575"/>
                  </a:lnTo>
                  <a:lnTo>
                    <a:pt x="40930" y="98230"/>
                  </a:lnTo>
                  <a:lnTo>
                    <a:pt x="47441" y="100884"/>
                  </a:lnTo>
                  <a:lnTo>
                    <a:pt x="49302" y="100353"/>
                  </a:lnTo>
                  <a:lnTo>
                    <a:pt x="59534" y="104070"/>
                  </a:lnTo>
                  <a:lnTo>
                    <a:pt x="63255" y="106194"/>
                  </a:lnTo>
                  <a:lnTo>
                    <a:pt x="66046" y="110973"/>
                  </a:lnTo>
                  <a:lnTo>
                    <a:pt x="65116" y="113628"/>
                  </a:lnTo>
                  <a:lnTo>
                    <a:pt x="64186" y="115221"/>
                  </a:lnTo>
                  <a:lnTo>
                    <a:pt x="68837" y="117876"/>
                  </a:lnTo>
                  <a:lnTo>
                    <a:pt x="68837" y="120000"/>
                  </a:lnTo>
                  <a:lnTo>
                    <a:pt x="70697" y="117876"/>
                  </a:lnTo>
                  <a:lnTo>
                    <a:pt x="74418" y="117876"/>
                  </a:lnTo>
                  <a:lnTo>
                    <a:pt x="77209" y="117345"/>
                  </a:lnTo>
                  <a:lnTo>
                    <a:pt x="80000" y="11575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0" name="Shape 1435">
              <a:extLst>
                <a:ext uri="{FF2B5EF4-FFF2-40B4-BE49-F238E27FC236}">
                  <a16:creationId xmlns:a16="http://schemas.microsoft.com/office/drawing/2014/main" id="{B5B41B8B-CC32-7543-BB19-85276E721BF1}"/>
                </a:ext>
              </a:extLst>
            </p:cNvPr>
            <p:cNvSpPr/>
            <p:nvPr/>
          </p:nvSpPr>
          <p:spPr>
            <a:xfrm>
              <a:off x="6662570" y="2198543"/>
              <a:ext cx="330542" cy="242848"/>
            </a:xfrm>
            <a:custGeom>
              <a:avLst/>
              <a:gdLst/>
              <a:ahLst/>
              <a:cxnLst/>
              <a:rect l="0" t="0" r="0" b="0"/>
              <a:pathLst>
                <a:path w="120000" h="120000" extrusionOk="0">
                  <a:moveTo>
                    <a:pt x="98181" y="113647"/>
                  </a:moveTo>
                  <a:cubicBezTo>
                    <a:pt x="101818" y="108705"/>
                    <a:pt x="101818" y="108705"/>
                    <a:pt x="101818" y="108705"/>
                  </a:cubicBezTo>
                  <a:cubicBezTo>
                    <a:pt x="103376" y="105882"/>
                    <a:pt x="103376" y="105882"/>
                    <a:pt x="103376" y="105882"/>
                  </a:cubicBezTo>
                  <a:cubicBezTo>
                    <a:pt x="104415" y="105882"/>
                    <a:pt x="104415" y="105882"/>
                    <a:pt x="104415" y="105882"/>
                  </a:cubicBezTo>
                  <a:cubicBezTo>
                    <a:pt x="104935" y="100235"/>
                    <a:pt x="104935" y="100235"/>
                    <a:pt x="104935" y="100235"/>
                  </a:cubicBezTo>
                  <a:cubicBezTo>
                    <a:pt x="107012" y="98117"/>
                    <a:pt x="107012" y="98117"/>
                    <a:pt x="107012" y="98117"/>
                  </a:cubicBezTo>
                  <a:cubicBezTo>
                    <a:pt x="105974" y="96000"/>
                    <a:pt x="105974" y="96000"/>
                    <a:pt x="105974" y="96000"/>
                  </a:cubicBezTo>
                  <a:cubicBezTo>
                    <a:pt x="103896" y="90352"/>
                    <a:pt x="103896" y="90352"/>
                    <a:pt x="103896" y="90352"/>
                  </a:cubicBezTo>
                  <a:cubicBezTo>
                    <a:pt x="103896" y="87529"/>
                    <a:pt x="103896" y="87529"/>
                    <a:pt x="103896" y="87529"/>
                  </a:cubicBezTo>
                  <a:cubicBezTo>
                    <a:pt x="103896" y="84705"/>
                    <a:pt x="103896" y="84705"/>
                    <a:pt x="103896" y="84705"/>
                  </a:cubicBezTo>
                  <a:cubicBezTo>
                    <a:pt x="105974" y="83294"/>
                    <a:pt x="105974" y="83294"/>
                    <a:pt x="105974" y="83294"/>
                  </a:cubicBezTo>
                  <a:cubicBezTo>
                    <a:pt x="109610" y="83294"/>
                    <a:pt x="109610" y="83294"/>
                    <a:pt x="109610" y="83294"/>
                  </a:cubicBezTo>
                  <a:cubicBezTo>
                    <a:pt x="113246" y="81176"/>
                    <a:pt x="113246" y="81176"/>
                    <a:pt x="113246" y="81176"/>
                  </a:cubicBezTo>
                  <a:cubicBezTo>
                    <a:pt x="114285" y="79764"/>
                    <a:pt x="114285" y="79764"/>
                    <a:pt x="114285" y="79764"/>
                  </a:cubicBezTo>
                  <a:cubicBezTo>
                    <a:pt x="115844" y="77647"/>
                    <a:pt x="115844" y="77647"/>
                    <a:pt x="115844" y="77647"/>
                  </a:cubicBezTo>
                  <a:cubicBezTo>
                    <a:pt x="117402" y="71294"/>
                    <a:pt x="117402" y="71294"/>
                    <a:pt x="117402" y="71294"/>
                  </a:cubicBezTo>
                  <a:cubicBezTo>
                    <a:pt x="118961" y="68470"/>
                    <a:pt x="118961" y="68470"/>
                    <a:pt x="118961" y="68470"/>
                  </a:cubicBezTo>
                  <a:cubicBezTo>
                    <a:pt x="119999" y="63529"/>
                    <a:pt x="119999" y="63529"/>
                    <a:pt x="119999" y="63529"/>
                  </a:cubicBezTo>
                  <a:cubicBezTo>
                    <a:pt x="119999" y="61411"/>
                    <a:pt x="119999" y="61411"/>
                    <a:pt x="119999" y="61411"/>
                  </a:cubicBezTo>
                  <a:cubicBezTo>
                    <a:pt x="116883" y="57176"/>
                    <a:pt x="116883" y="57176"/>
                    <a:pt x="116883" y="57176"/>
                  </a:cubicBezTo>
                  <a:cubicBezTo>
                    <a:pt x="113766" y="53647"/>
                    <a:pt x="113766" y="53647"/>
                    <a:pt x="113766" y="53647"/>
                  </a:cubicBezTo>
                  <a:cubicBezTo>
                    <a:pt x="111688" y="50823"/>
                    <a:pt x="111688" y="50823"/>
                    <a:pt x="111688" y="50823"/>
                  </a:cubicBezTo>
                  <a:cubicBezTo>
                    <a:pt x="109610" y="48705"/>
                    <a:pt x="109610" y="48705"/>
                    <a:pt x="109610" y="48705"/>
                  </a:cubicBezTo>
                  <a:cubicBezTo>
                    <a:pt x="109610" y="46588"/>
                    <a:pt x="109610" y="46588"/>
                    <a:pt x="109610" y="46588"/>
                  </a:cubicBezTo>
                  <a:cubicBezTo>
                    <a:pt x="110129" y="44470"/>
                    <a:pt x="110129" y="44470"/>
                    <a:pt x="110129" y="44470"/>
                  </a:cubicBezTo>
                  <a:cubicBezTo>
                    <a:pt x="111168" y="45882"/>
                    <a:pt x="111168" y="45882"/>
                    <a:pt x="111168" y="45882"/>
                  </a:cubicBezTo>
                  <a:cubicBezTo>
                    <a:pt x="109610" y="43058"/>
                    <a:pt x="109610" y="43058"/>
                    <a:pt x="109610" y="43058"/>
                  </a:cubicBezTo>
                  <a:cubicBezTo>
                    <a:pt x="109610" y="43058"/>
                    <a:pt x="107532" y="41647"/>
                    <a:pt x="107012" y="41647"/>
                  </a:cubicBezTo>
                  <a:cubicBezTo>
                    <a:pt x="106493" y="41647"/>
                    <a:pt x="104415" y="38823"/>
                    <a:pt x="104415" y="38823"/>
                  </a:cubicBezTo>
                  <a:cubicBezTo>
                    <a:pt x="101818" y="38823"/>
                    <a:pt x="101818" y="38823"/>
                    <a:pt x="101818" y="38823"/>
                  </a:cubicBezTo>
                  <a:cubicBezTo>
                    <a:pt x="101818" y="35294"/>
                    <a:pt x="101818" y="35294"/>
                    <a:pt x="101818" y="35294"/>
                  </a:cubicBezTo>
                  <a:cubicBezTo>
                    <a:pt x="100779" y="31764"/>
                    <a:pt x="100779" y="31764"/>
                    <a:pt x="100779" y="31764"/>
                  </a:cubicBezTo>
                  <a:cubicBezTo>
                    <a:pt x="100779" y="27529"/>
                    <a:pt x="100779" y="27529"/>
                    <a:pt x="100779" y="27529"/>
                  </a:cubicBezTo>
                  <a:cubicBezTo>
                    <a:pt x="100779" y="24705"/>
                    <a:pt x="100779" y="24705"/>
                    <a:pt x="100779" y="24705"/>
                  </a:cubicBezTo>
                  <a:cubicBezTo>
                    <a:pt x="100779" y="19764"/>
                    <a:pt x="100779" y="19764"/>
                    <a:pt x="100779" y="19764"/>
                  </a:cubicBezTo>
                  <a:cubicBezTo>
                    <a:pt x="99740" y="17647"/>
                    <a:pt x="99740" y="17647"/>
                    <a:pt x="99740" y="17647"/>
                  </a:cubicBezTo>
                  <a:cubicBezTo>
                    <a:pt x="98181" y="12705"/>
                    <a:pt x="98181" y="12705"/>
                    <a:pt x="98181" y="12705"/>
                  </a:cubicBezTo>
                  <a:cubicBezTo>
                    <a:pt x="3636" y="15529"/>
                    <a:pt x="3636" y="15529"/>
                    <a:pt x="3636" y="15529"/>
                  </a:cubicBezTo>
                  <a:cubicBezTo>
                    <a:pt x="4155" y="0"/>
                    <a:pt x="4155" y="0"/>
                    <a:pt x="4155" y="0"/>
                  </a:cubicBezTo>
                  <a:cubicBezTo>
                    <a:pt x="4155" y="0"/>
                    <a:pt x="4155" y="0"/>
                    <a:pt x="4155" y="0"/>
                  </a:cubicBezTo>
                  <a:cubicBezTo>
                    <a:pt x="3636" y="16235"/>
                    <a:pt x="3636" y="16235"/>
                    <a:pt x="3636" y="16235"/>
                  </a:cubicBezTo>
                  <a:cubicBezTo>
                    <a:pt x="2077" y="16235"/>
                    <a:pt x="2077" y="16235"/>
                    <a:pt x="2077" y="16235"/>
                  </a:cubicBezTo>
                  <a:cubicBezTo>
                    <a:pt x="2077" y="18352"/>
                    <a:pt x="2077" y="18352"/>
                    <a:pt x="2077" y="18352"/>
                  </a:cubicBezTo>
                  <a:cubicBezTo>
                    <a:pt x="1558" y="21882"/>
                    <a:pt x="1558" y="21882"/>
                    <a:pt x="1558" y="21882"/>
                  </a:cubicBezTo>
                  <a:cubicBezTo>
                    <a:pt x="2597" y="22588"/>
                    <a:pt x="2597" y="22588"/>
                    <a:pt x="2597" y="22588"/>
                  </a:cubicBezTo>
                  <a:cubicBezTo>
                    <a:pt x="3636" y="26117"/>
                    <a:pt x="3636" y="26117"/>
                    <a:pt x="3636" y="26117"/>
                  </a:cubicBezTo>
                  <a:cubicBezTo>
                    <a:pt x="3636" y="28941"/>
                    <a:pt x="3636" y="28941"/>
                    <a:pt x="3636" y="28941"/>
                  </a:cubicBezTo>
                  <a:cubicBezTo>
                    <a:pt x="2597" y="29647"/>
                    <a:pt x="2597" y="29647"/>
                    <a:pt x="2597" y="29647"/>
                  </a:cubicBezTo>
                  <a:cubicBezTo>
                    <a:pt x="2077" y="31764"/>
                    <a:pt x="2077" y="31764"/>
                    <a:pt x="2077" y="31764"/>
                  </a:cubicBezTo>
                  <a:cubicBezTo>
                    <a:pt x="2077" y="36705"/>
                    <a:pt x="2077" y="36705"/>
                    <a:pt x="2077" y="36705"/>
                  </a:cubicBezTo>
                  <a:cubicBezTo>
                    <a:pt x="519" y="37411"/>
                    <a:pt x="519" y="37411"/>
                    <a:pt x="519" y="37411"/>
                  </a:cubicBezTo>
                  <a:cubicBezTo>
                    <a:pt x="0" y="39529"/>
                    <a:pt x="0" y="39529"/>
                    <a:pt x="0" y="39529"/>
                  </a:cubicBezTo>
                  <a:cubicBezTo>
                    <a:pt x="0" y="41647"/>
                    <a:pt x="0" y="41647"/>
                    <a:pt x="0" y="41647"/>
                  </a:cubicBezTo>
                  <a:cubicBezTo>
                    <a:pt x="2077" y="43764"/>
                    <a:pt x="2077" y="43764"/>
                    <a:pt x="2077" y="43764"/>
                  </a:cubicBezTo>
                  <a:cubicBezTo>
                    <a:pt x="2077" y="46588"/>
                    <a:pt x="2077" y="46588"/>
                    <a:pt x="2077" y="46588"/>
                  </a:cubicBezTo>
                  <a:cubicBezTo>
                    <a:pt x="2077" y="48705"/>
                    <a:pt x="2077" y="48705"/>
                    <a:pt x="2077" y="48705"/>
                  </a:cubicBezTo>
                  <a:cubicBezTo>
                    <a:pt x="1558" y="47294"/>
                    <a:pt x="1558" y="47294"/>
                    <a:pt x="1558" y="47294"/>
                  </a:cubicBezTo>
                  <a:cubicBezTo>
                    <a:pt x="3116" y="50117"/>
                    <a:pt x="3116" y="50117"/>
                    <a:pt x="3116" y="50117"/>
                  </a:cubicBezTo>
                  <a:cubicBezTo>
                    <a:pt x="4675" y="56470"/>
                    <a:pt x="4675" y="56470"/>
                    <a:pt x="4675" y="56470"/>
                  </a:cubicBezTo>
                  <a:cubicBezTo>
                    <a:pt x="6233" y="60000"/>
                    <a:pt x="6233" y="60000"/>
                    <a:pt x="6233" y="60000"/>
                  </a:cubicBezTo>
                  <a:cubicBezTo>
                    <a:pt x="7272" y="64235"/>
                    <a:pt x="7272" y="64235"/>
                    <a:pt x="7272" y="64235"/>
                  </a:cubicBezTo>
                  <a:cubicBezTo>
                    <a:pt x="8311" y="67764"/>
                    <a:pt x="8311" y="67764"/>
                    <a:pt x="8311" y="67764"/>
                  </a:cubicBezTo>
                  <a:cubicBezTo>
                    <a:pt x="9350" y="69882"/>
                    <a:pt x="9350" y="69882"/>
                    <a:pt x="9350" y="69882"/>
                  </a:cubicBezTo>
                  <a:cubicBezTo>
                    <a:pt x="9870" y="72000"/>
                    <a:pt x="9870" y="72000"/>
                    <a:pt x="9870" y="72000"/>
                  </a:cubicBezTo>
                  <a:cubicBezTo>
                    <a:pt x="10389" y="72705"/>
                    <a:pt x="10389" y="72705"/>
                    <a:pt x="10389" y="72705"/>
                  </a:cubicBezTo>
                  <a:cubicBezTo>
                    <a:pt x="10389" y="73411"/>
                    <a:pt x="10389" y="73411"/>
                    <a:pt x="10389" y="73411"/>
                  </a:cubicBezTo>
                  <a:cubicBezTo>
                    <a:pt x="8831" y="74117"/>
                    <a:pt x="8831" y="74117"/>
                    <a:pt x="8831" y="74117"/>
                  </a:cubicBezTo>
                  <a:cubicBezTo>
                    <a:pt x="9350" y="76941"/>
                    <a:pt x="9350" y="76941"/>
                    <a:pt x="9350" y="76941"/>
                  </a:cubicBezTo>
                  <a:cubicBezTo>
                    <a:pt x="9870" y="80470"/>
                    <a:pt x="9870" y="80470"/>
                    <a:pt x="9870" y="80470"/>
                  </a:cubicBezTo>
                  <a:cubicBezTo>
                    <a:pt x="10389" y="81882"/>
                    <a:pt x="10389" y="81882"/>
                    <a:pt x="10389" y="81882"/>
                  </a:cubicBezTo>
                  <a:cubicBezTo>
                    <a:pt x="11428" y="81882"/>
                    <a:pt x="11428" y="81882"/>
                    <a:pt x="11428" y="81882"/>
                  </a:cubicBezTo>
                  <a:cubicBezTo>
                    <a:pt x="12467" y="83294"/>
                    <a:pt x="12467" y="83294"/>
                    <a:pt x="12467" y="83294"/>
                  </a:cubicBezTo>
                  <a:cubicBezTo>
                    <a:pt x="13506" y="88235"/>
                    <a:pt x="13506" y="88235"/>
                    <a:pt x="13506" y="88235"/>
                  </a:cubicBezTo>
                  <a:cubicBezTo>
                    <a:pt x="13506" y="95294"/>
                    <a:pt x="13506" y="95294"/>
                    <a:pt x="13506" y="95294"/>
                  </a:cubicBezTo>
                  <a:cubicBezTo>
                    <a:pt x="12987" y="98117"/>
                    <a:pt x="12987" y="98117"/>
                    <a:pt x="12987" y="98117"/>
                  </a:cubicBezTo>
                  <a:cubicBezTo>
                    <a:pt x="14025" y="100235"/>
                    <a:pt x="14025" y="100235"/>
                    <a:pt x="14025" y="100235"/>
                  </a:cubicBezTo>
                  <a:cubicBezTo>
                    <a:pt x="14545" y="101647"/>
                    <a:pt x="14545" y="101647"/>
                    <a:pt x="14545" y="101647"/>
                  </a:cubicBezTo>
                  <a:cubicBezTo>
                    <a:pt x="14545" y="108705"/>
                    <a:pt x="14545" y="108705"/>
                    <a:pt x="14545" y="108705"/>
                  </a:cubicBezTo>
                  <a:cubicBezTo>
                    <a:pt x="15584" y="113647"/>
                    <a:pt x="15584" y="113647"/>
                    <a:pt x="15584" y="113647"/>
                  </a:cubicBezTo>
                  <a:cubicBezTo>
                    <a:pt x="15584" y="114352"/>
                    <a:pt x="15584" y="114352"/>
                    <a:pt x="15584" y="114352"/>
                  </a:cubicBezTo>
                  <a:cubicBezTo>
                    <a:pt x="91428" y="112941"/>
                    <a:pt x="91428" y="112941"/>
                    <a:pt x="91428" y="112941"/>
                  </a:cubicBezTo>
                  <a:cubicBezTo>
                    <a:pt x="97662" y="120000"/>
                    <a:pt x="97662" y="120000"/>
                    <a:pt x="97662" y="120000"/>
                  </a:cubicBezTo>
                  <a:cubicBezTo>
                    <a:pt x="98701" y="118588"/>
                    <a:pt x="98701" y="118588"/>
                    <a:pt x="98701" y="118588"/>
                  </a:cubicBezTo>
                  <a:lnTo>
                    <a:pt x="98181" y="113647"/>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1" name="Shape 1436">
              <a:extLst>
                <a:ext uri="{FF2B5EF4-FFF2-40B4-BE49-F238E27FC236}">
                  <a16:creationId xmlns:a16="http://schemas.microsoft.com/office/drawing/2014/main" id="{5CA8E88F-ADAD-4448-9E6B-214C01B3D0B1}"/>
                </a:ext>
              </a:extLst>
            </p:cNvPr>
            <p:cNvSpPr/>
            <p:nvPr/>
          </p:nvSpPr>
          <p:spPr>
            <a:xfrm>
              <a:off x="5157992" y="3013096"/>
              <a:ext cx="735560" cy="571704"/>
            </a:xfrm>
            <a:custGeom>
              <a:avLst/>
              <a:gdLst/>
              <a:ahLst/>
              <a:cxnLst/>
              <a:rect l="0" t="0" r="0" b="0"/>
              <a:pathLst>
                <a:path w="120000" h="120000" extrusionOk="0">
                  <a:moveTo>
                    <a:pt x="47091" y="96637"/>
                  </a:moveTo>
                  <a:lnTo>
                    <a:pt x="47916" y="97699"/>
                  </a:lnTo>
                  <a:lnTo>
                    <a:pt x="49567" y="99115"/>
                  </a:lnTo>
                  <a:lnTo>
                    <a:pt x="48466" y="99469"/>
                  </a:lnTo>
                  <a:lnTo>
                    <a:pt x="47916" y="99469"/>
                  </a:lnTo>
                  <a:lnTo>
                    <a:pt x="46816" y="100531"/>
                  </a:lnTo>
                  <a:lnTo>
                    <a:pt x="46816" y="100884"/>
                  </a:lnTo>
                  <a:lnTo>
                    <a:pt x="46816" y="101946"/>
                  </a:lnTo>
                  <a:lnTo>
                    <a:pt x="47366" y="101946"/>
                  </a:lnTo>
                  <a:lnTo>
                    <a:pt x="48466" y="103716"/>
                  </a:lnTo>
                  <a:lnTo>
                    <a:pt x="48466" y="104424"/>
                  </a:lnTo>
                  <a:lnTo>
                    <a:pt x="47641" y="104778"/>
                  </a:lnTo>
                  <a:lnTo>
                    <a:pt x="47091" y="104778"/>
                  </a:lnTo>
                  <a:lnTo>
                    <a:pt x="46540" y="105132"/>
                  </a:lnTo>
                  <a:lnTo>
                    <a:pt x="46265" y="105132"/>
                  </a:lnTo>
                  <a:lnTo>
                    <a:pt x="45440" y="105840"/>
                  </a:lnTo>
                  <a:lnTo>
                    <a:pt x="45440" y="106902"/>
                  </a:lnTo>
                  <a:lnTo>
                    <a:pt x="45440" y="107256"/>
                  </a:lnTo>
                  <a:lnTo>
                    <a:pt x="44890" y="108318"/>
                  </a:lnTo>
                  <a:lnTo>
                    <a:pt x="44064" y="106548"/>
                  </a:lnTo>
                  <a:lnTo>
                    <a:pt x="44064" y="106902"/>
                  </a:lnTo>
                  <a:lnTo>
                    <a:pt x="43789" y="107610"/>
                  </a:lnTo>
                  <a:lnTo>
                    <a:pt x="42964" y="108672"/>
                  </a:lnTo>
                  <a:lnTo>
                    <a:pt x="42413" y="110088"/>
                  </a:lnTo>
                  <a:lnTo>
                    <a:pt x="42413" y="110442"/>
                  </a:lnTo>
                  <a:lnTo>
                    <a:pt x="42413" y="111858"/>
                  </a:lnTo>
                  <a:lnTo>
                    <a:pt x="39937" y="111858"/>
                  </a:lnTo>
                  <a:lnTo>
                    <a:pt x="41863" y="111150"/>
                  </a:lnTo>
                  <a:lnTo>
                    <a:pt x="42138" y="110442"/>
                  </a:lnTo>
                  <a:lnTo>
                    <a:pt x="42413" y="109734"/>
                  </a:lnTo>
                  <a:lnTo>
                    <a:pt x="42138" y="108672"/>
                  </a:lnTo>
                  <a:lnTo>
                    <a:pt x="41588" y="108318"/>
                  </a:lnTo>
                  <a:lnTo>
                    <a:pt x="41313" y="108318"/>
                  </a:lnTo>
                  <a:lnTo>
                    <a:pt x="40763" y="107610"/>
                  </a:lnTo>
                  <a:lnTo>
                    <a:pt x="40763" y="107256"/>
                  </a:lnTo>
                  <a:lnTo>
                    <a:pt x="40488" y="105132"/>
                  </a:lnTo>
                  <a:lnTo>
                    <a:pt x="41038" y="104424"/>
                  </a:lnTo>
                  <a:lnTo>
                    <a:pt x="41313" y="103716"/>
                  </a:lnTo>
                  <a:lnTo>
                    <a:pt x="42138" y="103008"/>
                  </a:lnTo>
                  <a:lnTo>
                    <a:pt x="42413" y="103362"/>
                  </a:lnTo>
                  <a:lnTo>
                    <a:pt x="43239" y="104424"/>
                  </a:lnTo>
                  <a:lnTo>
                    <a:pt x="43789" y="105840"/>
                  </a:lnTo>
                  <a:lnTo>
                    <a:pt x="43789" y="104424"/>
                  </a:lnTo>
                  <a:lnTo>
                    <a:pt x="43514" y="103008"/>
                  </a:lnTo>
                  <a:lnTo>
                    <a:pt x="42964" y="101946"/>
                  </a:lnTo>
                  <a:lnTo>
                    <a:pt x="43789" y="101592"/>
                  </a:lnTo>
                  <a:lnTo>
                    <a:pt x="44890" y="102300"/>
                  </a:lnTo>
                  <a:lnTo>
                    <a:pt x="45440" y="102300"/>
                  </a:lnTo>
                  <a:lnTo>
                    <a:pt x="45440" y="101592"/>
                  </a:lnTo>
                  <a:lnTo>
                    <a:pt x="45440" y="101238"/>
                  </a:lnTo>
                  <a:lnTo>
                    <a:pt x="45440" y="100531"/>
                  </a:lnTo>
                  <a:lnTo>
                    <a:pt x="45440" y="99469"/>
                  </a:lnTo>
                  <a:lnTo>
                    <a:pt x="45165" y="98761"/>
                  </a:lnTo>
                  <a:lnTo>
                    <a:pt x="46265" y="97699"/>
                  </a:lnTo>
                  <a:close/>
                  <a:moveTo>
                    <a:pt x="8573" y="75044"/>
                  </a:moveTo>
                  <a:lnTo>
                    <a:pt x="9123" y="75044"/>
                  </a:lnTo>
                  <a:lnTo>
                    <a:pt x="9948" y="77168"/>
                  </a:lnTo>
                  <a:lnTo>
                    <a:pt x="9948" y="78230"/>
                  </a:lnTo>
                  <a:lnTo>
                    <a:pt x="9398" y="79291"/>
                  </a:lnTo>
                  <a:lnTo>
                    <a:pt x="8848" y="79291"/>
                  </a:lnTo>
                  <a:lnTo>
                    <a:pt x="8022" y="79291"/>
                  </a:lnTo>
                  <a:lnTo>
                    <a:pt x="6922" y="78230"/>
                  </a:lnTo>
                  <a:lnTo>
                    <a:pt x="5546" y="76814"/>
                  </a:lnTo>
                  <a:lnTo>
                    <a:pt x="6922" y="75752"/>
                  </a:lnTo>
                  <a:lnTo>
                    <a:pt x="7747" y="75752"/>
                  </a:lnTo>
                  <a:close/>
                  <a:moveTo>
                    <a:pt x="692" y="44955"/>
                  </a:moveTo>
                  <a:cubicBezTo>
                    <a:pt x="692" y="44955"/>
                    <a:pt x="692" y="44955"/>
                    <a:pt x="922" y="46162"/>
                  </a:cubicBezTo>
                  <a:cubicBezTo>
                    <a:pt x="922" y="46162"/>
                    <a:pt x="922" y="46162"/>
                    <a:pt x="1384" y="46765"/>
                  </a:cubicBezTo>
                  <a:cubicBezTo>
                    <a:pt x="1384" y="46765"/>
                    <a:pt x="1384" y="46765"/>
                    <a:pt x="2538" y="47066"/>
                  </a:cubicBezTo>
                  <a:cubicBezTo>
                    <a:pt x="2538" y="47066"/>
                    <a:pt x="2538" y="47066"/>
                    <a:pt x="3691" y="47066"/>
                  </a:cubicBezTo>
                  <a:cubicBezTo>
                    <a:pt x="3691" y="47066"/>
                    <a:pt x="3691" y="47066"/>
                    <a:pt x="4384" y="47669"/>
                  </a:cubicBezTo>
                  <a:cubicBezTo>
                    <a:pt x="4384" y="47669"/>
                    <a:pt x="4384" y="47669"/>
                    <a:pt x="4384" y="48574"/>
                  </a:cubicBezTo>
                  <a:cubicBezTo>
                    <a:pt x="4384" y="48574"/>
                    <a:pt x="4384" y="48574"/>
                    <a:pt x="4845" y="49177"/>
                  </a:cubicBezTo>
                  <a:cubicBezTo>
                    <a:pt x="4845" y="49177"/>
                    <a:pt x="4845" y="49177"/>
                    <a:pt x="5768" y="50383"/>
                  </a:cubicBezTo>
                  <a:cubicBezTo>
                    <a:pt x="5768" y="50383"/>
                    <a:pt x="5768" y="50383"/>
                    <a:pt x="6922" y="52494"/>
                  </a:cubicBezTo>
                  <a:cubicBezTo>
                    <a:pt x="6922" y="52494"/>
                    <a:pt x="6922" y="52494"/>
                    <a:pt x="6230" y="52494"/>
                  </a:cubicBezTo>
                  <a:cubicBezTo>
                    <a:pt x="6230" y="52494"/>
                    <a:pt x="6230" y="52494"/>
                    <a:pt x="4845" y="52494"/>
                  </a:cubicBezTo>
                  <a:lnTo>
                    <a:pt x="4614" y="53097"/>
                  </a:lnTo>
                  <a:cubicBezTo>
                    <a:pt x="4614" y="53097"/>
                    <a:pt x="4614" y="53097"/>
                    <a:pt x="3691" y="51891"/>
                  </a:cubicBezTo>
                  <a:cubicBezTo>
                    <a:pt x="3691" y="51891"/>
                    <a:pt x="3691" y="51891"/>
                    <a:pt x="3230" y="50082"/>
                  </a:cubicBezTo>
                  <a:cubicBezTo>
                    <a:pt x="3230" y="50082"/>
                    <a:pt x="3230" y="50082"/>
                    <a:pt x="2999" y="49479"/>
                  </a:cubicBezTo>
                  <a:cubicBezTo>
                    <a:pt x="2999" y="49479"/>
                    <a:pt x="2999" y="49479"/>
                    <a:pt x="2538" y="48875"/>
                  </a:cubicBezTo>
                  <a:cubicBezTo>
                    <a:pt x="2538" y="48875"/>
                    <a:pt x="2538" y="48875"/>
                    <a:pt x="2307" y="48875"/>
                  </a:cubicBezTo>
                  <a:cubicBezTo>
                    <a:pt x="2307" y="48875"/>
                    <a:pt x="2307" y="48875"/>
                    <a:pt x="2076" y="48875"/>
                  </a:cubicBezTo>
                  <a:cubicBezTo>
                    <a:pt x="2076" y="48875"/>
                    <a:pt x="1615" y="48875"/>
                    <a:pt x="1615" y="48875"/>
                  </a:cubicBezTo>
                  <a:cubicBezTo>
                    <a:pt x="1384" y="48574"/>
                    <a:pt x="1384" y="48875"/>
                    <a:pt x="1384" y="48875"/>
                  </a:cubicBezTo>
                  <a:cubicBezTo>
                    <a:pt x="1384" y="48875"/>
                    <a:pt x="1384" y="48875"/>
                    <a:pt x="692" y="48875"/>
                  </a:cubicBezTo>
                  <a:cubicBezTo>
                    <a:pt x="-230" y="48574"/>
                    <a:pt x="461" y="48574"/>
                    <a:pt x="461" y="48574"/>
                  </a:cubicBezTo>
                  <a:cubicBezTo>
                    <a:pt x="230" y="48272"/>
                    <a:pt x="230" y="48272"/>
                    <a:pt x="230" y="47971"/>
                  </a:cubicBezTo>
                  <a:cubicBezTo>
                    <a:pt x="230" y="47971"/>
                    <a:pt x="0" y="47368"/>
                    <a:pt x="0" y="47066"/>
                  </a:cubicBezTo>
                  <a:cubicBezTo>
                    <a:pt x="0" y="47066"/>
                    <a:pt x="0" y="46162"/>
                    <a:pt x="0" y="46162"/>
                  </a:cubicBezTo>
                  <a:cubicBezTo>
                    <a:pt x="0" y="46162"/>
                    <a:pt x="0" y="46162"/>
                    <a:pt x="692" y="44955"/>
                  </a:cubicBezTo>
                  <a:close/>
                  <a:moveTo>
                    <a:pt x="43147" y="0"/>
                  </a:moveTo>
                  <a:cubicBezTo>
                    <a:pt x="43147" y="0"/>
                    <a:pt x="43147" y="0"/>
                    <a:pt x="44079" y="1197"/>
                  </a:cubicBezTo>
                  <a:cubicBezTo>
                    <a:pt x="44079" y="1197"/>
                    <a:pt x="44079" y="1197"/>
                    <a:pt x="44545" y="2094"/>
                  </a:cubicBezTo>
                  <a:cubicBezTo>
                    <a:pt x="44545" y="2094"/>
                    <a:pt x="44545" y="2094"/>
                    <a:pt x="44079" y="2094"/>
                  </a:cubicBezTo>
                  <a:cubicBezTo>
                    <a:pt x="44079" y="2094"/>
                    <a:pt x="44079" y="2094"/>
                    <a:pt x="44079" y="2992"/>
                  </a:cubicBezTo>
                  <a:cubicBezTo>
                    <a:pt x="44079" y="2992"/>
                    <a:pt x="44079" y="2992"/>
                    <a:pt x="44777" y="3591"/>
                  </a:cubicBezTo>
                  <a:cubicBezTo>
                    <a:pt x="44777" y="3591"/>
                    <a:pt x="44777" y="3591"/>
                    <a:pt x="45709" y="3591"/>
                  </a:cubicBezTo>
                  <a:cubicBezTo>
                    <a:pt x="45709" y="3591"/>
                    <a:pt x="45709" y="3591"/>
                    <a:pt x="45709" y="2693"/>
                  </a:cubicBezTo>
                  <a:cubicBezTo>
                    <a:pt x="45709" y="2693"/>
                    <a:pt x="45709" y="2693"/>
                    <a:pt x="46175" y="2094"/>
                  </a:cubicBezTo>
                  <a:cubicBezTo>
                    <a:pt x="46175" y="2094"/>
                    <a:pt x="46175" y="2094"/>
                    <a:pt x="46640" y="2693"/>
                  </a:cubicBezTo>
                  <a:cubicBezTo>
                    <a:pt x="46640" y="2693"/>
                    <a:pt x="46640" y="2693"/>
                    <a:pt x="47339" y="3890"/>
                  </a:cubicBezTo>
                  <a:cubicBezTo>
                    <a:pt x="47339" y="3890"/>
                    <a:pt x="47339" y="3890"/>
                    <a:pt x="48736" y="3591"/>
                  </a:cubicBezTo>
                  <a:cubicBezTo>
                    <a:pt x="48736" y="3591"/>
                    <a:pt x="48736" y="3591"/>
                    <a:pt x="50600" y="4189"/>
                  </a:cubicBezTo>
                  <a:cubicBezTo>
                    <a:pt x="50600" y="4189"/>
                    <a:pt x="50600" y="4189"/>
                    <a:pt x="50600" y="5087"/>
                  </a:cubicBezTo>
                  <a:cubicBezTo>
                    <a:pt x="50600" y="5087"/>
                    <a:pt x="50600" y="5087"/>
                    <a:pt x="51065" y="6284"/>
                  </a:cubicBezTo>
                  <a:cubicBezTo>
                    <a:pt x="51065" y="6284"/>
                    <a:pt x="51065" y="6284"/>
                    <a:pt x="52230" y="7481"/>
                  </a:cubicBezTo>
                  <a:cubicBezTo>
                    <a:pt x="52230" y="7481"/>
                    <a:pt x="52230" y="7481"/>
                    <a:pt x="54791" y="7481"/>
                  </a:cubicBezTo>
                  <a:cubicBezTo>
                    <a:pt x="54791" y="7481"/>
                    <a:pt x="54791" y="7481"/>
                    <a:pt x="55490" y="7481"/>
                  </a:cubicBezTo>
                  <a:cubicBezTo>
                    <a:pt x="55490" y="7481"/>
                    <a:pt x="55490" y="7481"/>
                    <a:pt x="56189" y="6882"/>
                  </a:cubicBezTo>
                  <a:cubicBezTo>
                    <a:pt x="56189" y="6882"/>
                    <a:pt x="56189" y="6882"/>
                    <a:pt x="57120" y="6882"/>
                  </a:cubicBezTo>
                  <a:cubicBezTo>
                    <a:pt x="57120" y="6882"/>
                    <a:pt x="57120" y="6882"/>
                    <a:pt x="58285" y="7780"/>
                  </a:cubicBezTo>
                  <a:cubicBezTo>
                    <a:pt x="58285" y="7780"/>
                    <a:pt x="58285" y="7780"/>
                    <a:pt x="58518" y="8678"/>
                  </a:cubicBezTo>
                  <a:cubicBezTo>
                    <a:pt x="58518" y="8678"/>
                    <a:pt x="58518" y="8678"/>
                    <a:pt x="58518" y="9575"/>
                  </a:cubicBezTo>
                  <a:cubicBezTo>
                    <a:pt x="58518" y="9575"/>
                    <a:pt x="58518" y="9575"/>
                    <a:pt x="58518" y="9725"/>
                  </a:cubicBezTo>
                  <a:lnTo>
                    <a:pt x="58518" y="10174"/>
                  </a:lnTo>
                  <a:cubicBezTo>
                    <a:pt x="58518" y="10174"/>
                    <a:pt x="58518" y="10174"/>
                    <a:pt x="59682" y="9276"/>
                  </a:cubicBezTo>
                  <a:cubicBezTo>
                    <a:pt x="59682" y="9276"/>
                    <a:pt x="59682" y="9276"/>
                    <a:pt x="61079" y="8678"/>
                  </a:cubicBezTo>
                  <a:cubicBezTo>
                    <a:pt x="61079" y="8678"/>
                    <a:pt x="61079" y="8678"/>
                    <a:pt x="62011" y="8678"/>
                  </a:cubicBezTo>
                  <a:cubicBezTo>
                    <a:pt x="62011" y="8678"/>
                    <a:pt x="62011" y="8678"/>
                    <a:pt x="63874" y="9575"/>
                  </a:cubicBezTo>
                  <a:cubicBezTo>
                    <a:pt x="63874" y="9575"/>
                    <a:pt x="63874" y="9575"/>
                    <a:pt x="65504" y="10174"/>
                  </a:cubicBezTo>
                  <a:cubicBezTo>
                    <a:pt x="65504" y="10174"/>
                    <a:pt x="65504" y="10174"/>
                    <a:pt x="67367" y="9575"/>
                  </a:cubicBezTo>
                  <a:cubicBezTo>
                    <a:pt x="67367" y="9575"/>
                    <a:pt x="67367" y="9575"/>
                    <a:pt x="68299" y="8678"/>
                  </a:cubicBezTo>
                  <a:cubicBezTo>
                    <a:pt x="68299" y="8678"/>
                    <a:pt x="68299" y="8678"/>
                    <a:pt x="69230" y="8678"/>
                  </a:cubicBezTo>
                  <a:cubicBezTo>
                    <a:pt x="69230" y="8678"/>
                    <a:pt x="69230" y="8678"/>
                    <a:pt x="69696" y="8678"/>
                  </a:cubicBezTo>
                  <a:cubicBezTo>
                    <a:pt x="69696" y="8678"/>
                    <a:pt x="69696" y="8678"/>
                    <a:pt x="70861" y="10174"/>
                  </a:cubicBezTo>
                  <a:cubicBezTo>
                    <a:pt x="70861" y="10174"/>
                    <a:pt x="70861" y="10174"/>
                    <a:pt x="72025" y="11371"/>
                  </a:cubicBezTo>
                  <a:cubicBezTo>
                    <a:pt x="72025" y="11371"/>
                    <a:pt x="72025" y="11371"/>
                    <a:pt x="74121" y="11670"/>
                  </a:cubicBezTo>
                  <a:lnTo>
                    <a:pt x="75053" y="22144"/>
                  </a:lnTo>
                  <a:cubicBezTo>
                    <a:pt x="75053" y="22144"/>
                    <a:pt x="75053" y="22144"/>
                    <a:pt x="77847" y="48478"/>
                  </a:cubicBezTo>
                  <a:cubicBezTo>
                    <a:pt x="77847" y="48478"/>
                    <a:pt x="77847" y="48478"/>
                    <a:pt x="81108" y="80199"/>
                  </a:cubicBezTo>
                  <a:cubicBezTo>
                    <a:pt x="81108" y="80199"/>
                    <a:pt x="81108" y="80199"/>
                    <a:pt x="81806" y="81995"/>
                  </a:cubicBezTo>
                  <a:cubicBezTo>
                    <a:pt x="81806" y="81995"/>
                    <a:pt x="81806" y="81995"/>
                    <a:pt x="84135" y="81995"/>
                  </a:cubicBezTo>
                  <a:cubicBezTo>
                    <a:pt x="84135" y="81995"/>
                    <a:pt x="84135" y="81995"/>
                    <a:pt x="84601" y="80199"/>
                  </a:cubicBezTo>
                  <a:cubicBezTo>
                    <a:pt x="84601" y="80199"/>
                    <a:pt x="84601" y="80199"/>
                    <a:pt x="86464" y="80199"/>
                  </a:cubicBezTo>
                  <a:cubicBezTo>
                    <a:pt x="86464" y="80199"/>
                    <a:pt x="86464" y="80199"/>
                    <a:pt x="86464" y="81097"/>
                  </a:cubicBezTo>
                  <a:cubicBezTo>
                    <a:pt x="86464" y="81097"/>
                    <a:pt x="86464" y="81097"/>
                    <a:pt x="87163" y="82294"/>
                  </a:cubicBezTo>
                  <a:cubicBezTo>
                    <a:pt x="87163" y="82294"/>
                    <a:pt x="87163" y="82294"/>
                    <a:pt x="90190" y="84987"/>
                  </a:cubicBezTo>
                  <a:cubicBezTo>
                    <a:pt x="90190" y="84987"/>
                    <a:pt x="90190" y="84987"/>
                    <a:pt x="92752" y="88578"/>
                  </a:cubicBezTo>
                  <a:cubicBezTo>
                    <a:pt x="92752" y="88578"/>
                    <a:pt x="92752" y="88578"/>
                    <a:pt x="94149" y="87082"/>
                  </a:cubicBezTo>
                  <a:cubicBezTo>
                    <a:pt x="94149" y="87082"/>
                    <a:pt x="94149" y="87082"/>
                    <a:pt x="95081" y="84089"/>
                  </a:cubicBezTo>
                  <a:cubicBezTo>
                    <a:pt x="95081" y="84089"/>
                    <a:pt x="95081" y="84089"/>
                    <a:pt x="96245" y="82593"/>
                  </a:cubicBezTo>
                  <a:cubicBezTo>
                    <a:pt x="96245" y="82593"/>
                    <a:pt x="96245" y="82593"/>
                    <a:pt x="97410" y="81695"/>
                  </a:cubicBezTo>
                  <a:cubicBezTo>
                    <a:pt x="97410" y="81695"/>
                    <a:pt x="97410" y="81695"/>
                    <a:pt x="99506" y="82892"/>
                  </a:cubicBezTo>
                  <a:cubicBezTo>
                    <a:pt x="99506" y="82892"/>
                    <a:pt x="99506" y="82892"/>
                    <a:pt x="102067" y="85286"/>
                  </a:cubicBezTo>
                  <a:cubicBezTo>
                    <a:pt x="102067" y="85286"/>
                    <a:pt x="102067" y="85286"/>
                    <a:pt x="104629" y="88578"/>
                  </a:cubicBezTo>
                  <a:cubicBezTo>
                    <a:pt x="104629" y="88578"/>
                    <a:pt x="104629" y="88578"/>
                    <a:pt x="106492" y="91271"/>
                  </a:cubicBezTo>
                  <a:cubicBezTo>
                    <a:pt x="106492" y="91271"/>
                    <a:pt x="106492" y="91271"/>
                    <a:pt x="110218" y="96059"/>
                  </a:cubicBezTo>
                  <a:cubicBezTo>
                    <a:pt x="110218" y="96059"/>
                    <a:pt x="110218" y="96059"/>
                    <a:pt x="112547" y="100249"/>
                  </a:cubicBezTo>
                  <a:cubicBezTo>
                    <a:pt x="112547" y="100249"/>
                    <a:pt x="112547" y="100249"/>
                    <a:pt x="113944" y="100548"/>
                  </a:cubicBezTo>
                  <a:cubicBezTo>
                    <a:pt x="113944" y="100548"/>
                    <a:pt x="113944" y="100548"/>
                    <a:pt x="115575" y="100847"/>
                  </a:cubicBezTo>
                  <a:cubicBezTo>
                    <a:pt x="115575" y="100847"/>
                    <a:pt x="115575" y="100847"/>
                    <a:pt x="118369" y="102044"/>
                  </a:cubicBezTo>
                  <a:cubicBezTo>
                    <a:pt x="118369" y="102044"/>
                    <a:pt x="118369" y="102044"/>
                    <a:pt x="119534" y="102942"/>
                  </a:cubicBezTo>
                  <a:cubicBezTo>
                    <a:pt x="119534" y="102942"/>
                    <a:pt x="119534" y="102942"/>
                    <a:pt x="119534" y="104139"/>
                  </a:cubicBezTo>
                  <a:cubicBezTo>
                    <a:pt x="119534" y="104139"/>
                    <a:pt x="119534" y="104139"/>
                    <a:pt x="120000" y="106833"/>
                  </a:cubicBezTo>
                  <a:cubicBezTo>
                    <a:pt x="120000" y="106833"/>
                    <a:pt x="120000" y="106833"/>
                    <a:pt x="120000" y="108029"/>
                  </a:cubicBezTo>
                  <a:cubicBezTo>
                    <a:pt x="120000" y="108029"/>
                    <a:pt x="120000" y="108029"/>
                    <a:pt x="120000" y="109226"/>
                  </a:cubicBezTo>
                  <a:cubicBezTo>
                    <a:pt x="120000" y="109226"/>
                    <a:pt x="120000" y="109226"/>
                    <a:pt x="120000" y="111920"/>
                  </a:cubicBezTo>
                  <a:cubicBezTo>
                    <a:pt x="120000" y="111920"/>
                    <a:pt x="120000" y="111920"/>
                    <a:pt x="119068" y="112817"/>
                  </a:cubicBezTo>
                  <a:cubicBezTo>
                    <a:pt x="119068" y="112817"/>
                    <a:pt x="119068" y="112817"/>
                    <a:pt x="118369" y="111620"/>
                  </a:cubicBezTo>
                  <a:cubicBezTo>
                    <a:pt x="118369" y="111620"/>
                    <a:pt x="118369" y="111620"/>
                    <a:pt x="117671" y="110124"/>
                  </a:cubicBezTo>
                  <a:cubicBezTo>
                    <a:pt x="117671" y="110124"/>
                    <a:pt x="117671" y="110124"/>
                    <a:pt x="116972" y="110723"/>
                  </a:cubicBezTo>
                  <a:cubicBezTo>
                    <a:pt x="116972" y="110723"/>
                    <a:pt x="116972" y="110723"/>
                    <a:pt x="117671" y="112219"/>
                  </a:cubicBezTo>
                  <a:cubicBezTo>
                    <a:pt x="117671" y="112219"/>
                    <a:pt x="117671" y="112219"/>
                    <a:pt x="117205" y="112518"/>
                  </a:cubicBezTo>
                  <a:cubicBezTo>
                    <a:pt x="117205" y="112518"/>
                    <a:pt x="117205" y="112518"/>
                    <a:pt x="116506" y="111920"/>
                  </a:cubicBezTo>
                  <a:cubicBezTo>
                    <a:pt x="116506" y="111920"/>
                    <a:pt x="116506" y="111920"/>
                    <a:pt x="115109" y="111321"/>
                  </a:cubicBezTo>
                  <a:cubicBezTo>
                    <a:pt x="115109" y="111321"/>
                    <a:pt x="115109" y="111321"/>
                    <a:pt x="115109" y="110124"/>
                  </a:cubicBezTo>
                  <a:cubicBezTo>
                    <a:pt x="115109" y="110124"/>
                    <a:pt x="115109" y="110124"/>
                    <a:pt x="114643" y="108628"/>
                  </a:cubicBezTo>
                  <a:cubicBezTo>
                    <a:pt x="114643" y="108628"/>
                    <a:pt x="114643" y="108628"/>
                    <a:pt x="113944" y="108029"/>
                  </a:cubicBezTo>
                  <a:cubicBezTo>
                    <a:pt x="113944" y="108029"/>
                    <a:pt x="113944" y="108029"/>
                    <a:pt x="113479" y="106833"/>
                  </a:cubicBezTo>
                  <a:cubicBezTo>
                    <a:pt x="113479" y="106833"/>
                    <a:pt x="113479" y="106833"/>
                    <a:pt x="111616" y="105037"/>
                  </a:cubicBezTo>
                  <a:cubicBezTo>
                    <a:pt x="111616" y="105037"/>
                    <a:pt x="111616" y="105037"/>
                    <a:pt x="109985" y="105336"/>
                  </a:cubicBezTo>
                  <a:cubicBezTo>
                    <a:pt x="109985" y="105336"/>
                    <a:pt x="109985" y="105336"/>
                    <a:pt x="110451" y="106234"/>
                  </a:cubicBezTo>
                  <a:cubicBezTo>
                    <a:pt x="110451" y="106234"/>
                    <a:pt x="110451" y="106234"/>
                    <a:pt x="110917" y="106833"/>
                  </a:cubicBezTo>
                  <a:cubicBezTo>
                    <a:pt x="110917" y="106833"/>
                    <a:pt x="110917" y="106833"/>
                    <a:pt x="112547" y="108029"/>
                  </a:cubicBezTo>
                  <a:cubicBezTo>
                    <a:pt x="112547" y="108029"/>
                    <a:pt x="112547" y="108029"/>
                    <a:pt x="113479" y="109226"/>
                  </a:cubicBezTo>
                  <a:cubicBezTo>
                    <a:pt x="113479" y="109226"/>
                    <a:pt x="113479" y="109226"/>
                    <a:pt x="113479" y="110124"/>
                  </a:cubicBezTo>
                  <a:cubicBezTo>
                    <a:pt x="113479" y="110124"/>
                    <a:pt x="113479" y="110124"/>
                    <a:pt x="114177" y="111022"/>
                  </a:cubicBezTo>
                  <a:cubicBezTo>
                    <a:pt x="114177" y="111022"/>
                    <a:pt x="114177" y="111022"/>
                    <a:pt x="114643" y="111920"/>
                  </a:cubicBezTo>
                  <a:cubicBezTo>
                    <a:pt x="114643" y="111920"/>
                    <a:pt x="114643" y="111920"/>
                    <a:pt x="115109" y="114015"/>
                  </a:cubicBezTo>
                  <a:cubicBezTo>
                    <a:pt x="115109" y="114015"/>
                    <a:pt x="115109" y="114015"/>
                    <a:pt x="115109" y="114613"/>
                  </a:cubicBezTo>
                  <a:cubicBezTo>
                    <a:pt x="115109" y="114613"/>
                    <a:pt x="115109" y="114613"/>
                    <a:pt x="114410" y="114912"/>
                  </a:cubicBezTo>
                  <a:cubicBezTo>
                    <a:pt x="114410" y="114912"/>
                    <a:pt x="114410" y="114912"/>
                    <a:pt x="113944" y="113416"/>
                  </a:cubicBezTo>
                  <a:cubicBezTo>
                    <a:pt x="113944" y="113416"/>
                    <a:pt x="113944" y="113416"/>
                    <a:pt x="113944" y="114912"/>
                  </a:cubicBezTo>
                  <a:cubicBezTo>
                    <a:pt x="113944" y="114912"/>
                    <a:pt x="113944" y="114912"/>
                    <a:pt x="113479" y="116109"/>
                  </a:cubicBezTo>
                  <a:cubicBezTo>
                    <a:pt x="113479" y="116109"/>
                    <a:pt x="113479" y="116109"/>
                    <a:pt x="112780" y="115810"/>
                  </a:cubicBezTo>
                  <a:cubicBezTo>
                    <a:pt x="112780" y="115810"/>
                    <a:pt x="112780" y="115810"/>
                    <a:pt x="111616" y="114314"/>
                  </a:cubicBezTo>
                  <a:cubicBezTo>
                    <a:pt x="111616" y="114314"/>
                    <a:pt x="111616" y="114314"/>
                    <a:pt x="110451" y="112518"/>
                  </a:cubicBezTo>
                  <a:cubicBezTo>
                    <a:pt x="110451" y="112518"/>
                    <a:pt x="110451" y="112518"/>
                    <a:pt x="109520" y="113117"/>
                  </a:cubicBezTo>
                  <a:cubicBezTo>
                    <a:pt x="109520" y="113117"/>
                    <a:pt x="109520" y="113117"/>
                    <a:pt x="108821" y="113117"/>
                  </a:cubicBezTo>
                  <a:cubicBezTo>
                    <a:pt x="108821" y="113117"/>
                    <a:pt x="108821" y="113117"/>
                    <a:pt x="109287" y="111321"/>
                  </a:cubicBezTo>
                  <a:cubicBezTo>
                    <a:pt x="109287" y="111321"/>
                    <a:pt x="109287" y="111321"/>
                    <a:pt x="110451" y="111022"/>
                  </a:cubicBezTo>
                  <a:cubicBezTo>
                    <a:pt x="110451" y="111022"/>
                    <a:pt x="110451" y="111022"/>
                    <a:pt x="109985" y="109226"/>
                  </a:cubicBezTo>
                  <a:cubicBezTo>
                    <a:pt x="109985" y="109226"/>
                    <a:pt x="109985" y="109226"/>
                    <a:pt x="108588" y="110124"/>
                  </a:cubicBezTo>
                  <a:cubicBezTo>
                    <a:pt x="108588" y="110124"/>
                    <a:pt x="108588" y="110124"/>
                    <a:pt x="109054" y="108329"/>
                  </a:cubicBezTo>
                  <a:cubicBezTo>
                    <a:pt x="109054" y="108329"/>
                    <a:pt x="109054" y="108329"/>
                    <a:pt x="108355" y="107132"/>
                  </a:cubicBezTo>
                  <a:cubicBezTo>
                    <a:pt x="108355" y="107132"/>
                    <a:pt x="108355" y="107132"/>
                    <a:pt x="108122" y="106234"/>
                  </a:cubicBezTo>
                  <a:cubicBezTo>
                    <a:pt x="108122" y="106234"/>
                    <a:pt x="108122" y="106234"/>
                    <a:pt x="108122" y="105336"/>
                  </a:cubicBezTo>
                  <a:cubicBezTo>
                    <a:pt x="108122" y="105336"/>
                    <a:pt x="108122" y="105336"/>
                    <a:pt x="109054" y="103541"/>
                  </a:cubicBezTo>
                  <a:cubicBezTo>
                    <a:pt x="109054" y="103541"/>
                    <a:pt x="109054" y="103541"/>
                    <a:pt x="107889" y="103541"/>
                  </a:cubicBezTo>
                  <a:cubicBezTo>
                    <a:pt x="107889" y="103541"/>
                    <a:pt x="107889" y="103541"/>
                    <a:pt x="107424" y="104139"/>
                  </a:cubicBezTo>
                  <a:cubicBezTo>
                    <a:pt x="107424" y="104139"/>
                    <a:pt x="107424" y="104139"/>
                    <a:pt x="107424" y="104738"/>
                  </a:cubicBezTo>
                  <a:cubicBezTo>
                    <a:pt x="107424" y="104738"/>
                    <a:pt x="107424" y="104738"/>
                    <a:pt x="107424" y="106533"/>
                  </a:cubicBezTo>
                  <a:cubicBezTo>
                    <a:pt x="107424" y="106533"/>
                    <a:pt x="107424" y="106533"/>
                    <a:pt x="106725" y="107132"/>
                  </a:cubicBezTo>
                  <a:cubicBezTo>
                    <a:pt x="106725" y="107132"/>
                    <a:pt x="106725" y="107132"/>
                    <a:pt x="106259" y="107730"/>
                  </a:cubicBezTo>
                  <a:cubicBezTo>
                    <a:pt x="106259" y="107730"/>
                    <a:pt x="106259" y="107132"/>
                    <a:pt x="106259" y="106833"/>
                  </a:cubicBezTo>
                  <a:cubicBezTo>
                    <a:pt x="106259" y="106533"/>
                    <a:pt x="106026" y="105635"/>
                    <a:pt x="106026" y="105635"/>
                  </a:cubicBezTo>
                  <a:cubicBezTo>
                    <a:pt x="106026" y="105635"/>
                    <a:pt x="105794" y="104738"/>
                    <a:pt x="105794" y="104139"/>
                  </a:cubicBezTo>
                  <a:cubicBezTo>
                    <a:pt x="105794" y="103840"/>
                    <a:pt x="105561" y="103241"/>
                    <a:pt x="105561" y="103241"/>
                  </a:cubicBezTo>
                  <a:cubicBezTo>
                    <a:pt x="105561" y="103241"/>
                    <a:pt x="105328" y="102643"/>
                    <a:pt x="105328" y="102344"/>
                  </a:cubicBezTo>
                  <a:cubicBezTo>
                    <a:pt x="105328" y="101745"/>
                    <a:pt x="105328" y="101446"/>
                    <a:pt x="105328" y="101446"/>
                  </a:cubicBezTo>
                  <a:cubicBezTo>
                    <a:pt x="105328" y="101446"/>
                    <a:pt x="105561" y="100847"/>
                    <a:pt x="106026" y="100847"/>
                  </a:cubicBezTo>
                  <a:cubicBezTo>
                    <a:pt x="106259" y="100548"/>
                    <a:pt x="106492" y="99950"/>
                    <a:pt x="106492" y="99950"/>
                  </a:cubicBezTo>
                  <a:cubicBezTo>
                    <a:pt x="106492" y="99950"/>
                    <a:pt x="106492" y="99950"/>
                    <a:pt x="107424" y="98753"/>
                  </a:cubicBezTo>
                  <a:cubicBezTo>
                    <a:pt x="107424" y="98753"/>
                    <a:pt x="107424" y="98753"/>
                    <a:pt x="106492" y="96658"/>
                  </a:cubicBezTo>
                  <a:cubicBezTo>
                    <a:pt x="106492" y="96658"/>
                    <a:pt x="106492" y="96658"/>
                    <a:pt x="106026" y="96957"/>
                  </a:cubicBezTo>
                  <a:cubicBezTo>
                    <a:pt x="106026" y="96957"/>
                    <a:pt x="106026" y="96957"/>
                    <a:pt x="105561" y="98453"/>
                  </a:cubicBezTo>
                  <a:cubicBezTo>
                    <a:pt x="105561" y="98453"/>
                    <a:pt x="105561" y="98453"/>
                    <a:pt x="104629" y="99950"/>
                  </a:cubicBezTo>
                  <a:cubicBezTo>
                    <a:pt x="104629" y="99950"/>
                    <a:pt x="104629" y="99950"/>
                    <a:pt x="103930" y="100548"/>
                  </a:cubicBezTo>
                  <a:cubicBezTo>
                    <a:pt x="103930" y="100548"/>
                    <a:pt x="103930" y="100548"/>
                    <a:pt x="103697" y="101147"/>
                  </a:cubicBezTo>
                  <a:cubicBezTo>
                    <a:pt x="103697" y="101147"/>
                    <a:pt x="103697" y="101147"/>
                    <a:pt x="104163" y="103541"/>
                  </a:cubicBezTo>
                  <a:cubicBezTo>
                    <a:pt x="104163" y="103541"/>
                    <a:pt x="104163" y="103541"/>
                    <a:pt x="105095" y="106833"/>
                  </a:cubicBezTo>
                  <a:cubicBezTo>
                    <a:pt x="105095" y="106833"/>
                    <a:pt x="105095" y="106833"/>
                    <a:pt x="104163" y="106533"/>
                  </a:cubicBezTo>
                  <a:cubicBezTo>
                    <a:pt x="104163" y="106533"/>
                    <a:pt x="104163" y="106533"/>
                    <a:pt x="102766" y="102942"/>
                  </a:cubicBezTo>
                  <a:cubicBezTo>
                    <a:pt x="102766" y="102942"/>
                    <a:pt x="102766" y="102942"/>
                    <a:pt x="101136" y="99950"/>
                  </a:cubicBezTo>
                  <a:cubicBezTo>
                    <a:pt x="101136" y="99950"/>
                    <a:pt x="101136" y="99950"/>
                    <a:pt x="100670" y="101745"/>
                  </a:cubicBezTo>
                  <a:cubicBezTo>
                    <a:pt x="100670" y="101745"/>
                    <a:pt x="100670" y="101745"/>
                    <a:pt x="100204" y="101446"/>
                  </a:cubicBezTo>
                  <a:cubicBezTo>
                    <a:pt x="100204" y="101446"/>
                    <a:pt x="100204" y="101446"/>
                    <a:pt x="99506" y="99351"/>
                  </a:cubicBezTo>
                  <a:cubicBezTo>
                    <a:pt x="99506" y="99351"/>
                    <a:pt x="99506" y="99351"/>
                    <a:pt x="98574" y="98453"/>
                  </a:cubicBezTo>
                  <a:cubicBezTo>
                    <a:pt x="98574" y="98453"/>
                    <a:pt x="98574" y="98453"/>
                    <a:pt x="96245" y="95162"/>
                  </a:cubicBezTo>
                  <a:cubicBezTo>
                    <a:pt x="96245" y="95162"/>
                    <a:pt x="96245" y="95162"/>
                    <a:pt x="96245" y="93067"/>
                  </a:cubicBezTo>
                  <a:cubicBezTo>
                    <a:pt x="96245" y="93067"/>
                    <a:pt x="96245" y="93067"/>
                    <a:pt x="95779" y="94264"/>
                  </a:cubicBezTo>
                  <a:cubicBezTo>
                    <a:pt x="95779" y="94264"/>
                    <a:pt x="95779" y="94264"/>
                    <a:pt x="94615" y="93665"/>
                  </a:cubicBezTo>
                  <a:cubicBezTo>
                    <a:pt x="94615" y="93665"/>
                    <a:pt x="94615" y="93665"/>
                    <a:pt x="92053" y="90673"/>
                  </a:cubicBezTo>
                  <a:cubicBezTo>
                    <a:pt x="92053" y="90673"/>
                    <a:pt x="92053" y="90673"/>
                    <a:pt x="90423" y="88279"/>
                  </a:cubicBezTo>
                  <a:cubicBezTo>
                    <a:pt x="90423" y="88279"/>
                    <a:pt x="90423" y="88279"/>
                    <a:pt x="89492" y="88578"/>
                  </a:cubicBezTo>
                  <a:cubicBezTo>
                    <a:pt x="89492" y="88578"/>
                    <a:pt x="89492" y="88578"/>
                    <a:pt x="87395" y="87980"/>
                  </a:cubicBezTo>
                  <a:cubicBezTo>
                    <a:pt x="87395" y="87980"/>
                    <a:pt x="87395" y="87980"/>
                    <a:pt x="85998" y="86184"/>
                  </a:cubicBezTo>
                  <a:cubicBezTo>
                    <a:pt x="85998" y="86184"/>
                    <a:pt x="85998" y="86184"/>
                    <a:pt x="85998" y="84089"/>
                  </a:cubicBezTo>
                  <a:cubicBezTo>
                    <a:pt x="85998" y="84089"/>
                    <a:pt x="85998" y="84089"/>
                    <a:pt x="85299" y="84688"/>
                  </a:cubicBezTo>
                  <a:cubicBezTo>
                    <a:pt x="85299" y="84688"/>
                    <a:pt x="85299" y="84688"/>
                    <a:pt x="82505" y="84688"/>
                  </a:cubicBezTo>
                  <a:cubicBezTo>
                    <a:pt x="82505" y="84688"/>
                    <a:pt x="82505" y="84688"/>
                    <a:pt x="81108" y="84389"/>
                  </a:cubicBezTo>
                  <a:cubicBezTo>
                    <a:pt x="81108" y="84389"/>
                    <a:pt x="81108" y="84389"/>
                    <a:pt x="79477" y="83790"/>
                  </a:cubicBezTo>
                  <a:cubicBezTo>
                    <a:pt x="79477" y="83790"/>
                    <a:pt x="79477" y="83790"/>
                    <a:pt x="76450" y="83491"/>
                  </a:cubicBezTo>
                  <a:cubicBezTo>
                    <a:pt x="76450" y="83491"/>
                    <a:pt x="76450" y="83491"/>
                    <a:pt x="73422" y="84389"/>
                  </a:cubicBezTo>
                  <a:cubicBezTo>
                    <a:pt x="73422" y="84389"/>
                    <a:pt x="73422" y="84389"/>
                    <a:pt x="71326" y="84987"/>
                  </a:cubicBezTo>
                  <a:cubicBezTo>
                    <a:pt x="71326" y="84987"/>
                    <a:pt x="71326" y="84987"/>
                    <a:pt x="71792" y="82593"/>
                  </a:cubicBezTo>
                  <a:cubicBezTo>
                    <a:pt x="71792" y="82593"/>
                    <a:pt x="71792" y="82593"/>
                    <a:pt x="71093" y="83191"/>
                  </a:cubicBezTo>
                  <a:cubicBezTo>
                    <a:pt x="71093" y="83191"/>
                    <a:pt x="71093" y="83191"/>
                    <a:pt x="69929" y="82294"/>
                  </a:cubicBezTo>
                  <a:cubicBezTo>
                    <a:pt x="69929" y="82294"/>
                    <a:pt x="69929" y="82294"/>
                    <a:pt x="68997" y="81695"/>
                  </a:cubicBezTo>
                  <a:cubicBezTo>
                    <a:pt x="68997" y="81695"/>
                    <a:pt x="68997" y="81695"/>
                    <a:pt x="68066" y="81695"/>
                  </a:cubicBezTo>
                  <a:cubicBezTo>
                    <a:pt x="68066" y="81695"/>
                    <a:pt x="68066" y="81695"/>
                    <a:pt x="67367" y="81695"/>
                  </a:cubicBezTo>
                  <a:cubicBezTo>
                    <a:pt x="67367" y="81695"/>
                    <a:pt x="67367" y="81695"/>
                    <a:pt x="66203" y="82593"/>
                  </a:cubicBezTo>
                  <a:cubicBezTo>
                    <a:pt x="66203" y="82593"/>
                    <a:pt x="66203" y="82593"/>
                    <a:pt x="65271" y="83191"/>
                  </a:cubicBezTo>
                  <a:cubicBezTo>
                    <a:pt x="65271" y="83191"/>
                    <a:pt x="65271" y="83191"/>
                    <a:pt x="64340" y="84688"/>
                  </a:cubicBezTo>
                  <a:cubicBezTo>
                    <a:pt x="64340" y="84688"/>
                    <a:pt x="64340" y="84688"/>
                    <a:pt x="63874" y="85286"/>
                  </a:cubicBezTo>
                  <a:cubicBezTo>
                    <a:pt x="63874" y="85286"/>
                    <a:pt x="63874" y="85286"/>
                    <a:pt x="62710" y="84987"/>
                  </a:cubicBezTo>
                  <a:cubicBezTo>
                    <a:pt x="62710" y="84987"/>
                    <a:pt x="62710" y="84987"/>
                    <a:pt x="63874" y="83790"/>
                  </a:cubicBezTo>
                  <a:cubicBezTo>
                    <a:pt x="63874" y="83790"/>
                    <a:pt x="63874" y="83790"/>
                    <a:pt x="65271" y="81995"/>
                  </a:cubicBezTo>
                  <a:cubicBezTo>
                    <a:pt x="65271" y="81995"/>
                    <a:pt x="65271" y="81995"/>
                    <a:pt x="66203" y="80798"/>
                  </a:cubicBezTo>
                  <a:cubicBezTo>
                    <a:pt x="66203" y="80798"/>
                    <a:pt x="66203" y="80798"/>
                    <a:pt x="66902" y="79600"/>
                  </a:cubicBezTo>
                  <a:cubicBezTo>
                    <a:pt x="66902" y="79600"/>
                    <a:pt x="66902" y="79600"/>
                    <a:pt x="66436" y="79600"/>
                  </a:cubicBezTo>
                  <a:cubicBezTo>
                    <a:pt x="66436" y="79600"/>
                    <a:pt x="66436" y="79600"/>
                    <a:pt x="65504" y="79002"/>
                  </a:cubicBezTo>
                  <a:cubicBezTo>
                    <a:pt x="65504" y="79002"/>
                    <a:pt x="65504" y="79002"/>
                    <a:pt x="65504" y="76907"/>
                  </a:cubicBezTo>
                  <a:cubicBezTo>
                    <a:pt x="65504" y="76907"/>
                    <a:pt x="65504" y="76907"/>
                    <a:pt x="64573" y="77805"/>
                  </a:cubicBezTo>
                  <a:cubicBezTo>
                    <a:pt x="64573" y="77805"/>
                    <a:pt x="64573" y="77805"/>
                    <a:pt x="64340" y="78104"/>
                  </a:cubicBezTo>
                  <a:cubicBezTo>
                    <a:pt x="64340" y="78104"/>
                    <a:pt x="64340" y="78104"/>
                    <a:pt x="62710" y="78104"/>
                  </a:cubicBezTo>
                  <a:cubicBezTo>
                    <a:pt x="62710" y="78104"/>
                    <a:pt x="62710" y="78104"/>
                    <a:pt x="61312" y="77805"/>
                  </a:cubicBezTo>
                  <a:cubicBezTo>
                    <a:pt x="61312" y="77805"/>
                    <a:pt x="61312" y="77805"/>
                    <a:pt x="60614" y="78703"/>
                  </a:cubicBezTo>
                  <a:cubicBezTo>
                    <a:pt x="60614" y="78703"/>
                    <a:pt x="60614" y="78703"/>
                    <a:pt x="60148" y="80498"/>
                  </a:cubicBezTo>
                  <a:cubicBezTo>
                    <a:pt x="60148" y="80498"/>
                    <a:pt x="60148" y="80498"/>
                    <a:pt x="61079" y="81995"/>
                  </a:cubicBezTo>
                  <a:cubicBezTo>
                    <a:pt x="61079" y="81995"/>
                    <a:pt x="61079" y="81995"/>
                    <a:pt x="60614" y="84389"/>
                  </a:cubicBezTo>
                  <a:cubicBezTo>
                    <a:pt x="60614" y="84389"/>
                    <a:pt x="60614" y="84389"/>
                    <a:pt x="59449" y="85885"/>
                  </a:cubicBezTo>
                  <a:cubicBezTo>
                    <a:pt x="59449" y="85885"/>
                    <a:pt x="59449" y="85885"/>
                    <a:pt x="58285" y="85885"/>
                  </a:cubicBezTo>
                  <a:cubicBezTo>
                    <a:pt x="58285" y="85885"/>
                    <a:pt x="58285" y="85885"/>
                    <a:pt x="56888" y="85885"/>
                  </a:cubicBezTo>
                  <a:cubicBezTo>
                    <a:pt x="56888" y="85885"/>
                    <a:pt x="56888" y="85885"/>
                    <a:pt x="56422" y="87980"/>
                  </a:cubicBezTo>
                  <a:cubicBezTo>
                    <a:pt x="56422" y="87980"/>
                    <a:pt x="56422" y="87980"/>
                    <a:pt x="54559" y="88877"/>
                  </a:cubicBezTo>
                  <a:cubicBezTo>
                    <a:pt x="54559" y="88877"/>
                    <a:pt x="54559" y="88877"/>
                    <a:pt x="54326" y="89476"/>
                  </a:cubicBezTo>
                  <a:cubicBezTo>
                    <a:pt x="54326" y="89476"/>
                    <a:pt x="54326" y="89476"/>
                    <a:pt x="52695" y="90972"/>
                  </a:cubicBezTo>
                  <a:cubicBezTo>
                    <a:pt x="52695" y="90972"/>
                    <a:pt x="52695" y="90972"/>
                    <a:pt x="51065" y="91571"/>
                  </a:cubicBezTo>
                  <a:cubicBezTo>
                    <a:pt x="51065" y="91571"/>
                    <a:pt x="51065" y="91571"/>
                    <a:pt x="50134" y="91870"/>
                  </a:cubicBezTo>
                  <a:cubicBezTo>
                    <a:pt x="50134" y="91870"/>
                    <a:pt x="50134" y="91870"/>
                    <a:pt x="49668" y="90972"/>
                  </a:cubicBezTo>
                  <a:cubicBezTo>
                    <a:pt x="49668" y="90972"/>
                    <a:pt x="49668" y="90972"/>
                    <a:pt x="49435" y="90374"/>
                  </a:cubicBezTo>
                  <a:cubicBezTo>
                    <a:pt x="49435" y="90374"/>
                    <a:pt x="49435" y="90374"/>
                    <a:pt x="50600" y="89775"/>
                  </a:cubicBezTo>
                  <a:cubicBezTo>
                    <a:pt x="50600" y="89775"/>
                    <a:pt x="50600" y="89775"/>
                    <a:pt x="51531" y="88279"/>
                  </a:cubicBezTo>
                  <a:cubicBezTo>
                    <a:pt x="51531" y="88279"/>
                    <a:pt x="51531" y="88279"/>
                    <a:pt x="50367" y="88279"/>
                  </a:cubicBezTo>
                  <a:cubicBezTo>
                    <a:pt x="50367" y="88279"/>
                    <a:pt x="50367" y="88279"/>
                    <a:pt x="49901" y="87381"/>
                  </a:cubicBezTo>
                  <a:cubicBezTo>
                    <a:pt x="49901" y="87381"/>
                    <a:pt x="49901" y="87381"/>
                    <a:pt x="51065" y="85286"/>
                  </a:cubicBezTo>
                  <a:cubicBezTo>
                    <a:pt x="51065" y="85286"/>
                    <a:pt x="51065" y="85286"/>
                    <a:pt x="51531" y="83191"/>
                  </a:cubicBezTo>
                  <a:cubicBezTo>
                    <a:pt x="51531" y="83191"/>
                    <a:pt x="51531" y="83191"/>
                    <a:pt x="52230" y="80199"/>
                  </a:cubicBezTo>
                  <a:cubicBezTo>
                    <a:pt x="52230" y="80199"/>
                    <a:pt x="52230" y="80199"/>
                    <a:pt x="53394" y="78404"/>
                  </a:cubicBezTo>
                  <a:cubicBezTo>
                    <a:pt x="53394" y="78404"/>
                    <a:pt x="53394" y="78404"/>
                    <a:pt x="57586" y="79002"/>
                  </a:cubicBezTo>
                  <a:cubicBezTo>
                    <a:pt x="57586" y="79002"/>
                    <a:pt x="57586" y="79002"/>
                    <a:pt x="56888" y="77805"/>
                  </a:cubicBezTo>
                  <a:cubicBezTo>
                    <a:pt x="56888" y="77805"/>
                    <a:pt x="56888" y="77805"/>
                    <a:pt x="55723" y="77506"/>
                  </a:cubicBezTo>
                  <a:cubicBezTo>
                    <a:pt x="55723" y="77506"/>
                    <a:pt x="55723" y="77506"/>
                    <a:pt x="53627" y="76309"/>
                  </a:cubicBezTo>
                  <a:cubicBezTo>
                    <a:pt x="53627" y="76309"/>
                    <a:pt x="53627" y="76309"/>
                    <a:pt x="51997" y="77207"/>
                  </a:cubicBezTo>
                  <a:cubicBezTo>
                    <a:pt x="51997" y="77207"/>
                    <a:pt x="51997" y="77207"/>
                    <a:pt x="50600" y="78703"/>
                  </a:cubicBezTo>
                  <a:cubicBezTo>
                    <a:pt x="50600" y="78703"/>
                    <a:pt x="50600" y="78703"/>
                    <a:pt x="49202" y="80199"/>
                  </a:cubicBezTo>
                  <a:cubicBezTo>
                    <a:pt x="49202" y="80199"/>
                    <a:pt x="49202" y="80199"/>
                    <a:pt x="48504" y="81995"/>
                  </a:cubicBezTo>
                  <a:cubicBezTo>
                    <a:pt x="48504" y="81995"/>
                    <a:pt x="48504" y="81995"/>
                    <a:pt x="48271" y="83491"/>
                  </a:cubicBezTo>
                  <a:cubicBezTo>
                    <a:pt x="48271" y="83491"/>
                    <a:pt x="48271" y="83491"/>
                    <a:pt x="47339" y="83491"/>
                  </a:cubicBezTo>
                  <a:cubicBezTo>
                    <a:pt x="47339" y="83491"/>
                    <a:pt x="47339" y="83491"/>
                    <a:pt x="47339" y="84089"/>
                  </a:cubicBezTo>
                  <a:cubicBezTo>
                    <a:pt x="47339" y="84089"/>
                    <a:pt x="47339" y="84089"/>
                    <a:pt x="47805" y="85286"/>
                  </a:cubicBezTo>
                  <a:cubicBezTo>
                    <a:pt x="47805" y="85286"/>
                    <a:pt x="47805" y="85286"/>
                    <a:pt x="47572" y="86184"/>
                  </a:cubicBezTo>
                  <a:cubicBezTo>
                    <a:pt x="47572" y="86184"/>
                    <a:pt x="47572" y="86184"/>
                    <a:pt x="46873" y="87082"/>
                  </a:cubicBezTo>
                  <a:cubicBezTo>
                    <a:pt x="46873" y="87082"/>
                    <a:pt x="46873" y="87082"/>
                    <a:pt x="45243" y="88279"/>
                  </a:cubicBezTo>
                  <a:cubicBezTo>
                    <a:pt x="45243" y="88279"/>
                    <a:pt x="45243" y="88279"/>
                    <a:pt x="44312" y="89177"/>
                  </a:cubicBezTo>
                  <a:cubicBezTo>
                    <a:pt x="44312" y="89177"/>
                    <a:pt x="44312" y="89177"/>
                    <a:pt x="43147" y="90673"/>
                  </a:cubicBezTo>
                  <a:cubicBezTo>
                    <a:pt x="43147" y="90673"/>
                    <a:pt x="43147" y="90673"/>
                    <a:pt x="42914" y="92169"/>
                  </a:cubicBezTo>
                  <a:cubicBezTo>
                    <a:pt x="42914" y="92169"/>
                    <a:pt x="42914" y="92169"/>
                    <a:pt x="44545" y="92768"/>
                  </a:cubicBezTo>
                  <a:cubicBezTo>
                    <a:pt x="44545" y="92768"/>
                    <a:pt x="44545" y="92768"/>
                    <a:pt x="44777" y="94862"/>
                  </a:cubicBezTo>
                  <a:cubicBezTo>
                    <a:pt x="44777" y="94862"/>
                    <a:pt x="44777" y="94862"/>
                    <a:pt x="44079" y="96059"/>
                  </a:cubicBezTo>
                  <a:cubicBezTo>
                    <a:pt x="44079" y="96059"/>
                    <a:pt x="44079" y="96059"/>
                    <a:pt x="42914" y="96957"/>
                  </a:cubicBezTo>
                  <a:cubicBezTo>
                    <a:pt x="42914" y="96957"/>
                    <a:pt x="42914" y="96957"/>
                    <a:pt x="41517" y="99351"/>
                  </a:cubicBezTo>
                  <a:cubicBezTo>
                    <a:pt x="41517" y="99351"/>
                    <a:pt x="41517" y="99351"/>
                    <a:pt x="39421" y="101147"/>
                  </a:cubicBezTo>
                  <a:cubicBezTo>
                    <a:pt x="39421" y="101147"/>
                    <a:pt x="39421" y="101147"/>
                    <a:pt x="35229" y="103840"/>
                  </a:cubicBezTo>
                  <a:cubicBezTo>
                    <a:pt x="35229" y="103840"/>
                    <a:pt x="35229" y="103840"/>
                    <a:pt x="34996" y="106234"/>
                  </a:cubicBezTo>
                  <a:cubicBezTo>
                    <a:pt x="34996" y="106234"/>
                    <a:pt x="34996" y="106234"/>
                    <a:pt x="33366" y="107132"/>
                  </a:cubicBezTo>
                  <a:cubicBezTo>
                    <a:pt x="33366" y="107132"/>
                    <a:pt x="33366" y="107132"/>
                    <a:pt x="31736" y="108329"/>
                  </a:cubicBezTo>
                  <a:cubicBezTo>
                    <a:pt x="31736" y="108329"/>
                    <a:pt x="31736" y="108329"/>
                    <a:pt x="29640" y="109226"/>
                  </a:cubicBezTo>
                  <a:cubicBezTo>
                    <a:pt x="29640" y="109226"/>
                    <a:pt x="29640" y="109226"/>
                    <a:pt x="28941" y="109825"/>
                  </a:cubicBezTo>
                  <a:cubicBezTo>
                    <a:pt x="28941" y="109825"/>
                    <a:pt x="28941" y="109825"/>
                    <a:pt x="28010" y="110723"/>
                  </a:cubicBezTo>
                  <a:cubicBezTo>
                    <a:pt x="28010" y="110723"/>
                    <a:pt x="28010" y="110723"/>
                    <a:pt x="27311" y="111620"/>
                  </a:cubicBezTo>
                  <a:cubicBezTo>
                    <a:pt x="27311" y="111620"/>
                    <a:pt x="27311" y="111620"/>
                    <a:pt x="26845" y="113416"/>
                  </a:cubicBezTo>
                  <a:cubicBezTo>
                    <a:pt x="26845" y="113416"/>
                    <a:pt x="26845" y="113416"/>
                    <a:pt x="25681" y="113715"/>
                  </a:cubicBezTo>
                  <a:cubicBezTo>
                    <a:pt x="25681" y="113715"/>
                    <a:pt x="25681" y="113715"/>
                    <a:pt x="24050" y="114314"/>
                  </a:cubicBezTo>
                  <a:cubicBezTo>
                    <a:pt x="24050" y="114314"/>
                    <a:pt x="24050" y="114314"/>
                    <a:pt x="22886" y="114314"/>
                  </a:cubicBezTo>
                  <a:cubicBezTo>
                    <a:pt x="22886" y="114314"/>
                    <a:pt x="22886" y="114314"/>
                    <a:pt x="21722" y="114912"/>
                  </a:cubicBezTo>
                  <a:cubicBezTo>
                    <a:pt x="21722" y="114912"/>
                    <a:pt x="21722" y="114912"/>
                    <a:pt x="20091" y="116109"/>
                  </a:cubicBezTo>
                  <a:cubicBezTo>
                    <a:pt x="20091" y="116109"/>
                    <a:pt x="20091" y="116109"/>
                    <a:pt x="20557" y="117606"/>
                  </a:cubicBezTo>
                  <a:cubicBezTo>
                    <a:pt x="20557" y="117606"/>
                    <a:pt x="20557" y="117606"/>
                    <a:pt x="20091" y="117905"/>
                  </a:cubicBezTo>
                  <a:cubicBezTo>
                    <a:pt x="20091" y="117905"/>
                    <a:pt x="20091" y="117905"/>
                    <a:pt x="18927" y="117007"/>
                  </a:cubicBezTo>
                  <a:cubicBezTo>
                    <a:pt x="18927" y="117007"/>
                    <a:pt x="18927" y="117007"/>
                    <a:pt x="17763" y="116408"/>
                  </a:cubicBezTo>
                  <a:cubicBezTo>
                    <a:pt x="17763" y="116408"/>
                    <a:pt x="17763" y="116408"/>
                    <a:pt x="16831" y="114613"/>
                  </a:cubicBezTo>
                  <a:cubicBezTo>
                    <a:pt x="16831" y="114613"/>
                    <a:pt x="16831" y="114613"/>
                    <a:pt x="16598" y="115211"/>
                  </a:cubicBezTo>
                  <a:cubicBezTo>
                    <a:pt x="16598" y="115211"/>
                    <a:pt x="16598" y="115211"/>
                    <a:pt x="16598" y="117606"/>
                  </a:cubicBezTo>
                  <a:cubicBezTo>
                    <a:pt x="16598" y="117606"/>
                    <a:pt x="16598" y="117606"/>
                    <a:pt x="15201" y="117606"/>
                  </a:cubicBezTo>
                  <a:cubicBezTo>
                    <a:pt x="15201" y="117606"/>
                    <a:pt x="15201" y="117606"/>
                    <a:pt x="15201" y="118503"/>
                  </a:cubicBezTo>
                  <a:cubicBezTo>
                    <a:pt x="15201" y="118503"/>
                    <a:pt x="15201" y="118503"/>
                    <a:pt x="13804" y="118503"/>
                  </a:cubicBezTo>
                  <a:cubicBezTo>
                    <a:pt x="13804" y="118503"/>
                    <a:pt x="13804" y="118503"/>
                    <a:pt x="13804" y="118204"/>
                  </a:cubicBezTo>
                  <a:cubicBezTo>
                    <a:pt x="13804" y="117905"/>
                    <a:pt x="13105" y="117905"/>
                    <a:pt x="13105" y="117905"/>
                  </a:cubicBezTo>
                  <a:cubicBezTo>
                    <a:pt x="13105" y="117905"/>
                    <a:pt x="13105" y="117905"/>
                    <a:pt x="12173" y="117905"/>
                  </a:cubicBezTo>
                  <a:cubicBezTo>
                    <a:pt x="12173" y="117905"/>
                    <a:pt x="12173" y="117905"/>
                    <a:pt x="11009" y="118204"/>
                  </a:cubicBezTo>
                  <a:cubicBezTo>
                    <a:pt x="11009" y="118204"/>
                    <a:pt x="11009" y="118204"/>
                    <a:pt x="9612" y="120000"/>
                  </a:cubicBezTo>
                  <a:cubicBezTo>
                    <a:pt x="9612" y="120000"/>
                    <a:pt x="9612" y="120000"/>
                    <a:pt x="7050" y="120000"/>
                  </a:cubicBezTo>
                  <a:cubicBezTo>
                    <a:pt x="7050" y="120000"/>
                    <a:pt x="7050" y="120000"/>
                    <a:pt x="4721" y="120000"/>
                  </a:cubicBezTo>
                  <a:cubicBezTo>
                    <a:pt x="4721" y="120000"/>
                    <a:pt x="4721" y="120000"/>
                    <a:pt x="4721" y="118802"/>
                  </a:cubicBezTo>
                  <a:cubicBezTo>
                    <a:pt x="4721" y="118802"/>
                    <a:pt x="4721" y="118802"/>
                    <a:pt x="6351" y="116408"/>
                  </a:cubicBezTo>
                  <a:cubicBezTo>
                    <a:pt x="6351" y="116408"/>
                    <a:pt x="6351" y="116408"/>
                    <a:pt x="9146" y="116408"/>
                  </a:cubicBezTo>
                  <a:cubicBezTo>
                    <a:pt x="9146" y="116408"/>
                    <a:pt x="9146" y="116408"/>
                    <a:pt x="10310" y="116408"/>
                  </a:cubicBezTo>
                  <a:cubicBezTo>
                    <a:pt x="10310" y="116408"/>
                    <a:pt x="10310" y="116408"/>
                    <a:pt x="11475" y="115511"/>
                  </a:cubicBezTo>
                  <a:cubicBezTo>
                    <a:pt x="11475" y="115511"/>
                    <a:pt x="11475" y="115511"/>
                    <a:pt x="13105" y="114912"/>
                  </a:cubicBezTo>
                  <a:cubicBezTo>
                    <a:pt x="13105" y="114912"/>
                    <a:pt x="13105" y="114912"/>
                    <a:pt x="13804" y="114314"/>
                  </a:cubicBezTo>
                  <a:cubicBezTo>
                    <a:pt x="13804" y="114314"/>
                    <a:pt x="13804" y="114314"/>
                    <a:pt x="14502" y="112817"/>
                  </a:cubicBezTo>
                  <a:cubicBezTo>
                    <a:pt x="14502" y="112817"/>
                    <a:pt x="14502" y="112817"/>
                    <a:pt x="15900" y="111920"/>
                  </a:cubicBezTo>
                  <a:cubicBezTo>
                    <a:pt x="15900" y="111920"/>
                    <a:pt x="15900" y="111920"/>
                    <a:pt x="17995" y="111620"/>
                  </a:cubicBezTo>
                  <a:cubicBezTo>
                    <a:pt x="17995" y="111620"/>
                    <a:pt x="17995" y="111620"/>
                    <a:pt x="19160" y="111620"/>
                  </a:cubicBezTo>
                  <a:cubicBezTo>
                    <a:pt x="19160" y="111620"/>
                    <a:pt x="19160" y="111620"/>
                    <a:pt x="20091" y="112817"/>
                  </a:cubicBezTo>
                  <a:cubicBezTo>
                    <a:pt x="20091" y="112817"/>
                    <a:pt x="20091" y="112817"/>
                    <a:pt x="21023" y="111920"/>
                  </a:cubicBezTo>
                  <a:cubicBezTo>
                    <a:pt x="21023" y="111920"/>
                    <a:pt x="21023" y="111920"/>
                    <a:pt x="21955" y="110124"/>
                  </a:cubicBezTo>
                  <a:cubicBezTo>
                    <a:pt x="21955" y="110124"/>
                    <a:pt x="21955" y="110124"/>
                    <a:pt x="23119" y="108628"/>
                  </a:cubicBezTo>
                  <a:cubicBezTo>
                    <a:pt x="23119" y="108628"/>
                    <a:pt x="23119" y="108628"/>
                    <a:pt x="24283" y="107730"/>
                  </a:cubicBezTo>
                  <a:cubicBezTo>
                    <a:pt x="24283" y="107730"/>
                    <a:pt x="24283" y="107730"/>
                    <a:pt x="26612" y="107132"/>
                  </a:cubicBezTo>
                  <a:cubicBezTo>
                    <a:pt x="26612" y="107132"/>
                    <a:pt x="26612" y="107132"/>
                    <a:pt x="27544" y="105935"/>
                  </a:cubicBezTo>
                  <a:cubicBezTo>
                    <a:pt x="27544" y="105935"/>
                    <a:pt x="27544" y="105935"/>
                    <a:pt x="28708" y="104438"/>
                  </a:cubicBezTo>
                  <a:cubicBezTo>
                    <a:pt x="28708" y="104438"/>
                    <a:pt x="28708" y="104438"/>
                    <a:pt x="30106" y="102942"/>
                  </a:cubicBezTo>
                  <a:cubicBezTo>
                    <a:pt x="30106" y="102942"/>
                    <a:pt x="30106" y="102942"/>
                    <a:pt x="31270" y="102044"/>
                  </a:cubicBezTo>
                  <a:cubicBezTo>
                    <a:pt x="31270" y="102044"/>
                    <a:pt x="31270" y="102044"/>
                    <a:pt x="31736" y="100249"/>
                  </a:cubicBezTo>
                  <a:cubicBezTo>
                    <a:pt x="31736" y="100249"/>
                    <a:pt x="31736" y="100249"/>
                    <a:pt x="31969" y="97556"/>
                  </a:cubicBezTo>
                  <a:cubicBezTo>
                    <a:pt x="31969" y="97556"/>
                    <a:pt x="31969" y="97556"/>
                    <a:pt x="32434" y="95760"/>
                  </a:cubicBezTo>
                  <a:cubicBezTo>
                    <a:pt x="32434" y="95760"/>
                    <a:pt x="32434" y="95760"/>
                    <a:pt x="32667" y="95162"/>
                  </a:cubicBezTo>
                  <a:cubicBezTo>
                    <a:pt x="32667" y="95162"/>
                    <a:pt x="32667" y="95162"/>
                    <a:pt x="33832" y="93067"/>
                  </a:cubicBezTo>
                  <a:cubicBezTo>
                    <a:pt x="33832" y="93067"/>
                    <a:pt x="33832" y="93067"/>
                    <a:pt x="33133" y="93067"/>
                  </a:cubicBezTo>
                  <a:cubicBezTo>
                    <a:pt x="33133" y="93067"/>
                    <a:pt x="33133" y="93067"/>
                    <a:pt x="31969" y="93366"/>
                  </a:cubicBezTo>
                  <a:cubicBezTo>
                    <a:pt x="31969" y="93366"/>
                    <a:pt x="31969" y="93366"/>
                    <a:pt x="31270" y="93366"/>
                  </a:cubicBezTo>
                  <a:cubicBezTo>
                    <a:pt x="31270" y="93366"/>
                    <a:pt x="31270" y="93366"/>
                    <a:pt x="30106" y="93067"/>
                  </a:cubicBezTo>
                  <a:cubicBezTo>
                    <a:pt x="30106" y="93067"/>
                    <a:pt x="30106" y="93067"/>
                    <a:pt x="29640" y="92468"/>
                  </a:cubicBezTo>
                  <a:cubicBezTo>
                    <a:pt x="29640" y="92468"/>
                    <a:pt x="29640" y="92468"/>
                    <a:pt x="30804" y="90972"/>
                  </a:cubicBezTo>
                  <a:cubicBezTo>
                    <a:pt x="30804" y="90972"/>
                    <a:pt x="30804" y="90972"/>
                    <a:pt x="29640" y="91271"/>
                  </a:cubicBezTo>
                  <a:cubicBezTo>
                    <a:pt x="29640" y="91271"/>
                    <a:pt x="29640" y="91271"/>
                    <a:pt x="28941" y="92169"/>
                  </a:cubicBezTo>
                  <a:cubicBezTo>
                    <a:pt x="28941" y="92169"/>
                    <a:pt x="28941" y="92169"/>
                    <a:pt x="28475" y="94264"/>
                  </a:cubicBezTo>
                  <a:cubicBezTo>
                    <a:pt x="28475" y="94264"/>
                    <a:pt x="28475" y="94264"/>
                    <a:pt x="27777" y="95162"/>
                  </a:cubicBezTo>
                  <a:cubicBezTo>
                    <a:pt x="27777" y="95162"/>
                    <a:pt x="27777" y="95162"/>
                    <a:pt x="27544" y="94264"/>
                  </a:cubicBezTo>
                  <a:cubicBezTo>
                    <a:pt x="27544" y="94264"/>
                    <a:pt x="27544" y="94264"/>
                    <a:pt x="26845" y="93067"/>
                  </a:cubicBezTo>
                  <a:cubicBezTo>
                    <a:pt x="26845" y="93067"/>
                    <a:pt x="26845" y="93067"/>
                    <a:pt x="25681" y="91571"/>
                  </a:cubicBezTo>
                  <a:cubicBezTo>
                    <a:pt x="25681" y="91571"/>
                    <a:pt x="25681" y="91571"/>
                    <a:pt x="23818" y="90074"/>
                  </a:cubicBezTo>
                  <a:cubicBezTo>
                    <a:pt x="23818" y="90074"/>
                    <a:pt x="23818" y="90074"/>
                    <a:pt x="23352" y="90074"/>
                  </a:cubicBezTo>
                  <a:cubicBezTo>
                    <a:pt x="23352" y="90074"/>
                    <a:pt x="23352" y="90074"/>
                    <a:pt x="21722" y="91571"/>
                  </a:cubicBezTo>
                  <a:cubicBezTo>
                    <a:pt x="21722" y="91571"/>
                    <a:pt x="21722" y="91571"/>
                    <a:pt x="20790" y="91571"/>
                  </a:cubicBezTo>
                  <a:cubicBezTo>
                    <a:pt x="20790" y="91571"/>
                    <a:pt x="20790" y="91571"/>
                    <a:pt x="19393" y="91571"/>
                  </a:cubicBezTo>
                  <a:cubicBezTo>
                    <a:pt x="19393" y="91571"/>
                    <a:pt x="19393" y="91571"/>
                    <a:pt x="19626" y="87680"/>
                  </a:cubicBezTo>
                  <a:cubicBezTo>
                    <a:pt x="19626" y="87680"/>
                    <a:pt x="19626" y="87680"/>
                    <a:pt x="19859" y="86483"/>
                  </a:cubicBezTo>
                  <a:cubicBezTo>
                    <a:pt x="19859" y="86483"/>
                    <a:pt x="19859" y="86483"/>
                    <a:pt x="20557" y="85286"/>
                  </a:cubicBezTo>
                  <a:cubicBezTo>
                    <a:pt x="20557" y="85286"/>
                    <a:pt x="20557" y="85286"/>
                    <a:pt x="20557" y="83790"/>
                  </a:cubicBezTo>
                  <a:cubicBezTo>
                    <a:pt x="20557" y="83790"/>
                    <a:pt x="20557" y="83790"/>
                    <a:pt x="20324" y="81396"/>
                  </a:cubicBezTo>
                  <a:cubicBezTo>
                    <a:pt x="20324" y="81396"/>
                    <a:pt x="20324" y="81396"/>
                    <a:pt x="19859" y="79002"/>
                  </a:cubicBezTo>
                  <a:cubicBezTo>
                    <a:pt x="19859" y="79002"/>
                    <a:pt x="19859" y="79002"/>
                    <a:pt x="19393" y="79600"/>
                  </a:cubicBezTo>
                  <a:cubicBezTo>
                    <a:pt x="19393" y="79600"/>
                    <a:pt x="19393" y="79600"/>
                    <a:pt x="18461" y="80798"/>
                  </a:cubicBezTo>
                  <a:cubicBezTo>
                    <a:pt x="18461" y="80798"/>
                    <a:pt x="18461" y="80798"/>
                    <a:pt x="17763" y="81396"/>
                  </a:cubicBezTo>
                  <a:cubicBezTo>
                    <a:pt x="17763" y="81396"/>
                    <a:pt x="17763" y="81396"/>
                    <a:pt x="17064" y="81396"/>
                  </a:cubicBezTo>
                  <a:cubicBezTo>
                    <a:pt x="17064" y="81396"/>
                    <a:pt x="17064" y="81396"/>
                    <a:pt x="16365" y="80498"/>
                  </a:cubicBezTo>
                  <a:cubicBezTo>
                    <a:pt x="16365" y="80498"/>
                    <a:pt x="16365" y="80498"/>
                    <a:pt x="15900" y="80498"/>
                  </a:cubicBezTo>
                  <a:cubicBezTo>
                    <a:pt x="15900" y="80498"/>
                    <a:pt x="15900" y="80498"/>
                    <a:pt x="14968" y="79900"/>
                  </a:cubicBezTo>
                  <a:cubicBezTo>
                    <a:pt x="14968" y="79900"/>
                    <a:pt x="14968" y="79900"/>
                    <a:pt x="14269" y="79002"/>
                  </a:cubicBezTo>
                  <a:cubicBezTo>
                    <a:pt x="14269" y="79002"/>
                    <a:pt x="14269" y="79002"/>
                    <a:pt x="13571" y="78404"/>
                  </a:cubicBezTo>
                  <a:cubicBezTo>
                    <a:pt x="13571" y="78404"/>
                    <a:pt x="13571" y="78404"/>
                    <a:pt x="12872" y="77506"/>
                  </a:cubicBezTo>
                  <a:cubicBezTo>
                    <a:pt x="12872" y="77506"/>
                    <a:pt x="12872" y="77506"/>
                    <a:pt x="12639" y="76608"/>
                  </a:cubicBezTo>
                  <a:cubicBezTo>
                    <a:pt x="12639" y="76608"/>
                    <a:pt x="12639" y="76608"/>
                    <a:pt x="12406" y="74513"/>
                  </a:cubicBezTo>
                  <a:cubicBezTo>
                    <a:pt x="12406" y="74513"/>
                    <a:pt x="12406" y="74513"/>
                    <a:pt x="13338" y="73616"/>
                  </a:cubicBezTo>
                  <a:cubicBezTo>
                    <a:pt x="13338" y="73616"/>
                    <a:pt x="13338" y="73616"/>
                    <a:pt x="14269" y="73616"/>
                  </a:cubicBezTo>
                  <a:cubicBezTo>
                    <a:pt x="14269" y="73616"/>
                    <a:pt x="14269" y="73616"/>
                    <a:pt x="15434" y="73616"/>
                  </a:cubicBezTo>
                  <a:cubicBezTo>
                    <a:pt x="15434" y="73616"/>
                    <a:pt x="15434" y="73616"/>
                    <a:pt x="16598" y="74513"/>
                  </a:cubicBezTo>
                  <a:cubicBezTo>
                    <a:pt x="16598" y="74513"/>
                    <a:pt x="16598" y="74513"/>
                    <a:pt x="17064" y="73017"/>
                  </a:cubicBezTo>
                  <a:cubicBezTo>
                    <a:pt x="17064" y="73017"/>
                    <a:pt x="17064" y="73017"/>
                    <a:pt x="16365" y="72119"/>
                  </a:cubicBezTo>
                  <a:cubicBezTo>
                    <a:pt x="16365" y="72119"/>
                    <a:pt x="16365" y="72119"/>
                    <a:pt x="16132" y="72119"/>
                  </a:cubicBezTo>
                  <a:cubicBezTo>
                    <a:pt x="16132" y="72119"/>
                    <a:pt x="16132" y="72119"/>
                    <a:pt x="14968" y="72119"/>
                  </a:cubicBezTo>
                  <a:cubicBezTo>
                    <a:pt x="14968" y="72119"/>
                    <a:pt x="14968" y="72119"/>
                    <a:pt x="14269" y="72119"/>
                  </a:cubicBezTo>
                  <a:cubicBezTo>
                    <a:pt x="14269" y="72119"/>
                    <a:pt x="14269" y="72119"/>
                    <a:pt x="12872" y="70922"/>
                  </a:cubicBezTo>
                  <a:cubicBezTo>
                    <a:pt x="12872" y="70922"/>
                    <a:pt x="12872" y="70922"/>
                    <a:pt x="12406" y="69725"/>
                  </a:cubicBezTo>
                  <a:cubicBezTo>
                    <a:pt x="12406" y="69725"/>
                    <a:pt x="12406" y="69725"/>
                    <a:pt x="11941" y="68229"/>
                  </a:cubicBezTo>
                  <a:cubicBezTo>
                    <a:pt x="11941" y="68229"/>
                    <a:pt x="11941" y="68229"/>
                    <a:pt x="11475" y="66733"/>
                  </a:cubicBezTo>
                  <a:cubicBezTo>
                    <a:pt x="11475" y="66733"/>
                    <a:pt x="11475" y="66733"/>
                    <a:pt x="11475" y="66134"/>
                  </a:cubicBezTo>
                  <a:cubicBezTo>
                    <a:pt x="11475" y="66134"/>
                    <a:pt x="11475" y="66134"/>
                    <a:pt x="11941" y="65536"/>
                  </a:cubicBezTo>
                  <a:cubicBezTo>
                    <a:pt x="11941" y="65536"/>
                    <a:pt x="11941" y="65536"/>
                    <a:pt x="12639" y="64039"/>
                  </a:cubicBezTo>
                  <a:cubicBezTo>
                    <a:pt x="12639" y="64039"/>
                    <a:pt x="12639" y="64039"/>
                    <a:pt x="13804" y="62244"/>
                  </a:cubicBezTo>
                  <a:cubicBezTo>
                    <a:pt x="13804" y="62244"/>
                    <a:pt x="13804" y="62244"/>
                    <a:pt x="15201" y="61047"/>
                  </a:cubicBezTo>
                  <a:cubicBezTo>
                    <a:pt x="15201" y="61047"/>
                    <a:pt x="15201" y="61047"/>
                    <a:pt x="16132" y="59551"/>
                  </a:cubicBezTo>
                  <a:cubicBezTo>
                    <a:pt x="16132" y="59551"/>
                    <a:pt x="16132" y="59551"/>
                    <a:pt x="16365" y="58054"/>
                  </a:cubicBezTo>
                  <a:cubicBezTo>
                    <a:pt x="16365" y="58054"/>
                    <a:pt x="16365" y="58054"/>
                    <a:pt x="17530" y="56558"/>
                  </a:cubicBezTo>
                  <a:cubicBezTo>
                    <a:pt x="17530" y="56558"/>
                    <a:pt x="17530" y="56558"/>
                    <a:pt x="18461" y="56259"/>
                  </a:cubicBezTo>
                  <a:cubicBezTo>
                    <a:pt x="18461" y="56259"/>
                    <a:pt x="18461" y="56259"/>
                    <a:pt x="19160" y="56857"/>
                  </a:cubicBezTo>
                  <a:cubicBezTo>
                    <a:pt x="19160" y="56857"/>
                    <a:pt x="19160" y="56857"/>
                    <a:pt x="19859" y="58054"/>
                  </a:cubicBezTo>
                  <a:cubicBezTo>
                    <a:pt x="19859" y="58054"/>
                    <a:pt x="19859" y="58054"/>
                    <a:pt x="20324" y="58054"/>
                  </a:cubicBezTo>
                  <a:cubicBezTo>
                    <a:pt x="20324" y="58054"/>
                    <a:pt x="20324" y="58054"/>
                    <a:pt x="21256" y="58054"/>
                  </a:cubicBezTo>
                  <a:cubicBezTo>
                    <a:pt x="21256" y="58054"/>
                    <a:pt x="21256" y="58054"/>
                    <a:pt x="21722" y="58054"/>
                  </a:cubicBezTo>
                  <a:cubicBezTo>
                    <a:pt x="21722" y="58054"/>
                    <a:pt x="21722" y="58054"/>
                    <a:pt x="22420" y="56857"/>
                  </a:cubicBezTo>
                  <a:cubicBezTo>
                    <a:pt x="22420" y="56857"/>
                    <a:pt x="22420" y="56857"/>
                    <a:pt x="23119" y="56857"/>
                  </a:cubicBezTo>
                  <a:cubicBezTo>
                    <a:pt x="23119" y="56857"/>
                    <a:pt x="23119" y="56857"/>
                    <a:pt x="23352" y="56259"/>
                  </a:cubicBezTo>
                  <a:cubicBezTo>
                    <a:pt x="23352" y="56259"/>
                    <a:pt x="23352" y="56259"/>
                    <a:pt x="23818" y="55361"/>
                  </a:cubicBezTo>
                  <a:cubicBezTo>
                    <a:pt x="23818" y="55361"/>
                    <a:pt x="23818" y="55361"/>
                    <a:pt x="24050" y="56259"/>
                  </a:cubicBezTo>
                  <a:cubicBezTo>
                    <a:pt x="24050" y="56259"/>
                    <a:pt x="24050" y="56259"/>
                    <a:pt x="24749" y="56259"/>
                  </a:cubicBezTo>
                  <a:cubicBezTo>
                    <a:pt x="24749" y="56259"/>
                    <a:pt x="24749" y="56259"/>
                    <a:pt x="25215" y="56259"/>
                  </a:cubicBezTo>
                  <a:cubicBezTo>
                    <a:pt x="25215" y="56259"/>
                    <a:pt x="25215" y="56259"/>
                    <a:pt x="26147" y="56259"/>
                  </a:cubicBezTo>
                  <a:cubicBezTo>
                    <a:pt x="26147" y="56259"/>
                    <a:pt x="26147" y="56259"/>
                    <a:pt x="26845" y="55361"/>
                  </a:cubicBezTo>
                  <a:cubicBezTo>
                    <a:pt x="26845" y="55361"/>
                    <a:pt x="26845" y="55361"/>
                    <a:pt x="27544" y="55361"/>
                  </a:cubicBezTo>
                  <a:cubicBezTo>
                    <a:pt x="27544" y="55361"/>
                    <a:pt x="27544" y="55361"/>
                    <a:pt x="27777" y="53266"/>
                  </a:cubicBezTo>
                  <a:cubicBezTo>
                    <a:pt x="27777" y="53266"/>
                    <a:pt x="27777" y="53266"/>
                    <a:pt x="27311" y="51770"/>
                  </a:cubicBezTo>
                  <a:cubicBezTo>
                    <a:pt x="27311" y="51770"/>
                    <a:pt x="27311" y="51770"/>
                    <a:pt x="26845" y="49376"/>
                  </a:cubicBezTo>
                  <a:cubicBezTo>
                    <a:pt x="26845" y="49376"/>
                    <a:pt x="26845" y="49376"/>
                    <a:pt x="27777" y="49376"/>
                  </a:cubicBezTo>
                  <a:cubicBezTo>
                    <a:pt x="27777" y="49376"/>
                    <a:pt x="27777" y="49376"/>
                    <a:pt x="28708" y="48179"/>
                  </a:cubicBezTo>
                  <a:cubicBezTo>
                    <a:pt x="28708" y="48179"/>
                    <a:pt x="28708" y="48179"/>
                    <a:pt x="28475" y="46383"/>
                  </a:cubicBezTo>
                  <a:cubicBezTo>
                    <a:pt x="28475" y="46383"/>
                    <a:pt x="28475" y="46383"/>
                    <a:pt x="27078" y="46084"/>
                  </a:cubicBezTo>
                  <a:cubicBezTo>
                    <a:pt x="27078" y="46084"/>
                    <a:pt x="27078" y="46084"/>
                    <a:pt x="26379" y="46084"/>
                  </a:cubicBezTo>
                  <a:cubicBezTo>
                    <a:pt x="26379" y="46084"/>
                    <a:pt x="26379" y="46084"/>
                    <a:pt x="25681" y="46383"/>
                  </a:cubicBezTo>
                  <a:cubicBezTo>
                    <a:pt x="25681" y="46383"/>
                    <a:pt x="25681" y="46383"/>
                    <a:pt x="24982" y="46982"/>
                  </a:cubicBezTo>
                  <a:cubicBezTo>
                    <a:pt x="24982" y="46982"/>
                    <a:pt x="24982" y="46982"/>
                    <a:pt x="24516" y="48179"/>
                  </a:cubicBezTo>
                  <a:cubicBezTo>
                    <a:pt x="24516" y="48179"/>
                    <a:pt x="24516" y="48179"/>
                    <a:pt x="23818" y="48179"/>
                  </a:cubicBezTo>
                  <a:cubicBezTo>
                    <a:pt x="23818" y="48179"/>
                    <a:pt x="23818" y="48179"/>
                    <a:pt x="23119" y="46383"/>
                  </a:cubicBezTo>
                  <a:cubicBezTo>
                    <a:pt x="23119" y="46383"/>
                    <a:pt x="23119" y="46383"/>
                    <a:pt x="21256" y="46383"/>
                  </a:cubicBezTo>
                  <a:cubicBezTo>
                    <a:pt x="21256" y="46383"/>
                    <a:pt x="21256" y="46383"/>
                    <a:pt x="19160" y="46383"/>
                  </a:cubicBezTo>
                  <a:cubicBezTo>
                    <a:pt x="19160" y="46383"/>
                    <a:pt x="19160" y="46383"/>
                    <a:pt x="17530" y="45785"/>
                  </a:cubicBezTo>
                  <a:cubicBezTo>
                    <a:pt x="17530" y="45785"/>
                    <a:pt x="17530" y="45785"/>
                    <a:pt x="15900" y="44887"/>
                  </a:cubicBezTo>
                  <a:cubicBezTo>
                    <a:pt x="15900" y="44887"/>
                    <a:pt x="15900" y="44887"/>
                    <a:pt x="14968" y="43391"/>
                  </a:cubicBezTo>
                  <a:cubicBezTo>
                    <a:pt x="14968" y="43391"/>
                    <a:pt x="14968" y="43391"/>
                    <a:pt x="14735" y="40399"/>
                  </a:cubicBezTo>
                  <a:cubicBezTo>
                    <a:pt x="14735" y="40399"/>
                    <a:pt x="14735" y="40399"/>
                    <a:pt x="15900" y="39800"/>
                  </a:cubicBezTo>
                  <a:cubicBezTo>
                    <a:pt x="15900" y="39800"/>
                    <a:pt x="15900" y="39800"/>
                    <a:pt x="16598" y="39201"/>
                  </a:cubicBezTo>
                  <a:cubicBezTo>
                    <a:pt x="16598" y="39201"/>
                    <a:pt x="16598" y="39201"/>
                    <a:pt x="14968" y="38304"/>
                  </a:cubicBezTo>
                  <a:cubicBezTo>
                    <a:pt x="14968" y="38304"/>
                    <a:pt x="14968" y="38304"/>
                    <a:pt x="14036" y="37406"/>
                  </a:cubicBezTo>
                  <a:cubicBezTo>
                    <a:pt x="14036" y="37406"/>
                    <a:pt x="14036" y="37406"/>
                    <a:pt x="12872" y="36209"/>
                  </a:cubicBezTo>
                  <a:cubicBezTo>
                    <a:pt x="12872" y="36209"/>
                    <a:pt x="12872" y="36209"/>
                    <a:pt x="12639" y="35610"/>
                  </a:cubicBezTo>
                  <a:cubicBezTo>
                    <a:pt x="12639" y="35610"/>
                    <a:pt x="12639" y="35610"/>
                    <a:pt x="13571" y="34713"/>
                  </a:cubicBezTo>
                  <a:cubicBezTo>
                    <a:pt x="13571" y="34713"/>
                    <a:pt x="13571" y="34713"/>
                    <a:pt x="14269" y="34713"/>
                  </a:cubicBezTo>
                  <a:cubicBezTo>
                    <a:pt x="14269" y="34713"/>
                    <a:pt x="14269" y="34713"/>
                    <a:pt x="15667" y="34413"/>
                  </a:cubicBezTo>
                  <a:cubicBezTo>
                    <a:pt x="15667" y="34413"/>
                    <a:pt x="15667" y="34413"/>
                    <a:pt x="17530" y="32917"/>
                  </a:cubicBezTo>
                  <a:cubicBezTo>
                    <a:pt x="17530" y="32917"/>
                    <a:pt x="17530" y="32917"/>
                    <a:pt x="17763" y="33516"/>
                  </a:cubicBezTo>
                  <a:cubicBezTo>
                    <a:pt x="17763" y="33516"/>
                    <a:pt x="17763" y="33516"/>
                    <a:pt x="18927" y="32917"/>
                  </a:cubicBezTo>
                  <a:cubicBezTo>
                    <a:pt x="18927" y="32917"/>
                    <a:pt x="18927" y="32917"/>
                    <a:pt x="18927" y="32618"/>
                  </a:cubicBezTo>
                  <a:cubicBezTo>
                    <a:pt x="18927" y="32618"/>
                    <a:pt x="18927" y="32618"/>
                    <a:pt x="19626" y="32319"/>
                  </a:cubicBezTo>
                  <a:cubicBezTo>
                    <a:pt x="19626" y="32319"/>
                    <a:pt x="19626" y="32319"/>
                    <a:pt x="21023" y="32019"/>
                  </a:cubicBezTo>
                  <a:cubicBezTo>
                    <a:pt x="21023" y="32019"/>
                    <a:pt x="21023" y="32019"/>
                    <a:pt x="22653" y="32019"/>
                  </a:cubicBezTo>
                  <a:cubicBezTo>
                    <a:pt x="22653" y="32019"/>
                    <a:pt x="22653" y="32019"/>
                    <a:pt x="23352" y="32618"/>
                  </a:cubicBezTo>
                  <a:cubicBezTo>
                    <a:pt x="23352" y="32618"/>
                    <a:pt x="23352" y="32618"/>
                    <a:pt x="22886" y="34114"/>
                  </a:cubicBezTo>
                  <a:cubicBezTo>
                    <a:pt x="22886" y="34114"/>
                    <a:pt x="22886" y="34114"/>
                    <a:pt x="22886" y="34713"/>
                  </a:cubicBezTo>
                  <a:cubicBezTo>
                    <a:pt x="22886" y="34713"/>
                    <a:pt x="22886" y="34713"/>
                    <a:pt x="23585" y="35311"/>
                  </a:cubicBezTo>
                  <a:cubicBezTo>
                    <a:pt x="23585" y="35311"/>
                    <a:pt x="23585" y="35311"/>
                    <a:pt x="24283" y="36209"/>
                  </a:cubicBezTo>
                  <a:cubicBezTo>
                    <a:pt x="24283" y="36209"/>
                    <a:pt x="24283" y="36209"/>
                    <a:pt x="25681" y="36209"/>
                  </a:cubicBezTo>
                  <a:cubicBezTo>
                    <a:pt x="25681" y="36209"/>
                    <a:pt x="25681" y="36209"/>
                    <a:pt x="27544" y="36808"/>
                  </a:cubicBezTo>
                  <a:cubicBezTo>
                    <a:pt x="27544" y="36808"/>
                    <a:pt x="27544" y="36808"/>
                    <a:pt x="28941" y="35910"/>
                  </a:cubicBezTo>
                  <a:cubicBezTo>
                    <a:pt x="28941" y="35910"/>
                    <a:pt x="28941" y="35910"/>
                    <a:pt x="29873" y="34713"/>
                  </a:cubicBezTo>
                  <a:cubicBezTo>
                    <a:pt x="29873" y="34713"/>
                    <a:pt x="29873" y="34713"/>
                    <a:pt x="31037" y="33815"/>
                  </a:cubicBezTo>
                  <a:cubicBezTo>
                    <a:pt x="31037" y="33815"/>
                    <a:pt x="30106" y="33216"/>
                    <a:pt x="29873" y="33216"/>
                  </a:cubicBezTo>
                  <a:cubicBezTo>
                    <a:pt x="29407" y="33216"/>
                    <a:pt x="28941" y="32618"/>
                    <a:pt x="28941" y="32618"/>
                  </a:cubicBezTo>
                  <a:cubicBezTo>
                    <a:pt x="28941" y="32618"/>
                    <a:pt x="28941" y="32618"/>
                    <a:pt x="28243" y="32019"/>
                  </a:cubicBezTo>
                  <a:cubicBezTo>
                    <a:pt x="28243" y="32019"/>
                    <a:pt x="28243" y="32019"/>
                    <a:pt x="28243" y="30822"/>
                  </a:cubicBezTo>
                  <a:cubicBezTo>
                    <a:pt x="28243" y="30822"/>
                    <a:pt x="28243" y="30822"/>
                    <a:pt x="28010" y="29326"/>
                  </a:cubicBezTo>
                  <a:cubicBezTo>
                    <a:pt x="28010" y="29326"/>
                    <a:pt x="28010" y="29326"/>
                    <a:pt x="24516" y="28129"/>
                  </a:cubicBezTo>
                  <a:cubicBezTo>
                    <a:pt x="24516" y="28129"/>
                    <a:pt x="24516" y="28129"/>
                    <a:pt x="24516" y="23640"/>
                  </a:cubicBezTo>
                  <a:cubicBezTo>
                    <a:pt x="24516" y="23640"/>
                    <a:pt x="24516" y="23640"/>
                    <a:pt x="22886" y="21546"/>
                  </a:cubicBezTo>
                  <a:cubicBezTo>
                    <a:pt x="22886" y="21546"/>
                    <a:pt x="22886" y="21546"/>
                    <a:pt x="19626" y="17057"/>
                  </a:cubicBezTo>
                  <a:cubicBezTo>
                    <a:pt x="19626" y="17057"/>
                    <a:pt x="19626" y="17057"/>
                    <a:pt x="20091" y="17057"/>
                  </a:cubicBezTo>
                  <a:cubicBezTo>
                    <a:pt x="20091" y="17057"/>
                    <a:pt x="20091" y="17057"/>
                    <a:pt x="20091" y="16159"/>
                  </a:cubicBezTo>
                  <a:cubicBezTo>
                    <a:pt x="20091" y="16159"/>
                    <a:pt x="20091" y="16159"/>
                    <a:pt x="21256" y="16159"/>
                  </a:cubicBezTo>
                  <a:cubicBezTo>
                    <a:pt x="21256" y="16159"/>
                    <a:pt x="21256" y="16159"/>
                    <a:pt x="21256" y="14962"/>
                  </a:cubicBezTo>
                  <a:cubicBezTo>
                    <a:pt x="21256" y="14962"/>
                    <a:pt x="21256" y="14962"/>
                    <a:pt x="21489" y="13466"/>
                  </a:cubicBezTo>
                  <a:cubicBezTo>
                    <a:pt x="21489" y="13466"/>
                    <a:pt x="21489" y="13466"/>
                    <a:pt x="22187" y="13466"/>
                  </a:cubicBezTo>
                  <a:cubicBezTo>
                    <a:pt x="22187" y="13466"/>
                    <a:pt x="22187" y="13466"/>
                    <a:pt x="22886" y="14064"/>
                  </a:cubicBezTo>
                  <a:cubicBezTo>
                    <a:pt x="22886" y="14064"/>
                    <a:pt x="22886" y="14064"/>
                    <a:pt x="24050" y="14064"/>
                  </a:cubicBezTo>
                  <a:cubicBezTo>
                    <a:pt x="24050" y="14064"/>
                    <a:pt x="24050" y="14064"/>
                    <a:pt x="24516" y="14064"/>
                  </a:cubicBezTo>
                  <a:cubicBezTo>
                    <a:pt x="24516" y="14064"/>
                    <a:pt x="24516" y="14064"/>
                    <a:pt x="25681" y="14064"/>
                  </a:cubicBezTo>
                  <a:cubicBezTo>
                    <a:pt x="25681" y="14064"/>
                    <a:pt x="25681" y="14064"/>
                    <a:pt x="27777" y="13166"/>
                  </a:cubicBezTo>
                  <a:cubicBezTo>
                    <a:pt x="27777" y="13166"/>
                    <a:pt x="27777" y="13166"/>
                    <a:pt x="28475" y="12269"/>
                  </a:cubicBezTo>
                  <a:cubicBezTo>
                    <a:pt x="28475" y="12269"/>
                    <a:pt x="28475" y="12269"/>
                    <a:pt x="29174" y="10773"/>
                  </a:cubicBezTo>
                  <a:cubicBezTo>
                    <a:pt x="29174" y="10773"/>
                    <a:pt x="29174" y="10773"/>
                    <a:pt x="29174" y="8379"/>
                  </a:cubicBezTo>
                  <a:cubicBezTo>
                    <a:pt x="29174" y="8379"/>
                    <a:pt x="29174" y="8379"/>
                    <a:pt x="29873" y="8379"/>
                  </a:cubicBezTo>
                  <a:cubicBezTo>
                    <a:pt x="29873" y="8379"/>
                    <a:pt x="29873" y="8379"/>
                    <a:pt x="30571" y="7481"/>
                  </a:cubicBezTo>
                  <a:cubicBezTo>
                    <a:pt x="30571" y="7481"/>
                    <a:pt x="30571" y="7481"/>
                    <a:pt x="31969" y="5984"/>
                  </a:cubicBezTo>
                  <a:cubicBezTo>
                    <a:pt x="31969" y="5984"/>
                    <a:pt x="31969" y="5984"/>
                    <a:pt x="34530" y="5386"/>
                  </a:cubicBezTo>
                  <a:cubicBezTo>
                    <a:pt x="34530" y="5386"/>
                    <a:pt x="34530" y="5386"/>
                    <a:pt x="35462" y="3890"/>
                  </a:cubicBezTo>
                  <a:cubicBezTo>
                    <a:pt x="35462" y="3890"/>
                    <a:pt x="35462" y="3890"/>
                    <a:pt x="36393" y="3291"/>
                  </a:cubicBezTo>
                  <a:cubicBezTo>
                    <a:pt x="36393" y="3291"/>
                    <a:pt x="36393" y="3291"/>
                    <a:pt x="37092" y="2393"/>
                  </a:cubicBezTo>
                  <a:cubicBezTo>
                    <a:pt x="37092" y="2393"/>
                    <a:pt x="37092" y="2393"/>
                    <a:pt x="40818" y="2693"/>
                  </a:cubicBezTo>
                  <a:cubicBezTo>
                    <a:pt x="40818" y="2693"/>
                    <a:pt x="40818" y="2693"/>
                    <a:pt x="41284" y="1197"/>
                  </a:cubicBezTo>
                  <a:cubicBezTo>
                    <a:pt x="41284" y="1197"/>
                    <a:pt x="41284" y="1197"/>
                    <a:pt x="43147" y="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2" name="Shape 1437">
              <a:extLst>
                <a:ext uri="{FF2B5EF4-FFF2-40B4-BE49-F238E27FC236}">
                  <a16:creationId xmlns:a16="http://schemas.microsoft.com/office/drawing/2014/main" id="{16AFAD9E-5941-BF4A-B0A8-3869FFB2995E}"/>
                </a:ext>
              </a:extLst>
            </p:cNvPr>
            <p:cNvSpPr/>
            <p:nvPr/>
          </p:nvSpPr>
          <p:spPr>
            <a:xfrm>
              <a:off x="5957637" y="3282926"/>
              <a:ext cx="448593" cy="285010"/>
            </a:xfrm>
            <a:custGeom>
              <a:avLst/>
              <a:gdLst/>
              <a:ahLst/>
              <a:cxnLst/>
              <a:rect l="0" t="0" r="0" b="0"/>
              <a:pathLst>
                <a:path w="120000" h="120000" extrusionOk="0">
                  <a:moveTo>
                    <a:pt x="95419" y="71716"/>
                  </a:moveTo>
                  <a:cubicBezTo>
                    <a:pt x="96188" y="71716"/>
                    <a:pt x="96188" y="71716"/>
                    <a:pt x="96188" y="71716"/>
                  </a:cubicBezTo>
                  <a:cubicBezTo>
                    <a:pt x="97724" y="71716"/>
                    <a:pt x="97724" y="71716"/>
                    <a:pt x="97724" y="71716"/>
                  </a:cubicBezTo>
                  <a:cubicBezTo>
                    <a:pt x="100028" y="74100"/>
                    <a:pt x="100028" y="74100"/>
                    <a:pt x="100028" y="74100"/>
                  </a:cubicBezTo>
                  <a:cubicBezTo>
                    <a:pt x="101948" y="77080"/>
                    <a:pt x="101948" y="77080"/>
                    <a:pt x="101948" y="77080"/>
                  </a:cubicBezTo>
                  <a:cubicBezTo>
                    <a:pt x="101948" y="77080"/>
                    <a:pt x="103101" y="77677"/>
                    <a:pt x="103485" y="77677"/>
                  </a:cubicBezTo>
                  <a:cubicBezTo>
                    <a:pt x="103869" y="77677"/>
                    <a:pt x="104253" y="77677"/>
                    <a:pt x="104637" y="77677"/>
                  </a:cubicBezTo>
                  <a:cubicBezTo>
                    <a:pt x="105021" y="77677"/>
                    <a:pt x="106557" y="77677"/>
                    <a:pt x="106557" y="77677"/>
                  </a:cubicBezTo>
                  <a:cubicBezTo>
                    <a:pt x="110398" y="80061"/>
                    <a:pt x="110398" y="80061"/>
                    <a:pt x="110398" y="80061"/>
                  </a:cubicBezTo>
                  <a:cubicBezTo>
                    <a:pt x="112702" y="83042"/>
                    <a:pt x="112702" y="83042"/>
                    <a:pt x="112702" y="83042"/>
                  </a:cubicBezTo>
                  <a:cubicBezTo>
                    <a:pt x="112702" y="85426"/>
                    <a:pt x="112702" y="85426"/>
                    <a:pt x="112702" y="85426"/>
                  </a:cubicBezTo>
                  <a:cubicBezTo>
                    <a:pt x="113470" y="90791"/>
                    <a:pt x="113470" y="90791"/>
                    <a:pt x="113470" y="90791"/>
                  </a:cubicBezTo>
                  <a:cubicBezTo>
                    <a:pt x="114623" y="90791"/>
                    <a:pt x="114623" y="90791"/>
                    <a:pt x="114623" y="90791"/>
                  </a:cubicBezTo>
                  <a:cubicBezTo>
                    <a:pt x="115391" y="90791"/>
                    <a:pt x="115391" y="90791"/>
                    <a:pt x="115391" y="90791"/>
                  </a:cubicBezTo>
                  <a:cubicBezTo>
                    <a:pt x="115391" y="94367"/>
                    <a:pt x="115391" y="94367"/>
                    <a:pt x="115391" y="94367"/>
                  </a:cubicBezTo>
                  <a:cubicBezTo>
                    <a:pt x="116543" y="94367"/>
                    <a:pt x="116543" y="94367"/>
                    <a:pt x="116543" y="94367"/>
                  </a:cubicBezTo>
                  <a:cubicBezTo>
                    <a:pt x="118079" y="96752"/>
                    <a:pt x="118079" y="96752"/>
                    <a:pt x="118079" y="96752"/>
                  </a:cubicBezTo>
                  <a:cubicBezTo>
                    <a:pt x="120000" y="96752"/>
                    <a:pt x="120000" y="96752"/>
                    <a:pt x="120000" y="96752"/>
                  </a:cubicBezTo>
                  <a:cubicBezTo>
                    <a:pt x="118079" y="100924"/>
                    <a:pt x="118079" y="100924"/>
                    <a:pt x="118079" y="100924"/>
                  </a:cubicBezTo>
                  <a:cubicBezTo>
                    <a:pt x="116543" y="102117"/>
                    <a:pt x="116543" y="102117"/>
                    <a:pt x="116543" y="102117"/>
                  </a:cubicBezTo>
                  <a:cubicBezTo>
                    <a:pt x="114623" y="107482"/>
                    <a:pt x="114623" y="107482"/>
                    <a:pt x="114623" y="107482"/>
                  </a:cubicBezTo>
                  <a:cubicBezTo>
                    <a:pt x="112318" y="108674"/>
                    <a:pt x="112318" y="108674"/>
                    <a:pt x="112318" y="108674"/>
                  </a:cubicBezTo>
                  <a:cubicBezTo>
                    <a:pt x="107709" y="108674"/>
                    <a:pt x="107709" y="108674"/>
                    <a:pt x="107709" y="108674"/>
                  </a:cubicBezTo>
                  <a:cubicBezTo>
                    <a:pt x="106941" y="110462"/>
                    <a:pt x="106941" y="110462"/>
                    <a:pt x="106941" y="110462"/>
                  </a:cubicBezTo>
                  <a:cubicBezTo>
                    <a:pt x="103869" y="110462"/>
                    <a:pt x="103869" y="110462"/>
                    <a:pt x="103869" y="110462"/>
                  </a:cubicBezTo>
                  <a:cubicBezTo>
                    <a:pt x="103101" y="114635"/>
                    <a:pt x="103101" y="114635"/>
                    <a:pt x="103101" y="114635"/>
                  </a:cubicBezTo>
                  <a:cubicBezTo>
                    <a:pt x="102717" y="117615"/>
                    <a:pt x="102717" y="117615"/>
                    <a:pt x="102717" y="117615"/>
                  </a:cubicBezTo>
                  <a:cubicBezTo>
                    <a:pt x="101948" y="118808"/>
                    <a:pt x="101948" y="118808"/>
                    <a:pt x="101948" y="118808"/>
                  </a:cubicBezTo>
                  <a:cubicBezTo>
                    <a:pt x="101180" y="120000"/>
                    <a:pt x="101180" y="120000"/>
                    <a:pt x="101180" y="120000"/>
                  </a:cubicBezTo>
                  <a:cubicBezTo>
                    <a:pt x="100028" y="120000"/>
                    <a:pt x="100028" y="120000"/>
                    <a:pt x="100028" y="120000"/>
                  </a:cubicBezTo>
                  <a:cubicBezTo>
                    <a:pt x="98876" y="117019"/>
                    <a:pt x="98876" y="117019"/>
                    <a:pt x="98876" y="117019"/>
                  </a:cubicBezTo>
                  <a:cubicBezTo>
                    <a:pt x="96188" y="115231"/>
                    <a:pt x="96188" y="115231"/>
                    <a:pt x="96188" y="115231"/>
                  </a:cubicBezTo>
                  <a:cubicBezTo>
                    <a:pt x="94651" y="112846"/>
                    <a:pt x="94651" y="112846"/>
                    <a:pt x="94651" y="112846"/>
                  </a:cubicBezTo>
                  <a:cubicBezTo>
                    <a:pt x="94651" y="111654"/>
                    <a:pt x="94651" y="111654"/>
                    <a:pt x="94651" y="111654"/>
                  </a:cubicBezTo>
                  <a:cubicBezTo>
                    <a:pt x="94651" y="109866"/>
                    <a:pt x="94651" y="109866"/>
                    <a:pt x="94651" y="109866"/>
                  </a:cubicBezTo>
                  <a:cubicBezTo>
                    <a:pt x="94651" y="107482"/>
                    <a:pt x="94651" y="107482"/>
                    <a:pt x="94651" y="107482"/>
                  </a:cubicBezTo>
                  <a:cubicBezTo>
                    <a:pt x="94651" y="106289"/>
                    <a:pt x="94651" y="106289"/>
                    <a:pt x="94651" y="106289"/>
                  </a:cubicBezTo>
                  <a:cubicBezTo>
                    <a:pt x="94651" y="101521"/>
                    <a:pt x="94651" y="101521"/>
                    <a:pt x="94651" y="101521"/>
                  </a:cubicBezTo>
                  <a:cubicBezTo>
                    <a:pt x="94651" y="100328"/>
                    <a:pt x="94651" y="100328"/>
                    <a:pt x="94651" y="100328"/>
                  </a:cubicBezTo>
                  <a:cubicBezTo>
                    <a:pt x="94651" y="97348"/>
                    <a:pt x="94651" y="97348"/>
                    <a:pt x="94651" y="97348"/>
                  </a:cubicBezTo>
                  <a:cubicBezTo>
                    <a:pt x="92731" y="93175"/>
                    <a:pt x="92731" y="93175"/>
                    <a:pt x="92731" y="93175"/>
                  </a:cubicBezTo>
                  <a:cubicBezTo>
                    <a:pt x="91579" y="91387"/>
                    <a:pt x="91579" y="91387"/>
                    <a:pt x="91579" y="91387"/>
                  </a:cubicBezTo>
                  <a:cubicBezTo>
                    <a:pt x="91579" y="89598"/>
                    <a:pt x="91579" y="89598"/>
                    <a:pt x="91579" y="89598"/>
                  </a:cubicBezTo>
                  <a:cubicBezTo>
                    <a:pt x="91579" y="88406"/>
                    <a:pt x="91579" y="88406"/>
                    <a:pt x="91579" y="88406"/>
                  </a:cubicBezTo>
                  <a:cubicBezTo>
                    <a:pt x="92731" y="86022"/>
                    <a:pt x="92731" y="86022"/>
                    <a:pt x="92731" y="86022"/>
                  </a:cubicBezTo>
                  <a:cubicBezTo>
                    <a:pt x="94651" y="85426"/>
                    <a:pt x="94651" y="85426"/>
                    <a:pt x="94651" y="85426"/>
                  </a:cubicBezTo>
                  <a:cubicBezTo>
                    <a:pt x="96188" y="83042"/>
                    <a:pt x="96188" y="83042"/>
                    <a:pt x="96188" y="83042"/>
                  </a:cubicBezTo>
                  <a:lnTo>
                    <a:pt x="96188" y="80061"/>
                  </a:lnTo>
                  <a:cubicBezTo>
                    <a:pt x="95419" y="74696"/>
                    <a:pt x="95419" y="74696"/>
                    <a:pt x="95419" y="74696"/>
                  </a:cubicBezTo>
                  <a:cubicBezTo>
                    <a:pt x="95419" y="73504"/>
                    <a:pt x="95419" y="73504"/>
                    <a:pt x="95419" y="73504"/>
                  </a:cubicBezTo>
                  <a:cubicBezTo>
                    <a:pt x="95419" y="71716"/>
                    <a:pt x="95419" y="71716"/>
                    <a:pt x="95419" y="71716"/>
                  </a:cubicBezTo>
                  <a:close/>
                  <a:moveTo>
                    <a:pt x="70375" y="46863"/>
                  </a:moveTo>
                  <a:lnTo>
                    <a:pt x="71729" y="46863"/>
                  </a:lnTo>
                  <a:lnTo>
                    <a:pt x="72631" y="46863"/>
                  </a:lnTo>
                  <a:lnTo>
                    <a:pt x="73533" y="48283"/>
                  </a:lnTo>
                  <a:lnTo>
                    <a:pt x="74435" y="50413"/>
                  </a:lnTo>
                  <a:lnTo>
                    <a:pt x="74435" y="52544"/>
                  </a:lnTo>
                  <a:lnTo>
                    <a:pt x="72631" y="53964"/>
                  </a:lnTo>
                  <a:lnTo>
                    <a:pt x="71729" y="52544"/>
                  </a:lnTo>
                  <a:lnTo>
                    <a:pt x="71729" y="50413"/>
                  </a:lnTo>
                  <a:lnTo>
                    <a:pt x="70375" y="48993"/>
                  </a:lnTo>
                  <a:lnTo>
                    <a:pt x="70375" y="48283"/>
                  </a:lnTo>
                  <a:close/>
                  <a:moveTo>
                    <a:pt x="78947" y="43313"/>
                  </a:moveTo>
                  <a:lnTo>
                    <a:pt x="80300" y="43313"/>
                  </a:lnTo>
                  <a:lnTo>
                    <a:pt x="81654" y="45443"/>
                  </a:lnTo>
                  <a:lnTo>
                    <a:pt x="82556" y="46863"/>
                  </a:lnTo>
                  <a:lnTo>
                    <a:pt x="84361" y="48283"/>
                  </a:lnTo>
                  <a:lnTo>
                    <a:pt x="84361" y="46863"/>
                  </a:lnTo>
                  <a:lnTo>
                    <a:pt x="86616" y="46863"/>
                  </a:lnTo>
                  <a:lnTo>
                    <a:pt x="87969" y="46863"/>
                  </a:lnTo>
                  <a:lnTo>
                    <a:pt x="89774" y="48994"/>
                  </a:lnTo>
                  <a:lnTo>
                    <a:pt x="92932" y="52544"/>
                  </a:lnTo>
                  <a:lnTo>
                    <a:pt x="92932" y="56094"/>
                  </a:lnTo>
                  <a:lnTo>
                    <a:pt x="91578" y="58224"/>
                  </a:lnTo>
                  <a:lnTo>
                    <a:pt x="90225" y="58224"/>
                  </a:lnTo>
                  <a:lnTo>
                    <a:pt x="88872" y="58224"/>
                  </a:lnTo>
                  <a:lnTo>
                    <a:pt x="88872" y="58934"/>
                  </a:lnTo>
                  <a:lnTo>
                    <a:pt x="85714" y="58934"/>
                  </a:lnTo>
                  <a:lnTo>
                    <a:pt x="84361" y="58934"/>
                  </a:lnTo>
                  <a:lnTo>
                    <a:pt x="83909" y="58934"/>
                  </a:lnTo>
                  <a:lnTo>
                    <a:pt x="83007" y="56804"/>
                  </a:lnTo>
                  <a:lnTo>
                    <a:pt x="82556" y="53964"/>
                  </a:lnTo>
                  <a:lnTo>
                    <a:pt x="83007" y="51124"/>
                  </a:lnTo>
                  <a:lnTo>
                    <a:pt x="80751" y="51124"/>
                  </a:lnTo>
                  <a:lnTo>
                    <a:pt x="78947" y="50413"/>
                  </a:lnTo>
                  <a:lnTo>
                    <a:pt x="78947" y="48283"/>
                  </a:lnTo>
                  <a:lnTo>
                    <a:pt x="78947" y="46863"/>
                  </a:lnTo>
                  <a:lnTo>
                    <a:pt x="78947" y="44733"/>
                  </a:lnTo>
                  <a:close/>
                  <a:moveTo>
                    <a:pt x="65864" y="37633"/>
                  </a:moveTo>
                  <a:lnTo>
                    <a:pt x="66766" y="37633"/>
                  </a:lnTo>
                  <a:lnTo>
                    <a:pt x="69473" y="37633"/>
                  </a:lnTo>
                  <a:lnTo>
                    <a:pt x="71728" y="37633"/>
                  </a:lnTo>
                  <a:lnTo>
                    <a:pt x="72179" y="40473"/>
                  </a:lnTo>
                  <a:lnTo>
                    <a:pt x="77142" y="40473"/>
                  </a:lnTo>
                  <a:lnTo>
                    <a:pt x="74886" y="42603"/>
                  </a:lnTo>
                  <a:lnTo>
                    <a:pt x="74435" y="43313"/>
                  </a:lnTo>
                  <a:lnTo>
                    <a:pt x="74435" y="41893"/>
                  </a:lnTo>
                  <a:lnTo>
                    <a:pt x="73082" y="41893"/>
                  </a:lnTo>
                  <a:lnTo>
                    <a:pt x="72179" y="41893"/>
                  </a:lnTo>
                  <a:lnTo>
                    <a:pt x="70826" y="41893"/>
                  </a:lnTo>
                  <a:lnTo>
                    <a:pt x="69924" y="41893"/>
                  </a:lnTo>
                  <a:lnTo>
                    <a:pt x="69022" y="41893"/>
                  </a:lnTo>
                  <a:lnTo>
                    <a:pt x="67668" y="41893"/>
                  </a:lnTo>
                  <a:lnTo>
                    <a:pt x="65864" y="41183"/>
                  </a:lnTo>
                  <a:lnTo>
                    <a:pt x="65864" y="40473"/>
                  </a:lnTo>
                  <a:lnTo>
                    <a:pt x="65864" y="39053"/>
                  </a:lnTo>
                  <a:close/>
                  <a:moveTo>
                    <a:pt x="47819" y="20591"/>
                  </a:moveTo>
                  <a:lnTo>
                    <a:pt x="49623" y="20591"/>
                  </a:lnTo>
                  <a:lnTo>
                    <a:pt x="50526" y="20591"/>
                  </a:lnTo>
                  <a:lnTo>
                    <a:pt x="51428" y="21301"/>
                  </a:lnTo>
                  <a:lnTo>
                    <a:pt x="51879" y="22721"/>
                  </a:lnTo>
                  <a:lnTo>
                    <a:pt x="53232" y="26272"/>
                  </a:lnTo>
                  <a:lnTo>
                    <a:pt x="54586" y="26272"/>
                  </a:lnTo>
                  <a:lnTo>
                    <a:pt x="55488" y="29822"/>
                  </a:lnTo>
                  <a:lnTo>
                    <a:pt x="55488" y="32662"/>
                  </a:lnTo>
                  <a:lnTo>
                    <a:pt x="55488" y="34793"/>
                  </a:lnTo>
                  <a:lnTo>
                    <a:pt x="54135" y="34793"/>
                  </a:lnTo>
                  <a:lnTo>
                    <a:pt x="52781" y="32662"/>
                  </a:lnTo>
                  <a:lnTo>
                    <a:pt x="51879" y="31242"/>
                  </a:lnTo>
                  <a:lnTo>
                    <a:pt x="49623" y="32662"/>
                  </a:lnTo>
                  <a:lnTo>
                    <a:pt x="47819" y="33372"/>
                  </a:lnTo>
                  <a:lnTo>
                    <a:pt x="46466" y="31952"/>
                  </a:lnTo>
                  <a:lnTo>
                    <a:pt x="45563" y="29822"/>
                  </a:lnTo>
                  <a:lnTo>
                    <a:pt x="43308" y="27692"/>
                  </a:lnTo>
                  <a:lnTo>
                    <a:pt x="43308" y="25562"/>
                  </a:lnTo>
                  <a:lnTo>
                    <a:pt x="43308" y="22721"/>
                  </a:lnTo>
                  <a:lnTo>
                    <a:pt x="44661" y="22721"/>
                  </a:lnTo>
                  <a:lnTo>
                    <a:pt x="46014" y="22721"/>
                  </a:lnTo>
                  <a:lnTo>
                    <a:pt x="46014" y="21301"/>
                  </a:lnTo>
                  <a:close/>
                  <a:moveTo>
                    <a:pt x="3157" y="6390"/>
                  </a:moveTo>
                  <a:lnTo>
                    <a:pt x="3157" y="8520"/>
                  </a:lnTo>
                  <a:lnTo>
                    <a:pt x="3157" y="9941"/>
                  </a:lnTo>
                  <a:lnTo>
                    <a:pt x="2255" y="11361"/>
                  </a:lnTo>
                  <a:lnTo>
                    <a:pt x="1804" y="12781"/>
                  </a:lnTo>
                  <a:lnTo>
                    <a:pt x="1804" y="15621"/>
                  </a:lnTo>
                  <a:lnTo>
                    <a:pt x="0" y="14201"/>
                  </a:lnTo>
                  <a:lnTo>
                    <a:pt x="0" y="12781"/>
                  </a:lnTo>
                  <a:lnTo>
                    <a:pt x="0" y="11361"/>
                  </a:lnTo>
                  <a:lnTo>
                    <a:pt x="1804" y="8520"/>
                  </a:lnTo>
                  <a:close/>
                  <a:moveTo>
                    <a:pt x="14887" y="0"/>
                  </a:moveTo>
                  <a:lnTo>
                    <a:pt x="16240" y="0"/>
                  </a:lnTo>
                  <a:lnTo>
                    <a:pt x="19849" y="0"/>
                  </a:lnTo>
                  <a:lnTo>
                    <a:pt x="21202" y="0"/>
                  </a:lnTo>
                  <a:lnTo>
                    <a:pt x="22556" y="3550"/>
                  </a:lnTo>
                  <a:lnTo>
                    <a:pt x="22556" y="4260"/>
                  </a:lnTo>
                  <a:lnTo>
                    <a:pt x="22556" y="6390"/>
                  </a:lnTo>
                  <a:lnTo>
                    <a:pt x="22105" y="8520"/>
                  </a:lnTo>
                  <a:lnTo>
                    <a:pt x="22105" y="9230"/>
                  </a:lnTo>
                  <a:lnTo>
                    <a:pt x="20751" y="11360"/>
                  </a:lnTo>
                  <a:lnTo>
                    <a:pt x="19849" y="11360"/>
                  </a:lnTo>
                  <a:lnTo>
                    <a:pt x="18496" y="11360"/>
                  </a:lnTo>
                  <a:lnTo>
                    <a:pt x="17593" y="11360"/>
                  </a:lnTo>
                  <a:lnTo>
                    <a:pt x="15338" y="9230"/>
                  </a:lnTo>
                  <a:lnTo>
                    <a:pt x="14887" y="9230"/>
                  </a:lnTo>
                  <a:lnTo>
                    <a:pt x="12631" y="6390"/>
                  </a:lnTo>
                  <a:lnTo>
                    <a:pt x="12631" y="2840"/>
                  </a:lnTo>
                  <a:lnTo>
                    <a:pt x="12631" y="14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grpSp>
      <p:sp>
        <p:nvSpPr>
          <p:cNvPr id="63" name="Title 62">
            <a:extLst>
              <a:ext uri="{FF2B5EF4-FFF2-40B4-BE49-F238E27FC236}">
                <a16:creationId xmlns:a16="http://schemas.microsoft.com/office/drawing/2014/main" id="{35CBFE83-4ECF-644C-8529-A6123FAF72FF}"/>
              </a:ext>
            </a:extLst>
          </p:cNvPr>
          <p:cNvSpPr>
            <a:spLocks noGrp="1"/>
          </p:cNvSpPr>
          <p:nvPr>
            <p:ph type="title"/>
          </p:nvPr>
        </p:nvSpPr>
        <p:spPr>
          <a:xfrm>
            <a:off x="786709" y="549664"/>
            <a:ext cx="9222952" cy="1499758"/>
          </a:xfrm>
        </p:spPr>
        <p:txBody>
          <a:bodyPr/>
          <a:lstStyle/>
          <a:p>
            <a:r>
              <a:rPr lang="en-US"/>
              <a:t>CSI: A National Player</a:t>
            </a:r>
          </a:p>
        </p:txBody>
      </p:sp>
    </p:spTree>
    <p:extLst>
      <p:ext uri="{BB962C8B-B14F-4D97-AF65-F5344CB8AC3E}">
        <p14:creationId xmlns:p14="http://schemas.microsoft.com/office/powerpoint/2010/main" val="188205241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DFD17B-8886-E033-3036-3377B891825F}"/>
              </a:ext>
            </a:extLst>
          </p:cNvPr>
          <p:cNvSpPr>
            <a:spLocks noGrp="1"/>
          </p:cNvSpPr>
          <p:nvPr>
            <p:ph type="title"/>
          </p:nvPr>
        </p:nvSpPr>
        <p:spPr>
          <a:xfrm>
            <a:off x="786709" y="549664"/>
            <a:ext cx="9222952" cy="645377"/>
          </a:xfrm>
        </p:spPr>
        <p:txBody>
          <a:bodyPr/>
          <a:lstStyle/>
          <a:p>
            <a:r>
              <a:rPr lang="en-US"/>
              <a:t>Additional Resources</a:t>
            </a:r>
          </a:p>
        </p:txBody>
      </p:sp>
      <p:sp>
        <p:nvSpPr>
          <p:cNvPr id="5" name="Text Placeholder 4">
            <a:extLst>
              <a:ext uri="{FF2B5EF4-FFF2-40B4-BE49-F238E27FC236}">
                <a16:creationId xmlns:a16="http://schemas.microsoft.com/office/drawing/2014/main" id="{3931ED0C-12DF-D635-405A-9FCEEB0BDE92}"/>
              </a:ext>
            </a:extLst>
          </p:cNvPr>
          <p:cNvSpPr>
            <a:spLocks noGrp="1"/>
          </p:cNvSpPr>
          <p:nvPr>
            <p:ph type="body" idx="1"/>
          </p:nvPr>
        </p:nvSpPr>
        <p:spPr>
          <a:xfrm>
            <a:off x="788988" y="1342365"/>
            <a:ext cx="10173652" cy="1499757"/>
          </a:xfrm>
        </p:spPr>
        <p:txBody>
          <a:bodyPr>
            <a:normAutofit/>
          </a:bodyPr>
          <a:lstStyle/>
          <a:p>
            <a:pPr marL="342900" indent="-342900">
              <a:lnSpc>
                <a:spcPts val="2400"/>
              </a:lnSpc>
              <a:spcBef>
                <a:spcPts val="400"/>
              </a:spcBef>
              <a:buFont typeface="Arial" panose="020B0604020202020204" pitchFamily="34" charset="0"/>
              <a:buChar char="•"/>
            </a:pPr>
            <a:r>
              <a:rPr lang="en-US" sz="1900"/>
              <a:t>Cut and paste icons to use in your presentation</a:t>
            </a:r>
          </a:p>
          <a:p>
            <a:pPr marL="342900" indent="-342900">
              <a:lnSpc>
                <a:spcPts val="2400"/>
              </a:lnSpc>
              <a:spcBef>
                <a:spcPts val="400"/>
              </a:spcBef>
              <a:buFont typeface="Arial" panose="020B0604020202020204" pitchFamily="34" charset="0"/>
              <a:buChar char="•"/>
            </a:pPr>
            <a:r>
              <a:rPr lang="en-US" sz="1900"/>
              <a:t>Select “Shape Fill” to change the icon’s color</a:t>
            </a:r>
          </a:p>
          <a:p>
            <a:pPr marL="342900" indent="-342900">
              <a:lnSpc>
                <a:spcPts val="2400"/>
              </a:lnSpc>
              <a:spcBef>
                <a:spcPts val="400"/>
              </a:spcBef>
              <a:buFont typeface="Arial" panose="020B0604020202020204" pitchFamily="34" charset="0"/>
              <a:buChar char="•"/>
            </a:pPr>
            <a:r>
              <a:rPr lang="en-US" sz="1900"/>
              <a:t>Select “Shape Outline” and increase an outline’s weight to make a bolder icon </a:t>
            </a:r>
          </a:p>
          <a:p>
            <a:pPr marL="342900" indent="-342900">
              <a:lnSpc>
                <a:spcPts val="2400"/>
              </a:lnSpc>
              <a:spcBef>
                <a:spcPts val="400"/>
              </a:spcBef>
              <a:buFont typeface="Arial" panose="020B0604020202020204" pitchFamily="34" charset="0"/>
              <a:buChar char="•"/>
            </a:pPr>
            <a:r>
              <a:rPr lang="en-US" sz="1900"/>
              <a:t>Click-shift while dragging icon’s corner anchor point to resize without distortion</a:t>
            </a:r>
          </a:p>
        </p:txBody>
      </p:sp>
      <p:pic>
        <p:nvPicPr>
          <p:cNvPr id="101" name="Graphic 100">
            <a:extLst>
              <a:ext uri="{FF2B5EF4-FFF2-40B4-BE49-F238E27FC236}">
                <a16:creationId xmlns:a16="http://schemas.microsoft.com/office/drawing/2014/main" id="{9D109B80-B2C7-215A-14F5-FF5AFA5E6B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6203" y="2995580"/>
            <a:ext cx="571500" cy="571500"/>
          </a:xfrm>
          <a:prstGeom prst="rect">
            <a:avLst/>
          </a:prstGeom>
        </p:spPr>
      </p:pic>
      <p:pic>
        <p:nvPicPr>
          <p:cNvPr id="102" name="Graphic 101">
            <a:extLst>
              <a:ext uri="{FF2B5EF4-FFF2-40B4-BE49-F238E27FC236}">
                <a16:creationId xmlns:a16="http://schemas.microsoft.com/office/drawing/2014/main" id="{14982967-21C8-A009-519F-15BEA6681B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0373" y="2995580"/>
            <a:ext cx="571500" cy="571500"/>
          </a:xfrm>
          <a:prstGeom prst="rect">
            <a:avLst/>
          </a:prstGeom>
        </p:spPr>
      </p:pic>
      <p:pic>
        <p:nvPicPr>
          <p:cNvPr id="103" name="Graphic 102">
            <a:extLst>
              <a:ext uri="{FF2B5EF4-FFF2-40B4-BE49-F238E27FC236}">
                <a16:creationId xmlns:a16="http://schemas.microsoft.com/office/drawing/2014/main" id="{F68451CC-A6CC-B7BB-2EE7-F9AB50F2528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72239" y="3000101"/>
            <a:ext cx="571500" cy="571500"/>
          </a:xfrm>
          <a:prstGeom prst="rect">
            <a:avLst/>
          </a:prstGeom>
        </p:spPr>
      </p:pic>
      <p:pic>
        <p:nvPicPr>
          <p:cNvPr id="104" name="Graphic 103">
            <a:extLst>
              <a:ext uri="{FF2B5EF4-FFF2-40B4-BE49-F238E27FC236}">
                <a16:creationId xmlns:a16="http://schemas.microsoft.com/office/drawing/2014/main" id="{C3B65D47-14F3-3021-068F-A1AFA61F9DE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04749" y="2997929"/>
            <a:ext cx="571500" cy="571500"/>
          </a:xfrm>
          <a:prstGeom prst="rect">
            <a:avLst/>
          </a:prstGeom>
        </p:spPr>
      </p:pic>
      <p:pic>
        <p:nvPicPr>
          <p:cNvPr id="105" name="Graphic 104">
            <a:extLst>
              <a:ext uri="{FF2B5EF4-FFF2-40B4-BE49-F238E27FC236}">
                <a16:creationId xmlns:a16="http://schemas.microsoft.com/office/drawing/2014/main" id="{50D50B77-A13E-CFF0-23C6-DDE1AD38BBA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39087" y="2997080"/>
            <a:ext cx="571500" cy="571500"/>
          </a:xfrm>
          <a:prstGeom prst="rect">
            <a:avLst/>
          </a:prstGeom>
        </p:spPr>
      </p:pic>
      <p:pic>
        <p:nvPicPr>
          <p:cNvPr id="106" name="Graphic 105">
            <a:extLst>
              <a:ext uri="{FF2B5EF4-FFF2-40B4-BE49-F238E27FC236}">
                <a16:creationId xmlns:a16="http://schemas.microsoft.com/office/drawing/2014/main" id="{14452512-D90C-1DAD-6C4C-A9C60AA30A0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73087" y="3006912"/>
            <a:ext cx="571500" cy="571500"/>
          </a:xfrm>
          <a:prstGeom prst="rect">
            <a:avLst/>
          </a:prstGeom>
        </p:spPr>
      </p:pic>
      <p:pic>
        <p:nvPicPr>
          <p:cNvPr id="107" name="Graphic 106">
            <a:extLst>
              <a:ext uri="{FF2B5EF4-FFF2-40B4-BE49-F238E27FC236}">
                <a16:creationId xmlns:a16="http://schemas.microsoft.com/office/drawing/2014/main" id="{CE74CCFE-8CFA-23BE-7C13-D5A7CED72B8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89023" y="3000101"/>
            <a:ext cx="571500" cy="571500"/>
          </a:xfrm>
          <a:prstGeom prst="rect">
            <a:avLst/>
          </a:prstGeom>
        </p:spPr>
      </p:pic>
      <p:pic>
        <p:nvPicPr>
          <p:cNvPr id="108" name="Graphic 107">
            <a:extLst>
              <a:ext uri="{FF2B5EF4-FFF2-40B4-BE49-F238E27FC236}">
                <a16:creationId xmlns:a16="http://schemas.microsoft.com/office/drawing/2014/main" id="{5FBEF3C1-10CA-A500-DDBD-73138C41E25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25315" y="3006912"/>
            <a:ext cx="571500" cy="571500"/>
          </a:xfrm>
          <a:prstGeom prst="rect">
            <a:avLst/>
          </a:prstGeom>
        </p:spPr>
      </p:pic>
      <p:pic>
        <p:nvPicPr>
          <p:cNvPr id="109" name="Graphic 108">
            <a:extLst>
              <a:ext uri="{FF2B5EF4-FFF2-40B4-BE49-F238E27FC236}">
                <a16:creationId xmlns:a16="http://schemas.microsoft.com/office/drawing/2014/main" id="{83F5AB05-3399-00F4-9061-5DAD700170E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72377" y="3000101"/>
            <a:ext cx="571500" cy="571500"/>
          </a:xfrm>
          <a:prstGeom prst="rect">
            <a:avLst/>
          </a:prstGeom>
        </p:spPr>
      </p:pic>
      <p:pic>
        <p:nvPicPr>
          <p:cNvPr id="110" name="Graphic 109">
            <a:extLst>
              <a:ext uri="{FF2B5EF4-FFF2-40B4-BE49-F238E27FC236}">
                <a16:creationId xmlns:a16="http://schemas.microsoft.com/office/drawing/2014/main" id="{FA048B4C-9D83-9971-98A6-E7F7A8006AC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05794" y="2995611"/>
            <a:ext cx="571500" cy="571500"/>
          </a:xfrm>
          <a:prstGeom prst="rect">
            <a:avLst/>
          </a:prstGeom>
        </p:spPr>
      </p:pic>
      <p:pic>
        <p:nvPicPr>
          <p:cNvPr id="111" name="Graphic 110">
            <a:extLst>
              <a:ext uri="{FF2B5EF4-FFF2-40B4-BE49-F238E27FC236}">
                <a16:creationId xmlns:a16="http://schemas.microsoft.com/office/drawing/2014/main" id="{888FBAED-B56B-33EF-C6A3-773C5974926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41683" y="3002968"/>
            <a:ext cx="571500" cy="571500"/>
          </a:xfrm>
          <a:prstGeom prst="rect">
            <a:avLst/>
          </a:prstGeom>
        </p:spPr>
      </p:pic>
      <p:pic>
        <p:nvPicPr>
          <p:cNvPr id="112" name="Graphic 111">
            <a:extLst>
              <a:ext uri="{FF2B5EF4-FFF2-40B4-BE49-F238E27FC236}">
                <a16:creationId xmlns:a16="http://schemas.microsoft.com/office/drawing/2014/main" id="{B0840CE7-3957-DFEA-1314-BD001C20FF0E}"/>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969039" y="3002968"/>
            <a:ext cx="571500" cy="571500"/>
          </a:xfrm>
          <a:prstGeom prst="rect">
            <a:avLst/>
          </a:prstGeom>
        </p:spPr>
      </p:pic>
      <p:pic>
        <p:nvPicPr>
          <p:cNvPr id="113" name="Graphic 112">
            <a:extLst>
              <a:ext uri="{FF2B5EF4-FFF2-40B4-BE49-F238E27FC236}">
                <a16:creationId xmlns:a16="http://schemas.microsoft.com/office/drawing/2014/main" id="{E983391C-B310-21E7-77BE-3A7089656623}"/>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826976" y="3013806"/>
            <a:ext cx="535638" cy="535638"/>
          </a:xfrm>
          <a:prstGeom prst="rect">
            <a:avLst/>
          </a:prstGeom>
        </p:spPr>
      </p:pic>
      <p:pic>
        <p:nvPicPr>
          <p:cNvPr id="114" name="Graphic 113">
            <a:extLst>
              <a:ext uri="{FF2B5EF4-FFF2-40B4-BE49-F238E27FC236}">
                <a16:creationId xmlns:a16="http://schemas.microsoft.com/office/drawing/2014/main" id="{F5BCFEB2-C075-833F-9836-5939062EFB58}"/>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86581" y="3792287"/>
            <a:ext cx="571500" cy="571500"/>
          </a:xfrm>
          <a:prstGeom prst="rect">
            <a:avLst/>
          </a:prstGeom>
        </p:spPr>
      </p:pic>
      <p:pic>
        <p:nvPicPr>
          <p:cNvPr id="115" name="Graphic 114">
            <a:extLst>
              <a:ext uri="{FF2B5EF4-FFF2-40B4-BE49-F238E27FC236}">
                <a16:creationId xmlns:a16="http://schemas.microsoft.com/office/drawing/2014/main" id="{248B1F70-6711-4A4B-AE7E-6D03D019CBFF}"/>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40373" y="3809484"/>
            <a:ext cx="571500" cy="571500"/>
          </a:xfrm>
          <a:prstGeom prst="rect">
            <a:avLst/>
          </a:prstGeom>
        </p:spPr>
      </p:pic>
      <p:pic>
        <p:nvPicPr>
          <p:cNvPr id="116" name="Graphic 115">
            <a:extLst>
              <a:ext uri="{FF2B5EF4-FFF2-40B4-BE49-F238E27FC236}">
                <a16:creationId xmlns:a16="http://schemas.microsoft.com/office/drawing/2014/main" id="{02B5DE25-352C-0D94-B535-4E85857E2AC8}"/>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455676" y="3799862"/>
            <a:ext cx="571500" cy="571500"/>
          </a:xfrm>
          <a:prstGeom prst="rect">
            <a:avLst/>
          </a:prstGeom>
        </p:spPr>
      </p:pic>
      <p:pic>
        <p:nvPicPr>
          <p:cNvPr id="117" name="Graphic 116">
            <a:extLst>
              <a:ext uri="{FF2B5EF4-FFF2-40B4-BE49-F238E27FC236}">
                <a16:creationId xmlns:a16="http://schemas.microsoft.com/office/drawing/2014/main" id="{2D7276A5-5A95-2E33-5BBB-3A24A96A9C6D}"/>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299847" y="3804053"/>
            <a:ext cx="571500" cy="571500"/>
          </a:xfrm>
          <a:prstGeom prst="rect">
            <a:avLst/>
          </a:prstGeom>
        </p:spPr>
      </p:pic>
      <p:pic>
        <p:nvPicPr>
          <p:cNvPr id="118" name="Graphic 117">
            <a:extLst>
              <a:ext uri="{FF2B5EF4-FFF2-40B4-BE49-F238E27FC236}">
                <a16:creationId xmlns:a16="http://schemas.microsoft.com/office/drawing/2014/main" id="{485EFBF0-DE43-64AF-2F5F-CA67AA7ADEF4}"/>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135395" y="3804053"/>
            <a:ext cx="571500" cy="571500"/>
          </a:xfrm>
          <a:prstGeom prst="rect">
            <a:avLst/>
          </a:prstGeom>
        </p:spPr>
      </p:pic>
      <p:pic>
        <p:nvPicPr>
          <p:cNvPr id="119" name="Graphic 118">
            <a:extLst>
              <a:ext uri="{FF2B5EF4-FFF2-40B4-BE49-F238E27FC236}">
                <a16:creationId xmlns:a16="http://schemas.microsoft.com/office/drawing/2014/main" id="{7D853A5B-4879-B25C-2584-429567574837}"/>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968943" y="3811484"/>
            <a:ext cx="571500" cy="571500"/>
          </a:xfrm>
          <a:prstGeom prst="rect">
            <a:avLst/>
          </a:prstGeom>
        </p:spPr>
      </p:pic>
      <p:pic>
        <p:nvPicPr>
          <p:cNvPr id="120" name="Graphic 119">
            <a:extLst>
              <a:ext uri="{FF2B5EF4-FFF2-40B4-BE49-F238E27FC236}">
                <a16:creationId xmlns:a16="http://schemas.microsoft.com/office/drawing/2014/main" id="{853992E7-43CA-C220-ACD6-34525F5E407C}"/>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819891" y="3792287"/>
            <a:ext cx="571500" cy="571500"/>
          </a:xfrm>
          <a:prstGeom prst="rect">
            <a:avLst/>
          </a:prstGeom>
        </p:spPr>
      </p:pic>
      <p:pic>
        <p:nvPicPr>
          <p:cNvPr id="121" name="Graphic 120">
            <a:extLst>
              <a:ext uri="{FF2B5EF4-FFF2-40B4-BE49-F238E27FC236}">
                <a16:creationId xmlns:a16="http://schemas.microsoft.com/office/drawing/2014/main" id="{DBAC6079-9A52-5F76-D7B8-D866772557B5}"/>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638039" y="3773686"/>
            <a:ext cx="571500" cy="571500"/>
          </a:xfrm>
          <a:prstGeom prst="rect">
            <a:avLst/>
          </a:prstGeom>
        </p:spPr>
      </p:pic>
      <p:pic>
        <p:nvPicPr>
          <p:cNvPr id="122" name="Graphic 121">
            <a:extLst>
              <a:ext uri="{FF2B5EF4-FFF2-40B4-BE49-F238E27FC236}">
                <a16:creationId xmlns:a16="http://schemas.microsoft.com/office/drawing/2014/main" id="{89A9935D-50FF-1ADC-C5F4-6D76D5C4CE86}"/>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491831" y="3792287"/>
            <a:ext cx="571500" cy="571500"/>
          </a:xfrm>
          <a:prstGeom prst="rect">
            <a:avLst/>
          </a:prstGeom>
        </p:spPr>
      </p:pic>
      <p:pic>
        <p:nvPicPr>
          <p:cNvPr id="123" name="Graphic 122">
            <a:extLst>
              <a:ext uri="{FF2B5EF4-FFF2-40B4-BE49-F238E27FC236}">
                <a16:creationId xmlns:a16="http://schemas.microsoft.com/office/drawing/2014/main" id="{95AD3491-3400-EB40-F067-9367FCA3B3F8}"/>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263451" y="3750482"/>
            <a:ext cx="668489" cy="668489"/>
          </a:xfrm>
          <a:prstGeom prst="rect">
            <a:avLst/>
          </a:prstGeom>
        </p:spPr>
      </p:pic>
      <p:pic>
        <p:nvPicPr>
          <p:cNvPr id="124" name="Graphic 123">
            <a:extLst>
              <a:ext uri="{FF2B5EF4-FFF2-40B4-BE49-F238E27FC236}">
                <a16:creationId xmlns:a16="http://schemas.microsoft.com/office/drawing/2014/main" id="{A206FF64-0B2C-06E5-0592-51F8E1F68B0C}"/>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9151724" y="3778700"/>
            <a:ext cx="571500" cy="571500"/>
          </a:xfrm>
          <a:prstGeom prst="rect">
            <a:avLst/>
          </a:prstGeom>
        </p:spPr>
      </p:pic>
      <p:pic>
        <p:nvPicPr>
          <p:cNvPr id="125" name="Graphic 124">
            <a:extLst>
              <a:ext uri="{FF2B5EF4-FFF2-40B4-BE49-F238E27FC236}">
                <a16:creationId xmlns:a16="http://schemas.microsoft.com/office/drawing/2014/main" id="{9BFE3B88-3046-F1F0-706F-F444F51C5483}"/>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978871" y="3792988"/>
            <a:ext cx="571500" cy="571500"/>
          </a:xfrm>
          <a:prstGeom prst="rect">
            <a:avLst/>
          </a:prstGeom>
        </p:spPr>
      </p:pic>
      <p:pic>
        <p:nvPicPr>
          <p:cNvPr id="126" name="Graphic 125">
            <a:extLst>
              <a:ext uri="{FF2B5EF4-FFF2-40B4-BE49-F238E27FC236}">
                <a16:creationId xmlns:a16="http://schemas.microsoft.com/office/drawing/2014/main" id="{22E9F7B2-931A-C62A-039F-070B4C83C2FC}"/>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810568" y="3798986"/>
            <a:ext cx="571500" cy="571500"/>
          </a:xfrm>
          <a:prstGeom prst="rect">
            <a:avLst/>
          </a:prstGeom>
        </p:spPr>
      </p:pic>
      <p:pic>
        <p:nvPicPr>
          <p:cNvPr id="127" name="Graphic 126">
            <a:extLst>
              <a:ext uri="{FF2B5EF4-FFF2-40B4-BE49-F238E27FC236}">
                <a16:creationId xmlns:a16="http://schemas.microsoft.com/office/drawing/2014/main" id="{C5606D1A-4AD9-517A-5133-CC126A4E7F83}"/>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792623" y="4599203"/>
            <a:ext cx="571500" cy="571500"/>
          </a:xfrm>
          <a:prstGeom prst="rect">
            <a:avLst/>
          </a:prstGeom>
        </p:spPr>
      </p:pic>
      <p:pic>
        <p:nvPicPr>
          <p:cNvPr id="128" name="Graphic 127">
            <a:extLst>
              <a:ext uri="{FF2B5EF4-FFF2-40B4-BE49-F238E27FC236}">
                <a16:creationId xmlns:a16="http://schemas.microsoft.com/office/drawing/2014/main" id="{81B75387-DFED-56BF-0897-8894EBFFE056}"/>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641425" y="4589790"/>
            <a:ext cx="571500" cy="571500"/>
          </a:xfrm>
          <a:prstGeom prst="rect">
            <a:avLst/>
          </a:prstGeom>
        </p:spPr>
      </p:pic>
      <p:pic>
        <p:nvPicPr>
          <p:cNvPr id="129" name="Graphic 128">
            <a:extLst>
              <a:ext uri="{FF2B5EF4-FFF2-40B4-BE49-F238E27FC236}">
                <a16:creationId xmlns:a16="http://schemas.microsoft.com/office/drawing/2014/main" id="{DF67FD31-4666-575C-B172-CF011EE23AD6}"/>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455676" y="4609035"/>
            <a:ext cx="571500" cy="571500"/>
          </a:xfrm>
          <a:prstGeom prst="rect">
            <a:avLst/>
          </a:prstGeom>
        </p:spPr>
      </p:pic>
      <p:pic>
        <p:nvPicPr>
          <p:cNvPr id="130" name="Graphic 129">
            <a:extLst>
              <a:ext uri="{FF2B5EF4-FFF2-40B4-BE49-F238E27FC236}">
                <a16:creationId xmlns:a16="http://schemas.microsoft.com/office/drawing/2014/main" id="{2563A43B-6CE8-43FC-9CD2-1843E1777073}"/>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3303132" y="4588003"/>
            <a:ext cx="571500" cy="571500"/>
          </a:xfrm>
          <a:prstGeom prst="rect">
            <a:avLst/>
          </a:prstGeom>
        </p:spPr>
      </p:pic>
      <p:pic>
        <p:nvPicPr>
          <p:cNvPr id="131" name="Graphic 130">
            <a:extLst>
              <a:ext uri="{FF2B5EF4-FFF2-40B4-BE49-F238E27FC236}">
                <a16:creationId xmlns:a16="http://schemas.microsoft.com/office/drawing/2014/main" id="{E1B2C06C-8220-10CF-8B2A-3247795799F2}"/>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4134185" y="4598535"/>
            <a:ext cx="571500" cy="571500"/>
          </a:xfrm>
          <a:prstGeom prst="rect">
            <a:avLst/>
          </a:prstGeom>
        </p:spPr>
      </p:pic>
      <p:pic>
        <p:nvPicPr>
          <p:cNvPr id="132" name="Graphic 131">
            <a:extLst>
              <a:ext uri="{FF2B5EF4-FFF2-40B4-BE49-F238E27FC236}">
                <a16:creationId xmlns:a16="http://schemas.microsoft.com/office/drawing/2014/main" id="{3AEE6EAF-1162-88F8-7AAB-3A5F7ACB9397}"/>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4969152" y="4608928"/>
            <a:ext cx="571500" cy="571500"/>
          </a:xfrm>
          <a:prstGeom prst="rect">
            <a:avLst/>
          </a:prstGeom>
        </p:spPr>
      </p:pic>
      <p:pic>
        <p:nvPicPr>
          <p:cNvPr id="133" name="Graphic 132">
            <a:extLst>
              <a:ext uri="{FF2B5EF4-FFF2-40B4-BE49-F238E27FC236}">
                <a16:creationId xmlns:a16="http://schemas.microsoft.com/office/drawing/2014/main" id="{33AEA23F-6298-5F33-A62A-C0227694D778}"/>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5810250" y="4598423"/>
            <a:ext cx="571500" cy="571500"/>
          </a:xfrm>
          <a:prstGeom prst="rect">
            <a:avLst/>
          </a:prstGeom>
        </p:spPr>
      </p:pic>
      <p:pic>
        <p:nvPicPr>
          <p:cNvPr id="134" name="Graphic 133">
            <a:extLst>
              <a:ext uri="{FF2B5EF4-FFF2-40B4-BE49-F238E27FC236}">
                <a16:creationId xmlns:a16="http://schemas.microsoft.com/office/drawing/2014/main" id="{7BF28A55-59E5-C489-061E-CC9C5070CC1E}"/>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6625038" y="4588003"/>
            <a:ext cx="571500" cy="571500"/>
          </a:xfrm>
          <a:prstGeom prst="rect">
            <a:avLst/>
          </a:prstGeom>
        </p:spPr>
      </p:pic>
      <p:pic>
        <p:nvPicPr>
          <p:cNvPr id="135" name="Graphic 134">
            <a:extLst>
              <a:ext uri="{FF2B5EF4-FFF2-40B4-BE49-F238E27FC236}">
                <a16:creationId xmlns:a16="http://schemas.microsoft.com/office/drawing/2014/main" id="{7644651A-7703-2521-DCD5-B429DD8B742D}"/>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7484011" y="4597835"/>
            <a:ext cx="571500" cy="571500"/>
          </a:xfrm>
          <a:prstGeom prst="rect">
            <a:avLst/>
          </a:prstGeom>
        </p:spPr>
      </p:pic>
      <p:pic>
        <p:nvPicPr>
          <p:cNvPr id="136" name="Graphic 135">
            <a:extLst>
              <a:ext uri="{FF2B5EF4-FFF2-40B4-BE49-F238E27FC236}">
                <a16:creationId xmlns:a16="http://schemas.microsoft.com/office/drawing/2014/main" id="{ED75FBA5-2D24-B21B-FE36-0E3F28731FAA}"/>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8308420" y="4588003"/>
            <a:ext cx="571500" cy="571500"/>
          </a:xfrm>
          <a:prstGeom prst="rect">
            <a:avLst/>
          </a:prstGeom>
        </p:spPr>
      </p:pic>
      <p:pic>
        <p:nvPicPr>
          <p:cNvPr id="137" name="Graphic 136">
            <a:extLst>
              <a:ext uri="{FF2B5EF4-FFF2-40B4-BE49-F238E27FC236}">
                <a16:creationId xmlns:a16="http://schemas.microsoft.com/office/drawing/2014/main" id="{39BA593B-C72D-83E3-7C28-F29068F90E39}"/>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9145159" y="4617671"/>
            <a:ext cx="571500" cy="571500"/>
          </a:xfrm>
          <a:prstGeom prst="rect">
            <a:avLst/>
          </a:prstGeom>
        </p:spPr>
      </p:pic>
      <p:pic>
        <p:nvPicPr>
          <p:cNvPr id="138" name="Graphic 137">
            <a:extLst>
              <a:ext uri="{FF2B5EF4-FFF2-40B4-BE49-F238E27FC236}">
                <a16:creationId xmlns:a16="http://schemas.microsoft.com/office/drawing/2014/main" id="{7BD83F3E-D143-9F4E-0BE2-59BA64537BF2}"/>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9973502" y="4599096"/>
            <a:ext cx="571500" cy="571500"/>
          </a:xfrm>
          <a:prstGeom prst="rect">
            <a:avLst/>
          </a:prstGeom>
        </p:spPr>
      </p:pic>
      <p:pic>
        <p:nvPicPr>
          <p:cNvPr id="139" name="Graphic 138">
            <a:extLst>
              <a:ext uri="{FF2B5EF4-FFF2-40B4-BE49-F238E27FC236}">
                <a16:creationId xmlns:a16="http://schemas.microsoft.com/office/drawing/2014/main" id="{C627D928-4C1C-2C0E-6A66-502217879AAB}"/>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10804004" y="4598007"/>
            <a:ext cx="571500" cy="571500"/>
          </a:xfrm>
          <a:prstGeom prst="rect">
            <a:avLst/>
          </a:prstGeom>
        </p:spPr>
      </p:pic>
      <p:pic>
        <p:nvPicPr>
          <p:cNvPr id="140" name="Graphic 139">
            <a:extLst>
              <a:ext uri="{FF2B5EF4-FFF2-40B4-BE49-F238E27FC236}">
                <a16:creationId xmlns:a16="http://schemas.microsoft.com/office/drawing/2014/main" id="{A965C45D-83DD-4EAB-4E88-B71553A438EB}"/>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796413" y="5401954"/>
            <a:ext cx="571500" cy="571500"/>
          </a:xfrm>
          <a:prstGeom prst="rect">
            <a:avLst/>
          </a:prstGeom>
        </p:spPr>
      </p:pic>
      <p:pic>
        <p:nvPicPr>
          <p:cNvPr id="141" name="Graphic 140">
            <a:extLst>
              <a:ext uri="{FF2B5EF4-FFF2-40B4-BE49-F238E27FC236}">
                <a16:creationId xmlns:a16="http://schemas.microsoft.com/office/drawing/2014/main" id="{906BE566-3B37-1CA1-0F01-392F0581DC3C}"/>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1641425" y="5382973"/>
            <a:ext cx="571500" cy="571500"/>
          </a:xfrm>
          <a:prstGeom prst="rect">
            <a:avLst/>
          </a:prstGeom>
        </p:spPr>
      </p:pic>
      <p:pic>
        <p:nvPicPr>
          <p:cNvPr id="142" name="Graphic 141">
            <a:extLst>
              <a:ext uri="{FF2B5EF4-FFF2-40B4-BE49-F238E27FC236}">
                <a16:creationId xmlns:a16="http://schemas.microsoft.com/office/drawing/2014/main" id="{47F4513E-F13C-6FFF-D8B9-EBA90A713289}"/>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2464457" y="5392122"/>
            <a:ext cx="571500" cy="571500"/>
          </a:xfrm>
          <a:prstGeom prst="rect">
            <a:avLst/>
          </a:prstGeom>
        </p:spPr>
      </p:pic>
      <p:pic>
        <p:nvPicPr>
          <p:cNvPr id="143" name="Graphic 142">
            <a:extLst>
              <a:ext uri="{FF2B5EF4-FFF2-40B4-BE49-F238E27FC236}">
                <a16:creationId xmlns:a16="http://schemas.microsoft.com/office/drawing/2014/main" id="{4FB60654-3CF5-6F8C-B174-3A4A8078F1B8}"/>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3290015" y="5404735"/>
            <a:ext cx="571500" cy="571500"/>
          </a:xfrm>
          <a:prstGeom prst="rect">
            <a:avLst/>
          </a:prstGeom>
        </p:spPr>
      </p:pic>
      <p:pic>
        <p:nvPicPr>
          <p:cNvPr id="144" name="Graphic 143">
            <a:extLst>
              <a:ext uri="{FF2B5EF4-FFF2-40B4-BE49-F238E27FC236}">
                <a16:creationId xmlns:a16="http://schemas.microsoft.com/office/drawing/2014/main" id="{D49453F1-C986-A4BD-C42D-44D3972022BC}"/>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4124457" y="5395586"/>
            <a:ext cx="571500" cy="571500"/>
          </a:xfrm>
          <a:prstGeom prst="rect">
            <a:avLst/>
          </a:prstGeom>
        </p:spPr>
      </p:pic>
      <p:pic>
        <p:nvPicPr>
          <p:cNvPr id="145" name="Graphic 144">
            <a:extLst>
              <a:ext uri="{FF2B5EF4-FFF2-40B4-BE49-F238E27FC236}">
                <a16:creationId xmlns:a16="http://schemas.microsoft.com/office/drawing/2014/main" id="{2C70FFB4-518F-7DC6-0654-E105DE48E38F}"/>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4968417" y="5401954"/>
            <a:ext cx="571500" cy="571500"/>
          </a:xfrm>
          <a:prstGeom prst="rect">
            <a:avLst/>
          </a:prstGeom>
        </p:spPr>
      </p:pic>
      <p:pic>
        <p:nvPicPr>
          <p:cNvPr id="146" name="Graphic 145">
            <a:extLst>
              <a:ext uri="{FF2B5EF4-FFF2-40B4-BE49-F238E27FC236}">
                <a16:creationId xmlns:a16="http://schemas.microsoft.com/office/drawing/2014/main" id="{F85F017B-89BD-32B0-2027-734C9711005E}"/>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5810059" y="5406415"/>
            <a:ext cx="571500" cy="571500"/>
          </a:xfrm>
          <a:prstGeom prst="rect">
            <a:avLst/>
          </a:prstGeom>
        </p:spPr>
      </p:pic>
      <p:pic>
        <p:nvPicPr>
          <p:cNvPr id="147" name="Graphic 146">
            <a:extLst>
              <a:ext uri="{FF2B5EF4-FFF2-40B4-BE49-F238E27FC236}">
                <a16:creationId xmlns:a16="http://schemas.microsoft.com/office/drawing/2014/main" id="{F332F6FF-D821-A56D-E8C4-B7B499CC919F}"/>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6633295" y="5404735"/>
            <a:ext cx="571500" cy="571500"/>
          </a:xfrm>
          <a:prstGeom prst="rect">
            <a:avLst/>
          </a:prstGeom>
        </p:spPr>
      </p:pic>
      <p:pic>
        <p:nvPicPr>
          <p:cNvPr id="148" name="Graphic 147">
            <a:extLst>
              <a:ext uri="{FF2B5EF4-FFF2-40B4-BE49-F238E27FC236}">
                <a16:creationId xmlns:a16="http://schemas.microsoft.com/office/drawing/2014/main" id="{22C8B4FB-AD6D-F3CB-B82B-794749AC82BD}"/>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7481999" y="5395586"/>
            <a:ext cx="571500" cy="571500"/>
          </a:xfrm>
          <a:prstGeom prst="rect">
            <a:avLst/>
          </a:prstGeom>
        </p:spPr>
      </p:pic>
      <p:pic>
        <p:nvPicPr>
          <p:cNvPr id="149" name="Graphic 148">
            <a:extLst>
              <a:ext uri="{FF2B5EF4-FFF2-40B4-BE49-F238E27FC236}">
                <a16:creationId xmlns:a16="http://schemas.microsoft.com/office/drawing/2014/main" id="{F08E4358-4746-4F6C-E189-E4F1E2FCE579}"/>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8303598" y="5395586"/>
            <a:ext cx="571500" cy="571500"/>
          </a:xfrm>
          <a:prstGeom prst="rect">
            <a:avLst/>
          </a:prstGeom>
        </p:spPr>
      </p:pic>
      <p:pic>
        <p:nvPicPr>
          <p:cNvPr id="150" name="Graphic 149">
            <a:extLst>
              <a:ext uri="{FF2B5EF4-FFF2-40B4-BE49-F238E27FC236}">
                <a16:creationId xmlns:a16="http://schemas.microsoft.com/office/drawing/2014/main" id="{4489C0BC-BF63-F3A0-31CD-C66548C17E08}"/>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9139384" y="5390538"/>
            <a:ext cx="571500" cy="571500"/>
          </a:xfrm>
          <a:prstGeom prst="rect">
            <a:avLst/>
          </a:prstGeom>
        </p:spPr>
      </p:pic>
      <p:pic>
        <p:nvPicPr>
          <p:cNvPr id="151" name="Graphic 150">
            <a:extLst>
              <a:ext uri="{FF2B5EF4-FFF2-40B4-BE49-F238E27FC236}">
                <a16:creationId xmlns:a16="http://schemas.microsoft.com/office/drawing/2014/main" id="{22B025E8-F85E-8015-A933-A76F2CD0B1F2}"/>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9978590" y="5395586"/>
            <a:ext cx="571500" cy="571500"/>
          </a:xfrm>
          <a:prstGeom prst="rect">
            <a:avLst/>
          </a:prstGeom>
        </p:spPr>
      </p:pic>
      <p:pic>
        <p:nvPicPr>
          <p:cNvPr id="152" name="Graphic 151">
            <a:extLst>
              <a:ext uri="{FF2B5EF4-FFF2-40B4-BE49-F238E27FC236}">
                <a16:creationId xmlns:a16="http://schemas.microsoft.com/office/drawing/2014/main" id="{486A7818-57FE-4CE9-1DEC-1FF2D57D0ECB}"/>
              </a:ext>
            </a:extLst>
          </p:cNvPr>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10813557" y="5385754"/>
            <a:ext cx="571500" cy="571500"/>
          </a:xfrm>
          <a:prstGeom prst="rect">
            <a:avLst/>
          </a:prstGeom>
        </p:spPr>
      </p:pic>
    </p:spTree>
    <p:extLst>
      <p:ext uri="{BB962C8B-B14F-4D97-AF65-F5344CB8AC3E}">
        <p14:creationId xmlns:p14="http://schemas.microsoft.com/office/powerpoint/2010/main" val="3757197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86435D2-EA64-053F-0AB8-133AD7EA5FF1}"/>
              </a:ext>
            </a:extLst>
          </p:cNvPr>
          <p:cNvSpPr>
            <a:spLocks noGrp="1"/>
          </p:cNvSpPr>
          <p:nvPr>
            <p:ph type="title"/>
          </p:nvPr>
        </p:nvSpPr>
        <p:spPr>
          <a:xfrm>
            <a:off x="786709" y="549664"/>
            <a:ext cx="9222952" cy="632419"/>
          </a:xfrm>
        </p:spPr>
        <p:txBody>
          <a:bodyPr/>
          <a:lstStyle/>
          <a:p>
            <a:r>
              <a:rPr lang="en-US"/>
              <a:t>Additional Resources</a:t>
            </a:r>
          </a:p>
        </p:txBody>
      </p:sp>
      <p:pic>
        <p:nvPicPr>
          <p:cNvPr id="270" name="Graphic 269">
            <a:extLst>
              <a:ext uri="{FF2B5EF4-FFF2-40B4-BE49-F238E27FC236}">
                <a16:creationId xmlns:a16="http://schemas.microsoft.com/office/drawing/2014/main" id="{0C2F27DF-695C-FA04-DAE8-7A906BB610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1180" y="1396200"/>
            <a:ext cx="571500" cy="571500"/>
          </a:xfrm>
          <a:prstGeom prst="rect">
            <a:avLst/>
          </a:prstGeom>
        </p:spPr>
      </p:pic>
      <p:pic>
        <p:nvPicPr>
          <p:cNvPr id="272" name="Graphic 271">
            <a:extLst>
              <a:ext uri="{FF2B5EF4-FFF2-40B4-BE49-F238E27FC236}">
                <a16:creationId xmlns:a16="http://schemas.microsoft.com/office/drawing/2014/main" id="{2F0F1F9B-0508-9D63-0706-A0B94CBB48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0583" y="1396363"/>
            <a:ext cx="571500" cy="571500"/>
          </a:xfrm>
          <a:prstGeom prst="rect">
            <a:avLst/>
          </a:prstGeom>
        </p:spPr>
      </p:pic>
      <p:pic>
        <p:nvPicPr>
          <p:cNvPr id="274" name="Graphic 273">
            <a:extLst>
              <a:ext uri="{FF2B5EF4-FFF2-40B4-BE49-F238E27FC236}">
                <a16:creationId xmlns:a16="http://schemas.microsoft.com/office/drawing/2014/main" id="{F78E6D90-D9B0-3749-3D78-9C4CECB04EE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65508" y="1408813"/>
            <a:ext cx="571500" cy="571500"/>
          </a:xfrm>
          <a:prstGeom prst="rect">
            <a:avLst/>
          </a:prstGeom>
        </p:spPr>
      </p:pic>
      <p:pic>
        <p:nvPicPr>
          <p:cNvPr id="276" name="Graphic 275">
            <a:extLst>
              <a:ext uri="{FF2B5EF4-FFF2-40B4-BE49-F238E27FC236}">
                <a16:creationId xmlns:a16="http://schemas.microsoft.com/office/drawing/2014/main" id="{2F58FB1A-BDD3-D18E-8162-EC70044F990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98900" y="1378531"/>
            <a:ext cx="571500" cy="571500"/>
          </a:xfrm>
          <a:prstGeom prst="rect">
            <a:avLst/>
          </a:prstGeom>
        </p:spPr>
      </p:pic>
      <p:pic>
        <p:nvPicPr>
          <p:cNvPr id="278" name="Graphic 277">
            <a:extLst>
              <a:ext uri="{FF2B5EF4-FFF2-40B4-BE49-F238E27FC236}">
                <a16:creationId xmlns:a16="http://schemas.microsoft.com/office/drawing/2014/main" id="{4C0E49D1-5645-590C-8C9A-5CC7820531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42543" y="1387291"/>
            <a:ext cx="571500" cy="571500"/>
          </a:xfrm>
          <a:prstGeom prst="rect">
            <a:avLst/>
          </a:prstGeom>
        </p:spPr>
      </p:pic>
      <p:pic>
        <p:nvPicPr>
          <p:cNvPr id="280" name="Graphic 279">
            <a:extLst>
              <a:ext uri="{FF2B5EF4-FFF2-40B4-BE49-F238E27FC236}">
                <a16:creationId xmlns:a16="http://schemas.microsoft.com/office/drawing/2014/main" id="{B176E403-4147-938A-9AA2-014A223856C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77091" y="1396200"/>
            <a:ext cx="571500" cy="571500"/>
          </a:xfrm>
          <a:prstGeom prst="rect">
            <a:avLst/>
          </a:prstGeom>
        </p:spPr>
      </p:pic>
      <p:pic>
        <p:nvPicPr>
          <p:cNvPr id="282" name="Graphic 281">
            <a:extLst>
              <a:ext uri="{FF2B5EF4-FFF2-40B4-BE49-F238E27FC236}">
                <a16:creationId xmlns:a16="http://schemas.microsoft.com/office/drawing/2014/main" id="{B5F1267E-C431-989E-D389-FDA8CF7B363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79191" y="1365754"/>
            <a:ext cx="631442" cy="631442"/>
          </a:xfrm>
          <a:prstGeom prst="rect">
            <a:avLst/>
          </a:prstGeom>
        </p:spPr>
      </p:pic>
      <p:pic>
        <p:nvPicPr>
          <p:cNvPr id="369" name="Graphic 368">
            <a:extLst>
              <a:ext uri="{FF2B5EF4-FFF2-40B4-BE49-F238E27FC236}">
                <a16:creationId xmlns:a16="http://schemas.microsoft.com/office/drawing/2014/main" id="{5B0361BD-4EAF-5CB9-9D35-D4DC59BC3B0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25038" y="1405351"/>
            <a:ext cx="571500" cy="571500"/>
          </a:xfrm>
          <a:prstGeom prst="rect">
            <a:avLst/>
          </a:prstGeom>
        </p:spPr>
      </p:pic>
      <p:pic>
        <p:nvPicPr>
          <p:cNvPr id="371" name="Graphic 370">
            <a:extLst>
              <a:ext uri="{FF2B5EF4-FFF2-40B4-BE49-F238E27FC236}">
                <a16:creationId xmlns:a16="http://schemas.microsoft.com/office/drawing/2014/main" id="{AE531870-5494-90F9-FFE5-3B8CC37F736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81999" y="1396200"/>
            <a:ext cx="571500" cy="571500"/>
          </a:xfrm>
          <a:prstGeom prst="rect">
            <a:avLst/>
          </a:prstGeom>
        </p:spPr>
      </p:pic>
      <p:pic>
        <p:nvPicPr>
          <p:cNvPr id="373" name="Graphic 372">
            <a:extLst>
              <a:ext uri="{FF2B5EF4-FFF2-40B4-BE49-F238E27FC236}">
                <a16:creationId xmlns:a16="http://schemas.microsoft.com/office/drawing/2014/main" id="{54A71A71-D3B5-404B-56C3-29BF848A2EA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16757" y="1405351"/>
            <a:ext cx="571500" cy="571500"/>
          </a:xfrm>
          <a:prstGeom prst="rect">
            <a:avLst/>
          </a:prstGeom>
        </p:spPr>
      </p:pic>
      <p:pic>
        <p:nvPicPr>
          <p:cNvPr id="375" name="Graphic 374">
            <a:extLst>
              <a:ext uri="{FF2B5EF4-FFF2-40B4-BE49-F238E27FC236}">
                <a16:creationId xmlns:a16="http://schemas.microsoft.com/office/drawing/2014/main" id="{3FACE2F8-5F60-9F86-C85C-52EEC4D02D8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45159" y="1386107"/>
            <a:ext cx="571500" cy="571500"/>
          </a:xfrm>
          <a:prstGeom prst="rect">
            <a:avLst/>
          </a:prstGeom>
        </p:spPr>
      </p:pic>
      <p:pic>
        <p:nvPicPr>
          <p:cNvPr id="377" name="Graphic 376">
            <a:extLst>
              <a:ext uri="{FF2B5EF4-FFF2-40B4-BE49-F238E27FC236}">
                <a16:creationId xmlns:a16="http://schemas.microsoft.com/office/drawing/2014/main" id="{6E6C9F38-DA2D-837D-A54D-547AC68953A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979953" y="1398195"/>
            <a:ext cx="571500" cy="571500"/>
          </a:xfrm>
          <a:prstGeom prst="rect">
            <a:avLst/>
          </a:prstGeom>
        </p:spPr>
      </p:pic>
      <p:pic>
        <p:nvPicPr>
          <p:cNvPr id="379" name="Graphic 378">
            <a:extLst>
              <a:ext uri="{FF2B5EF4-FFF2-40B4-BE49-F238E27FC236}">
                <a16:creationId xmlns:a16="http://schemas.microsoft.com/office/drawing/2014/main" id="{0B59EE19-F5BC-8283-D7D3-7C81FB2C04D7}"/>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814920" y="1396200"/>
            <a:ext cx="571500" cy="571500"/>
          </a:xfrm>
          <a:prstGeom prst="rect">
            <a:avLst/>
          </a:prstGeom>
        </p:spPr>
      </p:pic>
      <p:pic>
        <p:nvPicPr>
          <p:cNvPr id="381" name="Graphic 380">
            <a:extLst>
              <a:ext uri="{FF2B5EF4-FFF2-40B4-BE49-F238E27FC236}">
                <a16:creationId xmlns:a16="http://schemas.microsoft.com/office/drawing/2014/main" id="{6D834005-BE49-875E-5497-82E6A2E44BEA}"/>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15867" y="2195123"/>
            <a:ext cx="571500" cy="571500"/>
          </a:xfrm>
          <a:prstGeom prst="rect">
            <a:avLst/>
          </a:prstGeom>
        </p:spPr>
      </p:pic>
      <p:pic>
        <p:nvPicPr>
          <p:cNvPr id="383" name="Graphic 382">
            <a:extLst>
              <a:ext uri="{FF2B5EF4-FFF2-40B4-BE49-F238E27FC236}">
                <a16:creationId xmlns:a16="http://schemas.microsoft.com/office/drawing/2014/main" id="{5FC0B02F-1687-484B-4ED5-EDCDC02C2A74}"/>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40373" y="2177465"/>
            <a:ext cx="571500" cy="571500"/>
          </a:xfrm>
          <a:prstGeom prst="rect">
            <a:avLst/>
          </a:prstGeom>
        </p:spPr>
      </p:pic>
      <p:pic>
        <p:nvPicPr>
          <p:cNvPr id="385" name="Graphic 384">
            <a:extLst>
              <a:ext uri="{FF2B5EF4-FFF2-40B4-BE49-F238E27FC236}">
                <a16:creationId xmlns:a16="http://schemas.microsoft.com/office/drawing/2014/main" id="{2FED797F-9DA1-0A13-2A5F-5F73C77E238E}"/>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468907" y="2181255"/>
            <a:ext cx="571500" cy="571500"/>
          </a:xfrm>
          <a:prstGeom prst="rect">
            <a:avLst/>
          </a:prstGeom>
        </p:spPr>
      </p:pic>
      <p:pic>
        <p:nvPicPr>
          <p:cNvPr id="387" name="Graphic 386">
            <a:extLst>
              <a:ext uri="{FF2B5EF4-FFF2-40B4-BE49-F238E27FC236}">
                <a16:creationId xmlns:a16="http://schemas.microsoft.com/office/drawing/2014/main" id="{118752E2-69AF-3C83-E939-BAE13F425ABC}"/>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303874" y="2193764"/>
            <a:ext cx="571500" cy="571500"/>
          </a:xfrm>
          <a:prstGeom prst="rect">
            <a:avLst/>
          </a:prstGeom>
        </p:spPr>
      </p:pic>
      <p:pic>
        <p:nvPicPr>
          <p:cNvPr id="389" name="Graphic 388">
            <a:extLst>
              <a:ext uri="{FF2B5EF4-FFF2-40B4-BE49-F238E27FC236}">
                <a16:creationId xmlns:a16="http://schemas.microsoft.com/office/drawing/2014/main" id="{44026D99-80BC-2626-08BB-2BB6D40FB14D}"/>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133491" y="2183292"/>
            <a:ext cx="571500" cy="571500"/>
          </a:xfrm>
          <a:prstGeom prst="rect">
            <a:avLst/>
          </a:prstGeom>
        </p:spPr>
      </p:pic>
      <p:pic>
        <p:nvPicPr>
          <p:cNvPr id="391" name="Graphic 390">
            <a:extLst>
              <a:ext uri="{FF2B5EF4-FFF2-40B4-BE49-F238E27FC236}">
                <a16:creationId xmlns:a16="http://schemas.microsoft.com/office/drawing/2014/main" id="{0CD23BA3-1B87-1EDB-8FFD-E537ACBBF556}"/>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975768" y="2196966"/>
            <a:ext cx="571500" cy="571500"/>
          </a:xfrm>
          <a:prstGeom prst="rect">
            <a:avLst/>
          </a:prstGeom>
        </p:spPr>
      </p:pic>
      <p:pic>
        <p:nvPicPr>
          <p:cNvPr id="393" name="Graphic 392">
            <a:extLst>
              <a:ext uri="{FF2B5EF4-FFF2-40B4-BE49-F238E27FC236}">
                <a16:creationId xmlns:a16="http://schemas.microsoft.com/office/drawing/2014/main" id="{666C6098-E91F-E0D9-C0DC-4AF54843D016}"/>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810250" y="2196189"/>
            <a:ext cx="571500" cy="571500"/>
          </a:xfrm>
          <a:prstGeom prst="rect">
            <a:avLst/>
          </a:prstGeom>
        </p:spPr>
      </p:pic>
      <p:pic>
        <p:nvPicPr>
          <p:cNvPr id="395" name="Graphic 394">
            <a:extLst>
              <a:ext uri="{FF2B5EF4-FFF2-40B4-BE49-F238E27FC236}">
                <a16:creationId xmlns:a16="http://schemas.microsoft.com/office/drawing/2014/main" id="{BF1EB2C6-655B-7EBD-1840-F8734733C6B3}"/>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647661" y="2197129"/>
            <a:ext cx="571500" cy="571500"/>
          </a:xfrm>
          <a:prstGeom prst="rect">
            <a:avLst/>
          </a:prstGeom>
        </p:spPr>
      </p:pic>
      <p:pic>
        <p:nvPicPr>
          <p:cNvPr id="397" name="Graphic 396">
            <a:extLst>
              <a:ext uri="{FF2B5EF4-FFF2-40B4-BE49-F238E27FC236}">
                <a16:creationId xmlns:a16="http://schemas.microsoft.com/office/drawing/2014/main" id="{1F2B2FD6-B4EA-23D1-97A1-019033F6C7A1}"/>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491831" y="2186453"/>
            <a:ext cx="571500" cy="571500"/>
          </a:xfrm>
          <a:prstGeom prst="rect">
            <a:avLst/>
          </a:prstGeom>
        </p:spPr>
      </p:pic>
      <p:pic>
        <p:nvPicPr>
          <p:cNvPr id="399" name="Graphic 398">
            <a:extLst>
              <a:ext uri="{FF2B5EF4-FFF2-40B4-BE49-F238E27FC236}">
                <a16:creationId xmlns:a16="http://schemas.microsoft.com/office/drawing/2014/main" id="{B9B13898-C0D1-06A3-0CAC-EA5707B8B427}"/>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316757" y="2193764"/>
            <a:ext cx="571500" cy="571500"/>
          </a:xfrm>
          <a:prstGeom prst="rect">
            <a:avLst/>
          </a:prstGeom>
        </p:spPr>
      </p:pic>
      <p:pic>
        <p:nvPicPr>
          <p:cNvPr id="401" name="Graphic 400">
            <a:extLst>
              <a:ext uri="{FF2B5EF4-FFF2-40B4-BE49-F238E27FC236}">
                <a16:creationId xmlns:a16="http://schemas.microsoft.com/office/drawing/2014/main" id="{B7BD8F42-5184-6188-97FA-D8C87E0E0A9F}"/>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9044938" y="2101839"/>
            <a:ext cx="760392" cy="760392"/>
          </a:xfrm>
          <a:prstGeom prst="rect">
            <a:avLst/>
          </a:prstGeom>
        </p:spPr>
      </p:pic>
      <p:pic>
        <p:nvPicPr>
          <p:cNvPr id="403" name="Graphic 402">
            <a:extLst>
              <a:ext uri="{FF2B5EF4-FFF2-40B4-BE49-F238E27FC236}">
                <a16:creationId xmlns:a16="http://schemas.microsoft.com/office/drawing/2014/main" id="{2F8E08FD-2223-F51A-4882-417116553DF6}"/>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978590" y="2193764"/>
            <a:ext cx="571500" cy="571500"/>
          </a:xfrm>
          <a:prstGeom prst="rect">
            <a:avLst/>
          </a:prstGeom>
        </p:spPr>
      </p:pic>
      <p:pic>
        <p:nvPicPr>
          <p:cNvPr id="405" name="Graphic 404">
            <a:extLst>
              <a:ext uri="{FF2B5EF4-FFF2-40B4-BE49-F238E27FC236}">
                <a16:creationId xmlns:a16="http://schemas.microsoft.com/office/drawing/2014/main" id="{2511BDDF-A9F1-47D3-3EF7-768DA9619BD9}"/>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776595" y="2156957"/>
            <a:ext cx="648488" cy="648488"/>
          </a:xfrm>
          <a:prstGeom prst="rect">
            <a:avLst/>
          </a:prstGeom>
        </p:spPr>
      </p:pic>
      <p:pic>
        <p:nvPicPr>
          <p:cNvPr id="407" name="Graphic 406">
            <a:extLst>
              <a:ext uri="{FF2B5EF4-FFF2-40B4-BE49-F238E27FC236}">
                <a16:creationId xmlns:a16="http://schemas.microsoft.com/office/drawing/2014/main" id="{18524E0B-43EE-300B-D164-3C3CEDA2701E}"/>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766707" y="2966393"/>
            <a:ext cx="622382" cy="622382"/>
          </a:xfrm>
          <a:prstGeom prst="rect">
            <a:avLst/>
          </a:prstGeom>
        </p:spPr>
      </p:pic>
      <p:pic>
        <p:nvPicPr>
          <p:cNvPr id="409" name="Graphic 408">
            <a:extLst>
              <a:ext uri="{FF2B5EF4-FFF2-40B4-BE49-F238E27FC236}">
                <a16:creationId xmlns:a16="http://schemas.microsoft.com/office/drawing/2014/main" id="{D3DD0C6F-182D-A3BB-FA7D-4132D5C3DC03}"/>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591497" y="2948735"/>
            <a:ext cx="649872" cy="649872"/>
          </a:xfrm>
          <a:prstGeom prst="rect">
            <a:avLst/>
          </a:prstGeom>
        </p:spPr>
      </p:pic>
      <p:pic>
        <p:nvPicPr>
          <p:cNvPr id="411" name="Graphic 410">
            <a:extLst>
              <a:ext uri="{FF2B5EF4-FFF2-40B4-BE49-F238E27FC236}">
                <a16:creationId xmlns:a16="http://schemas.microsoft.com/office/drawing/2014/main" id="{DEEE77EC-B297-E77C-0338-A9525CD82AF9}"/>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470215" y="2987270"/>
            <a:ext cx="571500" cy="571500"/>
          </a:xfrm>
          <a:prstGeom prst="rect">
            <a:avLst/>
          </a:prstGeom>
        </p:spPr>
      </p:pic>
      <p:pic>
        <p:nvPicPr>
          <p:cNvPr id="413" name="Graphic 412">
            <a:extLst>
              <a:ext uri="{FF2B5EF4-FFF2-40B4-BE49-F238E27FC236}">
                <a16:creationId xmlns:a16="http://schemas.microsoft.com/office/drawing/2014/main" id="{61D19BB6-06A6-A3C0-FBBA-86824542143B}"/>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3294931" y="2996489"/>
            <a:ext cx="571500" cy="571500"/>
          </a:xfrm>
          <a:prstGeom prst="rect">
            <a:avLst/>
          </a:prstGeom>
        </p:spPr>
      </p:pic>
      <p:pic>
        <p:nvPicPr>
          <p:cNvPr id="416" name="Graphic 415">
            <a:extLst>
              <a:ext uri="{FF2B5EF4-FFF2-40B4-BE49-F238E27FC236}">
                <a16:creationId xmlns:a16="http://schemas.microsoft.com/office/drawing/2014/main" id="{B726F2C0-C3BD-C96A-D4DB-A1FBCCD36117}"/>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4142543" y="2977648"/>
            <a:ext cx="571500" cy="571500"/>
          </a:xfrm>
          <a:prstGeom prst="rect">
            <a:avLst/>
          </a:prstGeom>
        </p:spPr>
      </p:pic>
      <p:pic>
        <p:nvPicPr>
          <p:cNvPr id="420" name="Graphic 419">
            <a:extLst>
              <a:ext uri="{FF2B5EF4-FFF2-40B4-BE49-F238E27FC236}">
                <a16:creationId xmlns:a16="http://schemas.microsoft.com/office/drawing/2014/main" id="{22A1DD85-F130-B7A5-4283-DF5E1822BC63}"/>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6645010" y="2985932"/>
            <a:ext cx="571500" cy="571500"/>
          </a:xfrm>
          <a:prstGeom prst="rect">
            <a:avLst/>
          </a:prstGeom>
        </p:spPr>
      </p:pic>
      <p:pic>
        <p:nvPicPr>
          <p:cNvPr id="422" name="Graphic 421">
            <a:extLst>
              <a:ext uri="{FF2B5EF4-FFF2-40B4-BE49-F238E27FC236}">
                <a16:creationId xmlns:a16="http://schemas.microsoft.com/office/drawing/2014/main" id="{4680AE90-2420-4ABE-F8D8-CCA67F8E763E}"/>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7472799" y="2996489"/>
            <a:ext cx="571500" cy="571500"/>
          </a:xfrm>
          <a:prstGeom prst="rect">
            <a:avLst/>
          </a:prstGeom>
        </p:spPr>
      </p:pic>
      <p:pic>
        <p:nvPicPr>
          <p:cNvPr id="424" name="Graphic 423">
            <a:extLst>
              <a:ext uri="{FF2B5EF4-FFF2-40B4-BE49-F238E27FC236}">
                <a16:creationId xmlns:a16="http://schemas.microsoft.com/office/drawing/2014/main" id="{E5F8EC2B-B31B-9212-4B28-B1ABD4FD5205}"/>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8307347" y="2966393"/>
            <a:ext cx="571500" cy="571500"/>
          </a:xfrm>
          <a:prstGeom prst="rect">
            <a:avLst/>
          </a:prstGeom>
        </p:spPr>
      </p:pic>
      <p:pic>
        <p:nvPicPr>
          <p:cNvPr id="425" name="Graphic 424">
            <a:extLst>
              <a:ext uri="{FF2B5EF4-FFF2-40B4-BE49-F238E27FC236}">
                <a16:creationId xmlns:a16="http://schemas.microsoft.com/office/drawing/2014/main" id="{580695E7-2E5A-E963-D65F-76E64D2F1EF7}"/>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5811511" y="2987779"/>
            <a:ext cx="571500" cy="571500"/>
          </a:xfrm>
          <a:prstGeom prst="rect">
            <a:avLst/>
          </a:prstGeom>
        </p:spPr>
      </p:pic>
      <p:pic>
        <p:nvPicPr>
          <p:cNvPr id="429" name="Graphic 428">
            <a:extLst>
              <a:ext uri="{FF2B5EF4-FFF2-40B4-BE49-F238E27FC236}">
                <a16:creationId xmlns:a16="http://schemas.microsoft.com/office/drawing/2014/main" id="{ECE22044-F9AB-B254-D2C0-F9A32B111F2E}"/>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9143134" y="2985932"/>
            <a:ext cx="571500" cy="571500"/>
          </a:xfrm>
          <a:prstGeom prst="rect">
            <a:avLst/>
          </a:prstGeom>
        </p:spPr>
      </p:pic>
      <p:pic>
        <p:nvPicPr>
          <p:cNvPr id="431" name="Graphic 430">
            <a:extLst>
              <a:ext uri="{FF2B5EF4-FFF2-40B4-BE49-F238E27FC236}">
                <a16:creationId xmlns:a16="http://schemas.microsoft.com/office/drawing/2014/main" id="{1DF162CE-7FAC-F7D7-B1D7-6825691ED7E3}"/>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9966608" y="2996489"/>
            <a:ext cx="571500" cy="571500"/>
          </a:xfrm>
          <a:prstGeom prst="rect">
            <a:avLst/>
          </a:prstGeom>
        </p:spPr>
      </p:pic>
      <p:pic>
        <p:nvPicPr>
          <p:cNvPr id="433" name="Graphic 432">
            <a:extLst>
              <a:ext uri="{FF2B5EF4-FFF2-40B4-BE49-F238E27FC236}">
                <a16:creationId xmlns:a16="http://schemas.microsoft.com/office/drawing/2014/main" id="{082D199C-872C-B558-1E7F-F28145FCF1DA}"/>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10816743" y="2986305"/>
            <a:ext cx="571500" cy="571500"/>
          </a:xfrm>
          <a:prstGeom prst="rect">
            <a:avLst/>
          </a:prstGeom>
        </p:spPr>
      </p:pic>
      <p:pic>
        <p:nvPicPr>
          <p:cNvPr id="435" name="Graphic 434">
            <a:extLst>
              <a:ext uri="{FF2B5EF4-FFF2-40B4-BE49-F238E27FC236}">
                <a16:creationId xmlns:a16="http://schemas.microsoft.com/office/drawing/2014/main" id="{47CBA049-03E4-7AE2-3C84-C9465B1C8651}"/>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792148" y="3800066"/>
            <a:ext cx="571500" cy="571500"/>
          </a:xfrm>
          <a:prstGeom prst="rect">
            <a:avLst/>
          </a:prstGeom>
        </p:spPr>
      </p:pic>
      <p:pic>
        <p:nvPicPr>
          <p:cNvPr id="437" name="Graphic 436">
            <a:extLst>
              <a:ext uri="{FF2B5EF4-FFF2-40B4-BE49-F238E27FC236}">
                <a16:creationId xmlns:a16="http://schemas.microsoft.com/office/drawing/2014/main" id="{6BD1340B-3437-D3AC-FF6F-6CBF1FE1625F}"/>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1630960" y="3787616"/>
            <a:ext cx="571500" cy="571500"/>
          </a:xfrm>
          <a:prstGeom prst="rect">
            <a:avLst/>
          </a:prstGeom>
        </p:spPr>
      </p:pic>
      <p:pic>
        <p:nvPicPr>
          <p:cNvPr id="439" name="Graphic 438">
            <a:extLst>
              <a:ext uri="{FF2B5EF4-FFF2-40B4-BE49-F238E27FC236}">
                <a16:creationId xmlns:a16="http://schemas.microsoft.com/office/drawing/2014/main" id="{48C31A0F-CF5B-8AD1-828D-21F5E168D494}"/>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2465508" y="3790234"/>
            <a:ext cx="571500" cy="571500"/>
          </a:xfrm>
          <a:prstGeom prst="rect">
            <a:avLst/>
          </a:prstGeom>
        </p:spPr>
      </p:pic>
      <p:pic>
        <p:nvPicPr>
          <p:cNvPr id="441" name="Graphic 440">
            <a:extLst>
              <a:ext uri="{FF2B5EF4-FFF2-40B4-BE49-F238E27FC236}">
                <a16:creationId xmlns:a16="http://schemas.microsoft.com/office/drawing/2014/main" id="{95F5A0CC-9FF3-254A-44EC-741A661C63BE}"/>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3300475" y="3777591"/>
            <a:ext cx="571500" cy="571500"/>
          </a:xfrm>
          <a:prstGeom prst="rect">
            <a:avLst/>
          </a:prstGeom>
        </p:spPr>
      </p:pic>
      <p:pic>
        <p:nvPicPr>
          <p:cNvPr id="443" name="Graphic 442">
            <a:extLst>
              <a:ext uri="{FF2B5EF4-FFF2-40B4-BE49-F238E27FC236}">
                <a16:creationId xmlns:a16="http://schemas.microsoft.com/office/drawing/2014/main" id="{903564F5-E903-7A2B-E1B8-866661CC851C}"/>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4979300" y="3778414"/>
            <a:ext cx="571500" cy="571500"/>
          </a:xfrm>
          <a:prstGeom prst="rect">
            <a:avLst/>
          </a:prstGeom>
        </p:spPr>
      </p:pic>
      <p:pic>
        <p:nvPicPr>
          <p:cNvPr id="445" name="Graphic 444">
            <a:extLst>
              <a:ext uri="{FF2B5EF4-FFF2-40B4-BE49-F238E27FC236}">
                <a16:creationId xmlns:a16="http://schemas.microsoft.com/office/drawing/2014/main" id="{B65AFFEB-4B35-D6C8-1615-4BC09A31DCA0}"/>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5798855" y="3787616"/>
            <a:ext cx="571500" cy="571500"/>
          </a:xfrm>
          <a:prstGeom prst="rect">
            <a:avLst/>
          </a:prstGeom>
        </p:spPr>
      </p:pic>
      <p:pic>
        <p:nvPicPr>
          <p:cNvPr id="447" name="Graphic 446">
            <a:extLst>
              <a:ext uri="{FF2B5EF4-FFF2-40B4-BE49-F238E27FC236}">
                <a16:creationId xmlns:a16="http://schemas.microsoft.com/office/drawing/2014/main" id="{5E5AA9DE-5B59-C10B-6A54-D425DDC19ED5}"/>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6632014" y="3768881"/>
            <a:ext cx="571500" cy="571500"/>
          </a:xfrm>
          <a:prstGeom prst="rect">
            <a:avLst/>
          </a:prstGeom>
        </p:spPr>
      </p:pic>
      <p:pic>
        <p:nvPicPr>
          <p:cNvPr id="449" name="Graphic 448">
            <a:extLst>
              <a:ext uri="{FF2B5EF4-FFF2-40B4-BE49-F238E27FC236}">
                <a16:creationId xmlns:a16="http://schemas.microsoft.com/office/drawing/2014/main" id="{1DC28A89-E105-236E-9CE7-F0BF38482366}"/>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7445591" y="3777591"/>
            <a:ext cx="571500" cy="571500"/>
          </a:xfrm>
          <a:prstGeom prst="rect">
            <a:avLst/>
          </a:prstGeom>
        </p:spPr>
      </p:pic>
      <p:pic>
        <p:nvPicPr>
          <p:cNvPr id="451" name="Graphic 450">
            <a:extLst>
              <a:ext uri="{FF2B5EF4-FFF2-40B4-BE49-F238E27FC236}">
                <a16:creationId xmlns:a16="http://schemas.microsoft.com/office/drawing/2014/main" id="{90EF0AA5-C9D7-2EF8-3199-3D3CB23F1ED0}"/>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8300951" y="3777591"/>
            <a:ext cx="571500" cy="571500"/>
          </a:xfrm>
          <a:prstGeom prst="rect">
            <a:avLst/>
          </a:prstGeom>
        </p:spPr>
      </p:pic>
      <p:pic>
        <p:nvPicPr>
          <p:cNvPr id="455" name="Graphic 454">
            <a:extLst>
              <a:ext uri="{FF2B5EF4-FFF2-40B4-BE49-F238E27FC236}">
                <a16:creationId xmlns:a16="http://schemas.microsoft.com/office/drawing/2014/main" id="{854DE050-44CF-3628-CF01-930D9E261E12}"/>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9149274" y="3782979"/>
            <a:ext cx="571500" cy="571500"/>
          </a:xfrm>
          <a:prstGeom prst="rect">
            <a:avLst/>
          </a:prstGeom>
        </p:spPr>
      </p:pic>
      <p:pic>
        <p:nvPicPr>
          <p:cNvPr id="457" name="Graphic 456">
            <a:extLst>
              <a:ext uri="{FF2B5EF4-FFF2-40B4-BE49-F238E27FC236}">
                <a16:creationId xmlns:a16="http://schemas.microsoft.com/office/drawing/2014/main" id="{9D9E2F04-7850-0D1A-669C-E5CD602CF5D9}"/>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9976440" y="3792812"/>
            <a:ext cx="571500" cy="571500"/>
          </a:xfrm>
          <a:prstGeom prst="rect">
            <a:avLst/>
          </a:prstGeom>
        </p:spPr>
      </p:pic>
      <p:pic>
        <p:nvPicPr>
          <p:cNvPr id="459" name="Graphic 458">
            <a:extLst>
              <a:ext uri="{FF2B5EF4-FFF2-40B4-BE49-F238E27FC236}">
                <a16:creationId xmlns:a16="http://schemas.microsoft.com/office/drawing/2014/main" id="{0E1BD519-3179-EF60-D5E1-55DB9AE293A2}"/>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10828352" y="3782979"/>
            <a:ext cx="571500" cy="571500"/>
          </a:xfrm>
          <a:prstGeom prst="rect">
            <a:avLst/>
          </a:prstGeom>
        </p:spPr>
      </p:pic>
      <p:pic>
        <p:nvPicPr>
          <p:cNvPr id="461" name="Graphic 460">
            <a:extLst>
              <a:ext uri="{FF2B5EF4-FFF2-40B4-BE49-F238E27FC236}">
                <a16:creationId xmlns:a16="http://schemas.microsoft.com/office/drawing/2014/main" id="{344CE4A0-7158-77CB-B517-44FF7ADD1523}"/>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806855" y="4575512"/>
            <a:ext cx="571500" cy="571500"/>
          </a:xfrm>
          <a:prstGeom prst="rect">
            <a:avLst/>
          </a:prstGeom>
        </p:spPr>
      </p:pic>
      <p:pic>
        <p:nvPicPr>
          <p:cNvPr id="463" name="Graphic 462">
            <a:extLst>
              <a:ext uri="{FF2B5EF4-FFF2-40B4-BE49-F238E27FC236}">
                <a16:creationId xmlns:a16="http://schemas.microsoft.com/office/drawing/2014/main" id="{342FC352-5797-2668-E467-CD94DF2735A0}"/>
              </a:ext>
            </a:extLst>
          </p:cNvPr>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1631665" y="4612313"/>
            <a:ext cx="571500" cy="571500"/>
          </a:xfrm>
          <a:prstGeom prst="rect">
            <a:avLst/>
          </a:prstGeom>
        </p:spPr>
      </p:pic>
      <p:pic>
        <p:nvPicPr>
          <p:cNvPr id="465" name="Graphic 464">
            <a:extLst>
              <a:ext uri="{FF2B5EF4-FFF2-40B4-BE49-F238E27FC236}">
                <a16:creationId xmlns:a16="http://schemas.microsoft.com/office/drawing/2014/main" id="{36481481-84AB-E455-30D9-555FEF93A197}"/>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2465508" y="4591000"/>
            <a:ext cx="571500" cy="571500"/>
          </a:xfrm>
          <a:prstGeom prst="rect">
            <a:avLst/>
          </a:prstGeom>
        </p:spPr>
      </p:pic>
      <p:pic>
        <p:nvPicPr>
          <p:cNvPr id="467" name="Graphic 466">
            <a:extLst>
              <a:ext uri="{FF2B5EF4-FFF2-40B4-BE49-F238E27FC236}">
                <a16:creationId xmlns:a16="http://schemas.microsoft.com/office/drawing/2014/main" id="{90743FD2-2A61-4F89-21D8-9D95F0BD1823}"/>
              </a:ext>
            </a:extLst>
          </p:cNvPr>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3303874" y="4612313"/>
            <a:ext cx="571500" cy="571500"/>
          </a:xfrm>
          <a:prstGeom prst="rect">
            <a:avLst/>
          </a:prstGeom>
        </p:spPr>
      </p:pic>
      <p:pic>
        <p:nvPicPr>
          <p:cNvPr id="469" name="Graphic 468">
            <a:extLst>
              <a:ext uri="{FF2B5EF4-FFF2-40B4-BE49-F238E27FC236}">
                <a16:creationId xmlns:a16="http://schemas.microsoft.com/office/drawing/2014/main" id="{9C05CCD5-978A-B634-01DA-8E45E221DB86}"/>
              </a:ext>
            </a:extLst>
          </p:cNvPr>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4142543" y="4575512"/>
            <a:ext cx="571500" cy="571500"/>
          </a:xfrm>
          <a:prstGeom prst="rect">
            <a:avLst/>
          </a:prstGeom>
        </p:spPr>
      </p:pic>
      <p:pic>
        <p:nvPicPr>
          <p:cNvPr id="471" name="Graphic 470">
            <a:extLst>
              <a:ext uri="{FF2B5EF4-FFF2-40B4-BE49-F238E27FC236}">
                <a16:creationId xmlns:a16="http://schemas.microsoft.com/office/drawing/2014/main" id="{18BF7A49-3A83-2551-457A-587F3E05F2AB}"/>
              </a:ext>
            </a:extLst>
          </p:cNvPr>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4977510" y="4592649"/>
            <a:ext cx="571500" cy="571500"/>
          </a:xfrm>
          <a:prstGeom prst="rect">
            <a:avLst/>
          </a:prstGeom>
        </p:spPr>
      </p:pic>
      <p:pic>
        <p:nvPicPr>
          <p:cNvPr id="473" name="Graphic 472">
            <a:extLst>
              <a:ext uri="{FF2B5EF4-FFF2-40B4-BE49-F238E27FC236}">
                <a16:creationId xmlns:a16="http://schemas.microsoft.com/office/drawing/2014/main" id="{33F9B9B1-50CF-66D8-60F4-8F2639B023F7}"/>
              </a:ext>
            </a:extLst>
          </p:cNvPr>
          <p:cNvPicPr>
            <a:picLocks noChangeAspect="1"/>
          </p:cNvPicPr>
          <p:nvPr/>
        </p:nvPicPr>
        <p:blipFill>
          <a:blip r:embed="rId115">
            <a:extLst>
              <a:ext uri="{96DAC541-7B7A-43D3-8B79-37D633B846F1}">
                <asvg:svgBlip xmlns:asvg="http://schemas.microsoft.com/office/drawing/2016/SVG/main" r:embed="rId116"/>
              </a:ext>
            </a:extLst>
          </a:blip>
          <a:stretch>
            <a:fillRect/>
          </a:stretch>
        </p:blipFill>
        <p:spPr>
          <a:xfrm>
            <a:off x="5798855" y="4592649"/>
            <a:ext cx="571500" cy="571500"/>
          </a:xfrm>
          <a:prstGeom prst="rect">
            <a:avLst/>
          </a:prstGeom>
        </p:spPr>
      </p:pic>
      <p:pic>
        <p:nvPicPr>
          <p:cNvPr id="475" name="Graphic 474">
            <a:extLst>
              <a:ext uri="{FF2B5EF4-FFF2-40B4-BE49-F238E27FC236}">
                <a16:creationId xmlns:a16="http://schemas.microsoft.com/office/drawing/2014/main" id="{1E1DBE6D-9A28-782F-B974-E4E41791852F}"/>
              </a:ext>
            </a:extLst>
          </p:cNvPr>
          <p:cNvPicPr>
            <a:picLocks noChangeAspect="1"/>
          </p:cNvPicPr>
          <p:nvPr/>
        </p:nvPicPr>
        <p:blipFill>
          <a:blip r:embed="rId117">
            <a:extLst>
              <a:ext uri="{96DAC541-7B7A-43D3-8B79-37D633B846F1}">
                <asvg:svgBlip xmlns:asvg="http://schemas.microsoft.com/office/drawing/2016/SVG/main" r:embed="rId118"/>
              </a:ext>
            </a:extLst>
          </a:blip>
          <a:stretch>
            <a:fillRect/>
          </a:stretch>
        </p:blipFill>
        <p:spPr>
          <a:xfrm>
            <a:off x="6646187" y="4587752"/>
            <a:ext cx="571500" cy="571500"/>
          </a:xfrm>
          <a:prstGeom prst="rect">
            <a:avLst/>
          </a:prstGeom>
        </p:spPr>
      </p:pic>
      <p:pic>
        <p:nvPicPr>
          <p:cNvPr id="477" name="Graphic 476">
            <a:extLst>
              <a:ext uri="{FF2B5EF4-FFF2-40B4-BE49-F238E27FC236}">
                <a16:creationId xmlns:a16="http://schemas.microsoft.com/office/drawing/2014/main" id="{B16A789E-F1AD-1EF4-071A-608F0F52A204}"/>
              </a:ext>
            </a:extLst>
          </p:cNvPr>
          <p:cNvPicPr>
            <a:picLocks noChangeAspect="1"/>
          </p:cNvPicPr>
          <p:nvPr/>
        </p:nvPicPr>
        <p:blipFill>
          <a:blip r:embed="rId119">
            <a:extLst>
              <a:ext uri="{96DAC541-7B7A-43D3-8B79-37D633B846F1}">
                <asvg:svgBlip xmlns:asvg="http://schemas.microsoft.com/office/drawing/2016/SVG/main" r:embed="rId120"/>
              </a:ext>
            </a:extLst>
          </a:blip>
          <a:stretch>
            <a:fillRect/>
          </a:stretch>
        </p:blipFill>
        <p:spPr>
          <a:xfrm>
            <a:off x="7481681" y="4575512"/>
            <a:ext cx="571500" cy="571500"/>
          </a:xfrm>
          <a:prstGeom prst="rect">
            <a:avLst/>
          </a:prstGeom>
        </p:spPr>
      </p:pic>
      <p:pic>
        <p:nvPicPr>
          <p:cNvPr id="479" name="Graphic 478">
            <a:extLst>
              <a:ext uri="{FF2B5EF4-FFF2-40B4-BE49-F238E27FC236}">
                <a16:creationId xmlns:a16="http://schemas.microsoft.com/office/drawing/2014/main" id="{55E86C8C-D3E6-289C-483B-1B4060CB4FE4}"/>
              </a:ext>
            </a:extLst>
          </p:cNvPr>
          <p:cNvPicPr>
            <a:picLocks noChangeAspect="1"/>
          </p:cNvPicPr>
          <p:nvPr/>
        </p:nvPicPr>
        <p:blipFill>
          <a:blip r:embed="rId121">
            <a:extLst>
              <a:ext uri="{96DAC541-7B7A-43D3-8B79-37D633B846F1}">
                <asvg:svgBlip xmlns:asvg="http://schemas.microsoft.com/office/drawing/2016/SVG/main" r:embed="rId122"/>
              </a:ext>
            </a:extLst>
          </a:blip>
          <a:stretch>
            <a:fillRect/>
          </a:stretch>
        </p:blipFill>
        <p:spPr>
          <a:xfrm>
            <a:off x="8316757" y="4585344"/>
            <a:ext cx="571500" cy="571500"/>
          </a:xfrm>
          <a:prstGeom prst="rect">
            <a:avLst/>
          </a:prstGeom>
        </p:spPr>
      </p:pic>
      <p:pic>
        <p:nvPicPr>
          <p:cNvPr id="481" name="Graphic 480">
            <a:extLst>
              <a:ext uri="{FF2B5EF4-FFF2-40B4-BE49-F238E27FC236}">
                <a16:creationId xmlns:a16="http://schemas.microsoft.com/office/drawing/2014/main" id="{A13490D0-4DB1-BA83-3991-B3F72E8AFA20}"/>
              </a:ext>
            </a:extLst>
          </p:cNvPr>
          <p:cNvPicPr>
            <a:picLocks noChangeAspect="1"/>
          </p:cNvPicPr>
          <p:nvPr/>
        </p:nvPicPr>
        <p:blipFill>
          <a:blip r:embed="rId123">
            <a:extLst>
              <a:ext uri="{96DAC541-7B7A-43D3-8B79-37D633B846F1}">
                <asvg:svgBlip xmlns:asvg="http://schemas.microsoft.com/office/drawing/2016/SVG/main" r:embed="rId124"/>
              </a:ext>
            </a:extLst>
          </a:blip>
          <a:stretch>
            <a:fillRect/>
          </a:stretch>
        </p:blipFill>
        <p:spPr>
          <a:xfrm>
            <a:off x="9132060" y="4592649"/>
            <a:ext cx="571500" cy="571500"/>
          </a:xfrm>
          <a:prstGeom prst="rect">
            <a:avLst/>
          </a:prstGeom>
        </p:spPr>
      </p:pic>
      <p:pic>
        <p:nvPicPr>
          <p:cNvPr id="483" name="Graphic 482">
            <a:extLst>
              <a:ext uri="{FF2B5EF4-FFF2-40B4-BE49-F238E27FC236}">
                <a16:creationId xmlns:a16="http://schemas.microsoft.com/office/drawing/2014/main" id="{CC6BABB0-10CB-A71D-851A-CF070A3858D5}"/>
              </a:ext>
            </a:extLst>
          </p:cNvPr>
          <p:cNvPicPr>
            <a:picLocks noChangeAspect="1"/>
          </p:cNvPicPr>
          <p:nvPr/>
        </p:nvPicPr>
        <p:blipFill>
          <a:blip r:embed="rId125">
            <a:extLst>
              <a:ext uri="{96DAC541-7B7A-43D3-8B79-37D633B846F1}">
                <asvg:svgBlip xmlns:asvg="http://schemas.microsoft.com/office/drawing/2016/SVG/main" r:embed="rId126"/>
              </a:ext>
            </a:extLst>
          </a:blip>
          <a:stretch>
            <a:fillRect/>
          </a:stretch>
        </p:blipFill>
        <p:spPr>
          <a:xfrm>
            <a:off x="9966608" y="4588013"/>
            <a:ext cx="571500" cy="571500"/>
          </a:xfrm>
          <a:prstGeom prst="rect">
            <a:avLst/>
          </a:prstGeom>
        </p:spPr>
      </p:pic>
      <p:pic>
        <p:nvPicPr>
          <p:cNvPr id="485" name="Graphic 484">
            <a:extLst>
              <a:ext uri="{FF2B5EF4-FFF2-40B4-BE49-F238E27FC236}">
                <a16:creationId xmlns:a16="http://schemas.microsoft.com/office/drawing/2014/main" id="{85D15B9B-29CA-7B6D-568A-A8951D1DBBC8}"/>
              </a:ext>
            </a:extLst>
          </p:cNvPr>
          <p:cNvPicPr>
            <a:picLocks noChangeAspect="1"/>
          </p:cNvPicPr>
          <p:nvPr/>
        </p:nvPicPr>
        <p:blipFill>
          <a:blip r:embed="rId127">
            <a:extLst>
              <a:ext uri="{96DAC541-7B7A-43D3-8B79-37D633B846F1}">
                <asvg:svgBlip xmlns:asvg="http://schemas.microsoft.com/office/drawing/2016/SVG/main" r:embed="rId128"/>
              </a:ext>
            </a:extLst>
          </a:blip>
          <a:stretch>
            <a:fillRect/>
          </a:stretch>
        </p:blipFill>
        <p:spPr>
          <a:xfrm>
            <a:off x="10801156" y="4578933"/>
            <a:ext cx="571500" cy="571500"/>
          </a:xfrm>
          <a:prstGeom prst="rect">
            <a:avLst/>
          </a:prstGeom>
        </p:spPr>
      </p:pic>
      <p:pic>
        <p:nvPicPr>
          <p:cNvPr id="487" name="Graphic 486">
            <a:extLst>
              <a:ext uri="{FF2B5EF4-FFF2-40B4-BE49-F238E27FC236}">
                <a16:creationId xmlns:a16="http://schemas.microsoft.com/office/drawing/2014/main" id="{5EDB4FD0-5CC9-3FE0-562D-97FB2D67DBEA}"/>
              </a:ext>
            </a:extLst>
          </p:cNvPr>
          <p:cNvPicPr>
            <a:picLocks noChangeAspect="1"/>
          </p:cNvPicPr>
          <p:nvPr/>
        </p:nvPicPr>
        <p:blipFill>
          <a:blip r:embed="rId129">
            <a:extLst>
              <a:ext uri="{96DAC541-7B7A-43D3-8B79-37D633B846F1}">
                <asvg:svgBlip xmlns:asvg="http://schemas.microsoft.com/office/drawing/2016/SVG/main" r:embed="rId130"/>
              </a:ext>
            </a:extLst>
          </a:blip>
          <a:stretch>
            <a:fillRect/>
          </a:stretch>
        </p:blipFill>
        <p:spPr>
          <a:xfrm>
            <a:off x="792148" y="5397930"/>
            <a:ext cx="571500" cy="571500"/>
          </a:xfrm>
          <a:prstGeom prst="rect">
            <a:avLst/>
          </a:prstGeom>
        </p:spPr>
      </p:pic>
      <p:pic>
        <p:nvPicPr>
          <p:cNvPr id="489" name="Graphic 488">
            <a:extLst>
              <a:ext uri="{FF2B5EF4-FFF2-40B4-BE49-F238E27FC236}">
                <a16:creationId xmlns:a16="http://schemas.microsoft.com/office/drawing/2014/main" id="{DE426C93-B2A9-130B-5909-57C828271F5C}"/>
              </a:ext>
            </a:extLst>
          </p:cNvPr>
          <p:cNvPicPr>
            <a:picLocks noChangeAspect="1"/>
          </p:cNvPicPr>
          <p:nvPr/>
        </p:nvPicPr>
        <p:blipFill>
          <a:blip r:embed="rId131">
            <a:extLst>
              <a:ext uri="{96DAC541-7B7A-43D3-8B79-37D633B846F1}">
                <asvg:svgBlip xmlns:asvg="http://schemas.microsoft.com/office/drawing/2016/SVG/main" r:embed="rId132"/>
              </a:ext>
            </a:extLst>
          </a:blip>
          <a:stretch>
            <a:fillRect/>
          </a:stretch>
        </p:blipFill>
        <p:spPr>
          <a:xfrm>
            <a:off x="1621128" y="5388308"/>
            <a:ext cx="571500" cy="571500"/>
          </a:xfrm>
          <a:prstGeom prst="rect">
            <a:avLst/>
          </a:prstGeom>
        </p:spPr>
      </p:pic>
      <p:pic>
        <p:nvPicPr>
          <p:cNvPr id="491" name="Graphic 490">
            <a:extLst>
              <a:ext uri="{FF2B5EF4-FFF2-40B4-BE49-F238E27FC236}">
                <a16:creationId xmlns:a16="http://schemas.microsoft.com/office/drawing/2014/main" id="{91B22278-3BB7-AD1D-96AF-8819C96366C0}"/>
              </a:ext>
            </a:extLst>
          </p:cNvPr>
          <p:cNvPicPr>
            <a:picLocks noChangeAspect="1"/>
          </p:cNvPicPr>
          <p:nvPr/>
        </p:nvPicPr>
        <p:blipFill>
          <a:blip r:embed="rId133">
            <a:extLst>
              <a:ext uri="{96DAC541-7B7A-43D3-8B79-37D633B846F1}">
                <asvg:svgBlip xmlns:asvg="http://schemas.microsoft.com/office/drawing/2016/SVG/main" r:embed="rId134"/>
              </a:ext>
            </a:extLst>
          </a:blip>
          <a:stretch>
            <a:fillRect/>
          </a:stretch>
        </p:blipFill>
        <p:spPr>
          <a:xfrm>
            <a:off x="2474921" y="5372102"/>
            <a:ext cx="571500" cy="571500"/>
          </a:xfrm>
          <a:prstGeom prst="rect">
            <a:avLst/>
          </a:prstGeom>
        </p:spPr>
      </p:pic>
      <p:pic>
        <p:nvPicPr>
          <p:cNvPr id="493" name="Graphic 492">
            <a:extLst>
              <a:ext uri="{FF2B5EF4-FFF2-40B4-BE49-F238E27FC236}">
                <a16:creationId xmlns:a16="http://schemas.microsoft.com/office/drawing/2014/main" id="{0A011A71-9F42-E865-848B-530AA53A08C1}"/>
              </a:ext>
            </a:extLst>
          </p:cNvPr>
          <p:cNvPicPr>
            <a:picLocks noChangeAspect="1"/>
          </p:cNvPicPr>
          <p:nvPr/>
        </p:nvPicPr>
        <p:blipFill>
          <a:blip r:embed="rId135">
            <a:extLst>
              <a:ext uri="{96DAC541-7B7A-43D3-8B79-37D633B846F1}">
                <asvg:svgBlip xmlns:asvg="http://schemas.microsoft.com/office/drawing/2016/SVG/main" r:embed="rId136"/>
              </a:ext>
            </a:extLst>
          </a:blip>
          <a:stretch>
            <a:fillRect/>
          </a:stretch>
        </p:blipFill>
        <p:spPr>
          <a:xfrm>
            <a:off x="3303874" y="5388308"/>
            <a:ext cx="571500" cy="571500"/>
          </a:xfrm>
          <a:prstGeom prst="rect">
            <a:avLst/>
          </a:prstGeom>
        </p:spPr>
      </p:pic>
      <p:pic>
        <p:nvPicPr>
          <p:cNvPr id="495" name="Graphic 494">
            <a:extLst>
              <a:ext uri="{FF2B5EF4-FFF2-40B4-BE49-F238E27FC236}">
                <a16:creationId xmlns:a16="http://schemas.microsoft.com/office/drawing/2014/main" id="{B399A6D0-5E6D-FE71-5187-57E60D6FF50F}"/>
              </a:ext>
            </a:extLst>
          </p:cNvPr>
          <p:cNvPicPr>
            <a:picLocks noChangeAspect="1"/>
          </p:cNvPicPr>
          <p:nvPr/>
        </p:nvPicPr>
        <p:blipFill>
          <a:blip r:embed="rId137">
            <a:extLst>
              <a:ext uri="{96DAC541-7B7A-43D3-8B79-37D633B846F1}">
                <asvg:svgBlip xmlns:asvg="http://schemas.microsoft.com/office/drawing/2016/SVG/main" r:embed="rId138"/>
              </a:ext>
            </a:extLst>
          </a:blip>
          <a:stretch>
            <a:fillRect/>
          </a:stretch>
        </p:blipFill>
        <p:spPr>
          <a:xfrm>
            <a:off x="4142543" y="5388308"/>
            <a:ext cx="571500" cy="571500"/>
          </a:xfrm>
          <a:prstGeom prst="rect">
            <a:avLst/>
          </a:prstGeom>
        </p:spPr>
      </p:pic>
      <p:pic>
        <p:nvPicPr>
          <p:cNvPr id="497" name="Graphic 496">
            <a:extLst>
              <a:ext uri="{FF2B5EF4-FFF2-40B4-BE49-F238E27FC236}">
                <a16:creationId xmlns:a16="http://schemas.microsoft.com/office/drawing/2014/main" id="{0C47E483-46CA-FB86-A68D-D401AAE44B35}"/>
              </a:ext>
            </a:extLst>
          </p:cNvPr>
          <p:cNvPicPr>
            <a:picLocks noChangeAspect="1"/>
          </p:cNvPicPr>
          <p:nvPr/>
        </p:nvPicPr>
        <p:blipFill>
          <a:blip r:embed="rId139">
            <a:extLst>
              <a:ext uri="{96DAC541-7B7A-43D3-8B79-37D633B846F1}">
                <asvg:svgBlip xmlns:asvg="http://schemas.microsoft.com/office/drawing/2016/SVG/main" r:embed="rId140"/>
              </a:ext>
            </a:extLst>
          </a:blip>
          <a:stretch>
            <a:fillRect/>
          </a:stretch>
        </p:blipFill>
        <p:spPr>
          <a:xfrm>
            <a:off x="4974931" y="2986057"/>
            <a:ext cx="571500" cy="571500"/>
          </a:xfrm>
          <a:prstGeom prst="rect">
            <a:avLst/>
          </a:prstGeom>
        </p:spPr>
      </p:pic>
      <p:pic>
        <p:nvPicPr>
          <p:cNvPr id="499" name="Graphic 498">
            <a:extLst>
              <a:ext uri="{FF2B5EF4-FFF2-40B4-BE49-F238E27FC236}">
                <a16:creationId xmlns:a16="http://schemas.microsoft.com/office/drawing/2014/main" id="{287636F5-FE33-5B19-360C-1FF6F78234D1}"/>
              </a:ext>
            </a:extLst>
          </p:cNvPr>
          <p:cNvPicPr>
            <a:picLocks noChangeAspect="1"/>
          </p:cNvPicPr>
          <p:nvPr/>
        </p:nvPicPr>
        <p:blipFill>
          <a:blip r:embed="rId141">
            <a:extLst>
              <a:ext uri="{96DAC541-7B7A-43D3-8B79-37D633B846F1}">
                <asvg:svgBlip xmlns:asvg="http://schemas.microsoft.com/office/drawing/2016/SVG/main" r:embed="rId142"/>
              </a:ext>
            </a:extLst>
          </a:blip>
          <a:stretch>
            <a:fillRect/>
          </a:stretch>
        </p:blipFill>
        <p:spPr>
          <a:xfrm>
            <a:off x="4974931" y="5397930"/>
            <a:ext cx="571500" cy="571500"/>
          </a:xfrm>
          <a:prstGeom prst="rect">
            <a:avLst/>
          </a:prstGeom>
        </p:spPr>
      </p:pic>
      <p:pic>
        <p:nvPicPr>
          <p:cNvPr id="501" name="Graphic 500">
            <a:extLst>
              <a:ext uri="{FF2B5EF4-FFF2-40B4-BE49-F238E27FC236}">
                <a16:creationId xmlns:a16="http://schemas.microsoft.com/office/drawing/2014/main" id="{977B2126-593A-9994-AD0E-C294D6438147}"/>
              </a:ext>
            </a:extLst>
          </p:cNvPr>
          <p:cNvPicPr>
            <a:picLocks noChangeAspect="1"/>
          </p:cNvPicPr>
          <p:nvPr/>
        </p:nvPicPr>
        <p:blipFill>
          <a:blip r:embed="rId143">
            <a:extLst>
              <a:ext uri="{96DAC541-7B7A-43D3-8B79-37D633B846F1}">
                <asvg:svgBlip xmlns:asvg="http://schemas.microsoft.com/office/drawing/2016/SVG/main" r:embed="rId144"/>
              </a:ext>
            </a:extLst>
          </a:blip>
          <a:stretch>
            <a:fillRect/>
          </a:stretch>
        </p:blipFill>
        <p:spPr>
          <a:xfrm>
            <a:off x="5799805" y="5372102"/>
            <a:ext cx="571500" cy="571500"/>
          </a:xfrm>
          <a:prstGeom prst="rect">
            <a:avLst/>
          </a:prstGeom>
        </p:spPr>
      </p:pic>
      <p:pic>
        <p:nvPicPr>
          <p:cNvPr id="503" name="Graphic 502">
            <a:extLst>
              <a:ext uri="{FF2B5EF4-FFF2-40B4-BE49-F238E27FC236}">
                <a16:creationId xmlns:a16="http://schemas.microsoft.com/office/drawing/2014/main" id="{BFF2F1D5-050E-D553-BB88-9B6EC9721D97}"/>
              </a:ext>
            </a:extLst>
          </p:cNvPr>
          <p:cNvPicPr>
            <a:picLocks noChangeAspect="1"/>
          </p:cNvPicPr>
          <p:nvPr/>
        </p:nvPicPr>
        <p:blipFill>
          <a:blip r:embed="rId145">
            <a:extLst>
              <a:ext uri="{96DAC541-7B7A-43D3-8B79-37D633B846F1}">
                <asvg:svgBlip xmlns:asvg="http://schemas.microsoft.com/office/drawing/2016/SVG/main" r:embed="rId146"/>
              </a:ext>
            </a:extLst>
          </a:blip>
          <a:stretch>
            <a:fillRect/>
          </a:stretch>
        </p:blipFill>
        <p:spPr>
          <a:xfrm>
            <a:off x="6645010" y="5386201"/>
            <a:ext cx="571500" cy="571500"/>
          </a:xfrm>
          <a:prstGeom prst="rect">
            <a:avLst/>
          </a:prstGeom>
        </p:spPr>
      </p:pic>
      <p:pic>
        <p:nvPicPr>
          <p:cNvPr id="505" name="Graphic 504">
            <a:extLst>
              <a:ext uri="{FF2B5EF4-FFF2-40B4-BE49-F238E27FC236}">
                <a16:creationId xmlns:a16="http://schemas.microsoft.com/office/drawing/2014/main" id="{57D6B5B0-47A6-2762-BC9C-49978C70C2D8}"/>
              </a:ext>
            </a:extLst>
          </p:cNvPr>
          <p:cNvPicPr>
            <a:picLocks noChangeAspect="1"/>
          </p:cNvPicPr>
          <p:nvPr/>
        </p:nvPicPr>
        <p:blipFill>
          <a:blip r:embed="rId147">
            <a:extLst>
              <a:ext uri="{96DAC541-7B7A-43D3-8B79-37D633B846F1}">
                <asvg:svgBlip xmlns:asvg="http://schemas.microsoft.com/office/drawing/2016/SVG/main" r:embed="rId148"/>
              </a:ext>
            </a:extLst>
          </a:blip>
          <a:stretch>
            <a:fillRect/>
          </a:stretch>
        </p:blipFill>
        <p:spPr>
          <a:xfrm>
            <a:off x="7479187" y="5376368"/>
            <a:ext cx="571500" cy="571500"/>
          </a:xfrm>
          <a:prstGeom prst="rect">
            <a:avLst/>
          </a:prstGeom>
        </p:spPr>
      </p:pic>
      <p:pic>
        <p:nvPicPr>
          <p:cNvPr id="507" name="Graphic 506">
            <a:extLst>
              <a:ext uri="{FF2B5EF4-FFF2-40B4-BE49-F238E27FC236}">
                <a16:creationId xmlns:a16="http://schemas.microsoft.com/office/drawing/2014/main" id="{EA1064D2-0CFF-BA8B-9E50-84F041A20601}"/>
              </a:ext>
            </a:extLst>
          </p:cNvPr>
          <p:cNvPicPr>
            <a:picLocks noChangeAspect="1"/>
          </p:cNvPicPr>
          <p:nvPr/>
        </p:nvPicPr>
        <p:blipFill>
          <a:blip r:embed="rId149">
            <a:extLst>
              <a:ext uri="{96DAC541-7B7A-43D3-8B79-37D633B846F1}">
                <asvg:svgBlip xmlns:asvg="http://schemas.microsoft.com/office/drawing/2016/SVG/main" r:embed="rId150"/>
              </a:ext>
            </a:extLst>
          </a:blip>
          <a:stretch>
            <a:fillRect/>
          </a:stretch>
        </p:blipFill>
        <p:spPr>
          <a:xfrm>
            <a:off x="8316757" y="5397930"/>
            <a:ext cx="571500" cy="571500"/>
          </a:xfrm>
          <a:prstGeom prst="rect">
            <a:avLst/>
          </a:prstGeom>
        </p:spPr>
      </p:pic>
      <p:pic>
        <p:nvPicPr>
          <p:cNvPr id="509" name="Graphic 508">
            <a:extLst>
              <a:ext uri="{FF2B5EF4-FFF2-40B4-BE49-F238E27FC236}">
                <a16:creationId xmlns:a16="http://schemas.microsoft.com/office/drawing/2014/main" id="{48FF4F1F-06D3-8E35-18D6-87BDB2DEBA5D}"/>
              </a:ext>
            </a:extLst>
          </p:cNvPr>
          <p:cNvPicPr>
            <a:picLocks noChangeAspect="1"/>
          </p:cNvPicPr>
          <p:nvPr/>
        </p:nvPicPr>
        <p:blipFill>
          <a:blip r:embed="rId151">
            <a:extLst>
              <a:ext uri="{96DAC541-7B7A-43D3-8B79-37D633B846F1}">
                <asvg:svgBlip xmlns:asvg="http://schemas.microsoft.com/office/drawing/2016/SVG/main" r:embed="rId152"/>
              </a:ext>
            </a:extLst>
          </a:blip>
          <a:stretch>
            <a:fillRect/>
          </a:stretch>
        </p:blipFill>
        <p:spPr>
          <a:xfrm>
            <a:off x="9143134" y="5384912"/>
            <a:ext cx="571500" cy="571500"/>
          </a:xfrm>
          <a:prstGeom prst="rect">
            <a:avLst/>
          </a:prstGeom>
        </p:spPr>
      </p:pic>
      <p:pic>
        <p:nvPicPr>
          <p:cNvPr id="511" name="Graphic 510">
            <a:extLst>
              <a:ext uri="{FF2B5EF4-FFF2-40B4-BE49-F238E27FC236}">
                <a16:creationId xmlns:a16="http://schemas.microsoft.com/office/drawing/2014/main" id="{C6D2E590-38F0-54BA-D800-667FAB97A68B}"/>
              </a:ext>
            </a:extLst>
          </p:cNvPr>
          <p:cNvPicPr>
            <a:picLocks noChangeAspect="1"/>
          </p:cNvPicPr>
          <p:nvPr/>
        </p:nvPicPr>
        <p:blipFill>
          <a:blip r:embed="rId153">
            <a:extLst>
              <a:ext uri="{96DAC541-7B7A-43D3-8B79-37D633B846F1}">
                <asvg:svgBlip xmlns:asvg="http://schemas.microsoft.com/office/drawing/2016/SVG/main" r:embed="rId154"/>
              </a:ext>
            </a:extLst>
          </a:blip>
          <a:stretch>
            <a:fillRect/>
          </a:stretch>
        </p:blipFill>
        <p:spPr>
          <a:xfrm>
            <a:off x="9978101" y="5388779"/>
            <a:ext cx="571500" cy="571500"/>
          </a:xfrm>
          <a:prstGeom prst="rect">
            <a:avLst/>
          </a:prstGeom>
        </p:spPr>
      </p:pic>
      <p:pic>
        <p:nvPicPr>
          <p:cNvPr id="513" name="Graphic 512">
            <a:extLst>
              <a:ext uri="{FF2B5EF4-FFF2-40B4-BE49-F238E27FC236}">
                <a16:creationId xmlns:a16="http://schemas.microsoft.com/office/drawing/2014/main" id="{05C26100-A656-CFA2-F5F8-32D662BE52F5}"/>
              </a:ext>
            </a:extLst>
          </p:cNvPr>
          <p:cNvPicPr>
            <a:picLocks noChangeAspect="1"/>
          </p:cNvPicPr>
          <p:nvPr/>
        </p:nvPicPr>
        <p:blipFill>
          <a:blip r:embed="rId155">
            <a:extLst>
              <a:ext uri="{96DAC541-7B7A-43D3-8B79-37D633B846F1}">
                <asvg:svgBlip xmlns:asvg="http://schemas.microsoft.com/office/drawing/2016/SVG/main" r:embed="rId156"/>
              </a:ext>
            </a:extLst>
          </a:blip>
          <a:stretch>
            <a:fillRect/>
          </a:stretch>
        </p:blipFill>
        <p:spPr>
          <a:xfrm>
            <a:off x="10803877" y="5397930"/>
            <a:ext cx="571500" cy="571500"/>
          </a:xfrm>
          <a:prstGeom prst="rect">
            <a:avLst/>
          </a:prstGeom>
        </p:spPr>
      </p:pic>
      <p:pic>
        <p:nvPicPr>
          <p:cNvPr id="516" name="Graphic 515">
            <a:extLst>
              <a:ext uri="{FF2B5EF4-FFF2-40B4-BE49-F238E27FC236}">
                <a16:creationId xmlns:a16="http://schemas.microsoft.com/office/drawing/2014/main" id="{615743D8-9C33-CA36-ECD0-893026A8FECA}"/>
              </a:ext>
            </a:extLst>
          </p:cNvPr>
          <p:cNvPicPr>
            <a:picLocks noChangeAspect="1"/>
          </p:cNvPicPr>
          <p:nvPr/>
        </p:nvPicPr>
        <p:blipFill>
          <a:blip r:embed="rId157">
            <a:extLst>
              <a:ext uri="{96DAC541-7B7A-43D3-8B79-37D633B846F1}">
                <asvg:svgBlip xmlns:asvg="http://schemas.microsoft.com/office/drawing/2016/SVG/main" r:embed="rId158"/>
              </a:ext>
            </a:extLst>
          </a:blip>
          <a:stretch>
            <a:fillRect/>
          </a:stretch>
        </p:blipFill>
        <p:spPr>
          <a:xfrm>
            <a:off x="4132362" y="3790234"/>
            <a:ext cx="571500" cy="571500"/>
          </a:xfrm>
          <a:prstGeom prst="rect">
            <a:avLst/>
          </a:prstGeom>
        </p:spPr>
      </p:pic>
    </p:spTree>
    <p:extLst>
      <p:ext uri="{BB962C8B-B14F-4D97-AF65-F5344CB8AC3E}">
        <p14:creationId xmlns:p14="http://schemas.microsoft.com/office/powerpoint/2010/main" val="1611773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86435D2-EA64-053F-0AB8-133AD7EA5FF1}"/>
              </a:ext>
            </a:extLst>
          </p:cNvPr>
          <p:cNvSpPr>
            <a:spLocks noGrp="1"/>
          </p:cNvSpPr>
          <p:nvPr>
            <p:ph type="title"/>
          </p:nvPr>
        </p:nvSpPr>
        <p:spPr>
          <a:xfrm>
            <a:off x="786709" y="549664"/>
            <a:ext cx="9222952" cy="705902"/>
          </a:xfrm>
        </p:spPr>
        <p:txBody>
          <a:bodyPr/>
          <a:lstStyle/>
          <a:p>
            <a:r>
              <a:rPr lang="en-US"/>
              <a:t>Additional Resources</a:t>
            </a:r>
          </a:p>
        </p:txBody>
      </p:sp>
      <p:pic>
        <p:nvPicPr>
          <p:cNvPr id="91" name="Graphic 90">
            <a:extLst>
              <a:ext uri="{FF2B5EF4-FFF2-40B4-BE49-F238E27FC236}">
                <a16:creationId xmlns:a16="http://schemas.microsoft.com/office/drawing/2014/main" id="{8B720FE8-D5D9-D9E2-210E-62E571665A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921" y="1396200"/>
            <a:ext cx="571500" cy="571500"/>
          </a:xfrm>
          <a:prstGeom prst="rect">
            <a:avLst/>
          </a:prstGeom>
        </p:spPr>
      </p:pic>
      <p:pic>
        <p:nvPicPr>
          <p:cNvPr id="93" name="Graphic 92">
            <a:extLst>
              <a:ext uri="{FF2B5EF4-FFF2-40B4-BE49-F238E27FC236}">
                <a16:creationId xmlns:a16="http://schemas.microsoft.com/office/drawing/2014/main" id="{6CE9146C-BEAA-D5CD-EF4C-534D95D805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8469" y="1376956"/>
            <a:ext cx="571500" cy="571500"/>
          </a:xfrm>
          <a:prstGeom prst="rect">
            <a:avLst/>
          </a:prstGeom>
        </p:spPr>
      </p:pic>
      <p:pic>
        <p:nvPicPr>
          <p:cNvPr id="95" name="Graphic 94">
            <a:extLst>
              <a:ext uri="{FF2B5EF4-FFF2-40B4-BE49-F238E27FC236}">
                <a16:creationId xmlns:a16="http://schemas.microsoft.com/office/drawing/2014/main" id="{0A7A8F1B-AC03-2238-5699-EA8C1372BF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32911" y="1396200"/>
            <a:ext cx="571500" cy="571500"/>
          </a:xfrm>
          <a:prstGeom prst="rect">
            <a:avLst/>
          </a:prstGeom>
        </p:spPr>
      </p:pic>
      <p:pic>
        <p:nvPicPr>
          <p:cNvPr id="97" name="Graphic 96">
            <a:extLst>
              <a:ext uri="{FF2B5EF4-FFF2-40B4-BE49-F238E27FC236}">
                <a16:creationId xmlns:a16="http://schemas.microsoft.com/office/drawing/2014/main" id="{D18A7584-98AE-4853-8C1A-848878D60F9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0068" y="1372227"/>
            <a:ext cx="571500" cy="571500"/>
          </a:xfrm>
          <a:prstGeom prst="rect">
            <a:avLst/>
          </a:prstGeom>
        </p:spPr>
      </p:pic>
      <p:pic>
        <p:nvPicPr>
          <p:cNvPr id="99" name="Graphic 98">
            <a:extLst>
              <a:ext uri="{FF2B5EF4-FFF2-40B4-BE49-F238E27FC236}">
                <a16:creationId xmlns:a16="http://schemas.microsoft.com/office/drawing/2014/main" id="{1D07C6FA-6DFE-78C7-B7F0-F418B0B270A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12868" y="1376956"/>
            <a:ext cx="571500" cy="571500"/>
          </a:xfrm>
          <a:prstGeom prst="rect">
            <a:avLst/>
          </a:prstGeom>
        </p:spPr>
      </p:pic>
      <p:pic>
        <p:nvPicPr>
          <p:cNvPr id="101" name="Graphic 100">
            <a:extLst>
              <a:ext uri="{FF2B5EF4-FFF2-40B4-BE49-F238E27FC236}">
                <a16:creationId xmlns:a16="http://schemas.microsoft.com/office/drawing/2014/main" id="{F21EB856-DD76-E083-0D0C-55A32A9C943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60427" y="1371531"/>
            <a:ext cx="571500" cy="571500"/>
          </a:xfrm>
          <a:prstGeom prst="rect">
            <a:avLst/>
          </a:prstGeom>
        </p:spPr>
      </p:pic>
      <p:pic>
        <p:nvPicPr>
          <p:cNvPr id="103" name="Graphic 102">
            <a:extLst>
              <a:ext uri="{FF2B5EF4-FFF2-40B4-BE49-F238E27FC236}">
                <a16:creationId xmlns:a16="http://schemas.microsoft.com/office/drawing/2014/main" id="{DBF5C898-4B8A-BDB7-CDCD-7D3F1F7497B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810250" y="1371531"/>
            <a:ext cx="571500" cy="571500"/>
          </a:xfrm>
          <a:prstGeom prst="rect">
            <a:avLst/>
          </a:prstGeom>
        </p:spPr>
      </p:pic>
      <p:pic>
        <p:nvPicPr>
          <p:cNvPr id="105" name="Graphic 104">
            <a:extLst>
              <a:ext uri="{FF2B5EF4-FFF2-40B4-BE49-F238E27FC236}">
                <a16:creationId xmlns:a16="http://schemas.microsoft.com/office/drawing/2014/main" id="{B78F5E3A-1459-84BA-0A8C-AA764989F88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29523" y="1397729"/>
            <a:ext cx="571500" cy="571500"/>
          </a:xfrm>
          <a:prstGeom prst="rect">
            <a:avLst/>
          </a:prstGeom>
        </p:spPr>
      </p:pic>
      <p:pic>
        <p:nvPicPr>
          <p:cNvPr id="107" name="Graphic 106">
            <a:extLst>
              <a:ext uri="{FF2B5EF4-FFF2-40B4-BE49-F238E27FC236}">
                <a16:creationId xmlns:a16="http://schemas.microsoft.com/office/drawing/2014/main" id="{0A37570A-815B-A638-E020-454F5209ECF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94934" y="1396200"/>
            <a:ext cx="571500" cy="571500"/>
          </a:xfrm>
          <a:prstGeom prst="rect">
            <a:avLst/>
          </a:prstGeom>
        </p:spPr>
      </p:pic>
      <p:pic>
        <p:nvPicPr>
          <p:cNvPr id="109" name="Graphic 108">
            <a:extLst>
              <a:ext uri="{FF2B5EF4-FFF2-40B4-BE49-F238E27FC236}">
                <a16:creationId xmlns:a16="http://schemas.microsoft.com/office/drawing/2014/main" id="{3B07415B-478A-391B-BCAF-DA2C5D60855D}"/>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09480" y="1396720"/>
            <a:ext cx="571500" cy="571500"/>
          </a:xfrm>
          <a:prstGeom prst="rect">
            <a:avLst/>
          </a:prstGeom>
        </p:spPr>
      </p:pic>
      <p:pic>
        <p:nvPicPr>
          <p:cNvPr id="111" name="Graphic 110">
            <a:extLst>
              <a:ext uri="{FF2B5EF4-FFF2-40B4-BE49-F238E27FC236}">
                <a16:creationId xmlns:a16="http://schemas.microsoft.com/office/drawing/2014/main" id="{46764283-C056-D5B2-DC21-01E7A9FE7AD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44916" y="1370315"/>
            <a:ext cx="571500" cy="571500"/>
          </a:xfrm>
          <a:prstGeom prst="rect">
            <a:avLst/>
          </a:prstGeom>
        </p:spPr>
      </p:pic>
      <p:pic>
        <p:nvPicPr>
          <p:cNvPr id="113" name="Graphic 112">
            <a:extLst>
              <a:ext uri="{FF2B5EF4-FFF2-40B4-BE49-F238E27FC236}">
                <a16:creationId xmlns:a16="http://schemas.microsoft.com/office/drawing/2014/main" id="{3A9E11AF-C10F-E9D3-A858-B27478E39159}"/>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979464" y="1376956"/>
            <a:ext cx="571500" cy="571500"/>
          </a:xfrm>
          <a:prstGeom prst="rect">
            <a:avLst/>
          </a:prstGeom>
        </p:spPr>
      </p:pic>
      <p:pic>
        <p:nvPicPr>
          <p:cNvPr id="115" name="Graphic 114">
            <a:extLst>
              <a:ext uri="{FF2B5EF4-FFF2-40B4-BE49-F238E27FC236}">
                <a16:creationId xmlns:a16="http://schemas.microsoft.com/office/drawing/2014/main" id="{3F6C21BB-214A-3A35-C90B-5CA25544496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815586" y="1396200"/>
            <a:ext cx="571500" cy="571500"/>
          </a:xfrm>
          <a:prstGeom prst="rect">
            <a:avLst/>
          </a:prstGeom>
        </p:spPr>
      </p:pic>
      <p:pic>
        <p:nvPicPr>
          <p:cNvPr id="117" name="Graphic 116">
            <a:extLst>
              <a:ext uri="{FF2B5EF4-FFF2-40B4-BE49-F238E27FC236}">
                <a16:creationId xmlns:a16="http://schemas.microsoft.com/office/drawing/2014/main" id="{C939F0DE-8342-7586-5693-84FD6BB71220}"/>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20815" y="2169652"/>
            <a:ext cx="571500" cy="571500"/>
          </a:xfrm>
          <a:prstGeom prst="rect">
            <a:avLst/>
          </a:prstGeom>
        </p:spPr>
      </p:pic>
      <p:pic>
        <p:nvPicPr>
          <p:cNvPr id="119" name="Graphic 118">
            <a:extLst>
              <a:ext uri="{FF2B5EF4-FFF2-40B4-BE49-F238E27FC236}">
                <a16:creationId xmlns:a16="http://schemas.microsoft.com/office/drawing/2014/main" id="{E750D34F-F4B4-51BD-6505-B4B4DDDD0442}"/>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28469" y="2190801"/>
            <a:ext cx="571500" cy="571500"/>
          </a:xfrm>
          <a:prstGeom prst="rect">
            <a:avLst/>
          </a:prstGeom>
        </p:spPr>
      </p:pic>
      <p:pic>
        <p:nvPicPr>
          <p:cNvPr id="121" name="Graphic 120">
            <a:extLst>
              <a:ext uri="{FF2B5EF4-FFF2-40B4-BE49-F238E27FC236}">
                <a16:creationId xmlns:a16="http://schemas.microsoft.com/office/drawing/2014/main" id="{E3F2E575-B2C2-1EF8-4DF5-92088343B62C}"/>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452581" y="2186924"/>
            <a:ext cx="571500" cy="571500"/>
          </a:xfrm>
          <a:prstGeom prst="rect">
            <a:avLst/>
          </a:prstGeom>
        </p:spPr>
      </p:pic>
      <p:pic>
        <p:nvPicPr>
          <p:cNvPr id="123" name="Graphic 122">
            <a:extLst>
              <a:ext uri="{FF2B5EF4-FFF2-40B4-BE49-F238E27FC236}">
                <a16:creationId xmlns:a16="http://schemas.microsoft.com/office/drawing/2014/main" id="{49B216B8-72DF-9D3A-B2AE-3108D5C238AB}"/>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299847" y="2190053"/>
            <a:ext cx="571500" cy="571500"/>
          </a:xfrm>
          <a:prstGeom prst="rect">
            <a:avLst/>
          </a:prstGeom>
        </p:spPr>
      </p:pic>
      <p:pic>
        <p:nvPicPr>
          <p:cNvPr id="125" name="Graphic 124">
            <a:extLst>
              <a:ext uri="{FF2B5EF4-FFF2-40B4-BE49-F238E27FC236}">
                <a16:creationId xmlns:a16="http://schemas.microsoft.com/office/drawing/2014/main" id="{23553492-A9E0-0DD3-2E71-EA971DD4962B}"/>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110591" y="2177302"/>
            <a:ext cx="571500" cy="571500"/>
          </a:xfrm>
          <a:prstGeom prst="rect">
            <a:avLst/>
          </a:prstGeom>
        </p:spPr>
      </p:pic>
      <p:pic>
        <p:nvPicPr>
          <p:cNvPr id="127" name="Graphic 126">
            <a:extLst>
              <a:ext uri="{FF2B5EF4-FFF2-40B4-BE49-F238E27FC236}">
                <a16:creationId xmlns:a16="http://schemas.microsoft.com/office/drawing/2014/main" id="{322F938C-D823-7361-4DC0-65F60903C0BE}"/>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976438" y="2164864"/>
            <a:ext cx="571500" cy="571500"/>
          </a:xfrm>
          <a:prstGeom prst="rect">
            <a:avLst/>
          </a:prstGeom>
        </p:spPr>
      </p:pic>
      <p:pic>
        <p:nvPicPr>
          <p:cNvPr id="129" name="Graphic 128">
            <a:extLst>
              <a:ext uri="{FF2B5EF4-FFF2-40B4-BE49-F238E27FC236}">
                <a16:creationId xmlns:a16="http://schemas.microsoft.com/office/drawing/2014/main" id="{D1B65145-F067-E47D-F286-1B609C4C40ED}"/>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799894" y="2177302"/>
            <a:ext cx="571500" cy="571500"/>
          </a:xfrm>
          <a:prstGeom prst="rect">
            <a:avLst/>
          </a:prstGeom>
        </p:spPr>
      </p:pic>
      <p:pic>
        <p:nvPicPr>
          <p:cNvPr id="131" name="Graphic 130">
            <a:extLst>
              <a:ext uri="{FF2B5EF4-FFF2-40B4-BE49-F238E27FC236}">
                <a16:creationId xmlns:a16="http://schemas.microsoft.com/office/drawing/2014/main" id="{3D72908B-2543-DA5F-CF11-92F87A64AB09}"/>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643407" y="2177302"/>
            <a:ext cx="571500" cy="571500"/>
          </a:xfrm>
          <a:prstGeom prst="rect">
            <a:avLst/>
          </a:prstGeom>
        </p:spPr>
      </p:pic>
      <p:pic>
        <p:nvPicPr>
          <p:cNvPr id="133" name="Graphic 132">
            <a:extLst>
              <a:ext uri="{FF2B5EF4-FFF2-40B4-BE49-F238E27FC236}">
                <a16:creationId xmlns:a16="http://schemas.microsoft.com/office/drawing/2014/main" id="{FE702AA3-0EB8-1BDD-59B1-8AEB029FA04A}"/>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489858" y="2186924"/>
            <a:ext cx="571500" cy="571500"/>
          </a:xfrm>
          <a:prstGeom prst="rect">
            <a:avLst/>
          </a:prstGeom>
        </p:spPr>
      </p:pic>
      <p:pic>
        <p:nvPicPr>
          <p:cNvPr id="135" name="Graphic 134">
            <a:extLst>
              <a:ext uri="{FF2B5EF4-FFF2-40B4-BE49-F238E27FC236}">
                <a16:creationId xmlns:a16="http://schemas.microsoft.com/office/drawing/2014/main" id="{2F56D95E-0966-5787-6EFF-1B4248521150}"/>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297512" y="2186924"/>
            <a:ext cx="571500" cy="571500"/>
          </a:xfrm>
          <a:prstGeom prst="rect">
            <a:avLst/>
          </a:prstGeom>
        </p:spPr>
      </p:pic>
      <p:pic>
        <p:nvPicPr>
          <p:cNvPr id="137" name="Graphic 136">
            <a:extLst>
              <a:ext uri="{FF2B5EF4-FFF2-40B4-BE49-F238E27FC236}">
                <a16:creationId xmlns:a16="http://schemas.microsoft.com/office/drawing/2014/main" id="{EB90C22C-7BDE-43D2-1A0F-2148791D7E93}"/>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9144916" y="2177302"/>
            <a:ext cx="571500" cy="571500"/>
          </a:xfrm>
          <a:prstGeom prst="rect">
            <a:avLst/>
          </a:prstGeom>
        </p:spPr>
      </p:pic>
      <p:pic>
        <p:nvPicPr>
          <p:cNvPr id="139" name="Graphic 138">
            <a:extLst>
              <a:ext uri="{FF2B5EF4-FFF2-40B4-BE49-F238E27FC236}">
                <a16:creationId xmlns:a16="http://schemas.microsoft.com/office/drawing/2014/main" id="{F546FB93-8577-CEBB-D70C-81B2EF2663C5}"/>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976888" y="2177302"/>
            <a:ext cx="571500" cy="571500"/>
          </a:xfrm>
          <a:prstGeom prst="rect">
            <a:avLst/>
          </a:prstGeom>
        </p:spPr>
      </p:pic>
      <p:pic>
        <p:nvPicPr>
          <p:cNvPr id="141" name="Graphic 140">
            <a:extLst>
              <a:ext uri="{FF2B5EF4-FFF2-40B4-BE49-F238E27FC236}">
                <a16:creationId xmlns:a16="http://schemas.microsoft.com/office/drawing/2014/main" id="{237090CE-CE72-8C09-AA42-7DFB86B22450}"/>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810778" y="2177302"/>
            <a:ext cx="571500" cy="571500"/>
          </a:xfrm>
          <a:prstGeom prst="rect">
            <a:avLst/>
          </a:prstGeom>
        </p:spPr>
      </p:pic>
      <p:pic>
        <p:nvPicPr>
          <p:cNvPr id="143" name="Graphic 142">
            <a:extLst>
              <a:ext uri="{FF2B5EF4-FFF2-40B4-BE49-F238E27FC236}">
                <a16:creationId xmlns:a16="http://schemas.microsoft.com/office/drawing/2014/main" id="{E8F6EA20-1FE8-2244-E295-54CE8E423CFB}"/>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800028" y="2963505"/>
            <a:ext cx="571500" cy="571500"/>
          </a:xfrm>
          <a:prstGeom prst="rect">
            <a:avLst/>
          </a:prstGeom>
        </p:spPr>
      </p:pic>
      <p:pic>
        <p:nvPicPr>
          <p:cNvPr id="145" name="Graphic 144">
            <a:extLst>
              <a:ext uri="{FF2B5EF4-FFF2-40B4-BE49-F238E27FC236}">
                <a16:creationId xmlns:a16="http://schemas.microsoft.com/office/drawing/2014/main" id="{FA202DE6-8450-0997-330D-9D38F5F67150}"/>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628469" y="2990399"/>
            <a:ext cx="571500" cy="571500"/>
          </a:xfrm>
          <a:prstGeom prst="rect">
            <a:avLst/>
          </a:prstGeom>
        </p:spPr>
      </p:pic>
      <p:pic>
        <p:nvPicPr>
          <p:cNvPr id="147" name="Graphic 146">
            <a:extLst>
              <a:ext uri="{FF2B5EF4-FFF2-40B4-BE49-F238E27FC236}">
                <a16:creationId xmlns:a16="http://schemas.microsoft.com/office/drawing/2014/main" id="{54E200F2-677F-6676-0ED4-CB5AD4210B62}"/>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473677" y="2990399"/>
            <a:ext cx="571500" cy="571500"/>
          </a:xfrm>
          <a:prstGeom prst="rect">
            <a:avLst/>
          </a:prstGeom>
        </p:spPr>
      </p:pic>
      <p:pic>
        <p:nvPicPr>
          <p:cNvPr id="149" name="Graphic 148">
            <a:extLst>
              <a:ext uri="{FF2B5EF4-FFF2-40B4-BE49-F238E27FC236}">
                <a16:creationId xmlns:a16="http://schemas.microsoft.com/office/drawing/2014/main" id="{2891A44F-AD1D-2CF8-44DB-DCA074996B40}"/>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3301103" y="2996892"/>
            <a:ext cx="571500" cy="571500"/>
          </a:xfrm>
          <a:prstGeom prst="rect">
            <a:avLst/>
          </a:prstGeom>
        </p:spPr>
      </p:pic>
      <p:pic>
        <p:nvPicPr>
          <p:cNvPr id="151" name="Graphic 150">
            <a:extLst>
              <a:ext uri="{FF2B5EF4-FFF2-40B4-BE49-F238E27FC236}">
                <a16:creationId xmlns:a16="http://schemas.microsoft.com/office/drawing/2014/main" id="{D9213952-5F2D-5676-BA57-C229793DC739}"/>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4137485" y="2991095"/>
            <a:ext cx="571500" cy="571500"/>
          </a:xfrm>
          <a:prstGeom prst="rect">
            <a:avLst/>
          </a:prstGeom>
        </p:spPr>
      </p:pic>
      <p:pic>
        <p:nvPicPr>
          <p:cNvPr id="153" name="Graphic 152">
            <a:extLst>
              <a:ext uri="{FF2B5EF4-FFF2-40B4-BE49-F238E27FC236}">
                <a16:creationId xmlns:a16="http://schemas.microsoft.com/office/drawing/2014/main" id="{08CAA175-A253-CEA4-A42C-4E58C446C120}"/>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4970717" y="2990399"/>
            <a:ext cx="571500" cy="571500"/>
          </a:xfrm>
          <a:prstGeom prst="rect">
            <a:avLst/>
          </a:prstGeom>
        </p:spPr>
      </p:pic>
      <p:pic>
        <p:nvPicPr>
          <p:cNvPr id="155" name="Graphic 154">
            <a:extLst>
              <a:ext uri="{FF2B5EF4-FFF2-40B4-BE49-F238E27FC236}">
                <a16:creationId xmlns:a16="http://schemas.microsoft.com/office/drawing/2014/main" id="{A157CF76-E0E8-E72C-BF48-5B58CE40F0D2}"/>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5810250" y="2981886"/>
            <a:ext cx="571500" cy="571500"/>
          </a:xfrm>
          <a:prstGeom prst="rect">
            <a:avLst/>
          </a:prstGeom>
        </p:spPr>
      </p:pic>
      <p:pic>
        <p:nvPicPr>
          <p:cNvPr id="157" name="Graphic 156">
            <a:extLst>
              <a:ext uri="{FF2B5EF4-FFF2-40B4-BE49-F238E27FC236}">
                <a16:creationId xmlns:a16="http://schemas.microsoft.com/office/drawing/2014/main" id="{6DEC3E31-8AFD-3B28-E7B8-CB2CCF7ADBC1}"/>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6639000" y="2970280"/>
            <a:ext cx="571500" cy="571500"/>
          </a:xfrm>
          <a:prstGeom prst="rect">
            <a:avLst/>
          </a:prstGeom>
        </p:spPr>
      </p:pic>
      <p:pic>
        <p:nvPicPr>
          <p:cNvPr id="159" name="Graphic 158">
            <a:extLst>
              <a:ext uri="{FF2B5EF4-FFF2-40B4-BE49-F238E27FC236}">
                <a16:creationId xmlns:a16="http://schemas.microsoft.com/office/drawing/2014/main" id="{AE236530-B16A-FF29-A57B-F6A9928A4E21}"/>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7476986" y="2981886"/>
            <a:ext cx="571500" cy="571500"/>
          </a:xfrm>
          <a:prstGeom prst="rect">
            <a:avLst/>
          </a:prstGeom>
        </p:spPr>
      </p:pic>
      <p:pic>
        <p:nvPicPr>
          <p:cNvPr id="161" name="Graphic 160">
            <a:extLst>
              <a:ext uri="{FF2B5EF4-FFF2-40B4-BE49-F238E27FC236}">
                <a16:creationId xmlns:a16="http://schemas.microsoft.com/office/drawing/2014/main" id="{499E526E-045C-70CB-C4D5-6503A17ED366}"/>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8305736" y="2987867"/>
            <a:ext cx="571500" cy="571500"/>
          </a:xfrm>
          <a:prstGeom prst="rect">
            <a:avLst/>
          </a:prstGeom>
        </p:spPr>
      </p:pic>
      <p:pic>
        <p:nvPicPr>
          <p:cNvPr id="163" name="Graphic 162">
            <a:extLst>
              <a:ext uri="{FF2B5EF4-FFF2-40B4-BE49-F238E27FC236}">
                <a16:creationId xmlns:a16="http://schemas.microsoft.com/office/drawing/2014/main" id="{FCC8F525-AA73-C15D-54F7-098D1B2FF852}"/>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9132060" y="2995517"/>
            <a:ext cx="571500" cy="571500"/>
          </a:xfrm>
          <a:prstGeom prst="rect">
            <a:avLst/>
          </a:prstGeom>
        </p:spPr>
      </p:pic>
      <p:pic>
        <p:nvPicPr>
          <p:cNvPr id="165" name="Graphic 164">
            <a:extLst>
              <a:ext uri="{FF2B5EF4-FFF2-40B4-BE49-F238E27FC236}">
                <a16:creationId xmlns:a16="http://schemas.microsoft.com/office/drawing/2014/main" id="{31FD6232-6DF1-7FD6-1691-417409FBC48C}"/>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9987704" y="2998745"/>
            <a:ext cx="571500" cy="571500"/>
          </a:xfrm>
          <a:prstGeom prst="rect">
            <a:avLst/>
          </a:prstGeom>
        </p:spPr>
      </p:pic>
      <p:pic>
        <p:nvPicPr>
          <p:cNvPr id="167" name="Graphic 166">
            <a:extLst>
              <a:ext uri="{FF2B5EF4-FFF2-40B4-BE49-F238E27FC236}">
                <a16:creationId xmlns:a16="http://schemas.microsoft.com/office/drawing/2014/main" id="{6FA10605-B607-B39F-1096-117339C424D6}"/>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808343" y="3780152"/>
            <a:ext cx="571500" cy="571500"/>
          </a:xfrm>
          <a:prstGeom prst="rect">
            <a:avLst/>
          </a:prstGeom>
        </p:spPr>
      </p:pic>
      <p:pic>
        <p:nvPicPr>
          <p:cNvPr id="169" name="Graphic 168">
            <a:extLst>
              <a:ext uri="{FF2B5EF4-FFF2-40B4-BE49-F238E27FC236}">
                <a16:creationId xmlns:a16="http://schemas.microsoft.com/office/drawing/2014/main" id="{A78224C3-BDDD-AF87-55BE-4168A3874760}"/>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1634928" y="3787616"/>
            <a:ext cx="571500" cy="571500"/>
          </a:xfrm>
          <a:prstGeom prst="rect">
            <a:avLst/>
          </a:prstGeom>
        </p:spPr>
      </p:pic>
      <p:pic>
        <p:nvPicPr>
          <p:cNvPr id="171" name="Graphic 170">
            <a:extLst>
              <a:ext uri="{FF2B5EF4-FFF2-40B4-BE49-F238E27FC236}">
                <a16:creationId xmlns:a16="http://schemas.microsoft.com/office/drawing/2014/main" id="{23A8596B-00D5-777F-B490-43868A912BC4}"/>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2458721" y="3771501"/>
            <a:ext cx="571500" cy="571500"/>
          </a:xfrm>
          <a:prstGeom prst="rect">
            <a:avLst/>
          </a:prstGeom>
        </p:spPr>
      </p:pic>
      <p:pic>
        <p:nvPicPr>
          <p:cNvPr id="173" name="Graphic 172">
            <a:extLst>
              <a:ext uri="{FF2B5EF4-FFF2-40B4-BE49-F238E27FC236}">
                <a16:creationId xmlns:a16="http://schemas.microsoft.com/office/drawing/2014/main" id="{B98F2E4E-3ED3-2796-973D-56AA338280B2}"/>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3303291" y="3790758"/>
            <a:ext cx="571500" cy="571500"/>
          </a:xfrm>
          <a:prstGeom prst="rect">
            <a:avLst/>
          </a:prstGeom>
        </p:spPr>
      </p:pic>
      <p:pic>
        <p:nvPicPr>
          <p:cNvPr id="175" name="Graphic 174">
            <a:extLst>
              <a:ext uri="{FF2B5EF4-FFF2-40B4-BE49-F238E27FC236}">
                <a16:creationId xmlns:a16="http://schemas.microsoft.com/office/drawing/2014/main" id="{3DD06ED2-3256-1427-CE26-D39613A30755}"/>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4138982" y="3791441"/>
            <a:ext cx="571500" cy="571500"/>
          </a:xfrm>
          <a:prstGeom prst="rect">
            <a:avLst/>
          </a:prstGeom>
        </p:spPr>
      </p:pic>
      <p:pic>
        <p:nvPicPr>
          <p:cNvPr id="177" name="Graphic 176">
            <a:extLst>
              <a:ext uri="{FF2B5EF4-FFF2-40B4-BE49-F238E27FC236}">
                <a16:creationId xmlns:a16="http://schemas.microsoft.com/office/drawing/2014/main" id="{0CB33507-1E09-C1EC-CEF6-D793AF7453C4}"/>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4973530" y="3787616"/>
            <a:ext cx="571500" cy="571500"/>
          </a:xfrm>
          <a:prstGeom prst="rect">
            <a:avLst/>
          </a:prstGeom>
        </p:spPr>
      </p:pic>
      <p:pic>
        <p:nvPicPr>
          <p:cNvPr id="179" name="Graphic 178">
            <a:extLst>
              <a:ext uri="{FF2B5EF4-FFF2-40B4-BE49-F238E27FC236}">
                <a16:creationId xmlns:a16="http://schemas.microsoft.com/office/drawing/2014/main" id="{393E3C6E-81F5-FBDB-B999-95ECC8E7F894}"/>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5801434" y="3777994"/>
            <a:ext cx="571500" cy="571500"/>
          </a:xfrm>
          <a:prstGeom prst="rect">
            <a:avLst/>
          </a:prstGeom>
        </p:spPr>
      </p:pic>
      <p:pic>
        <p:nvPicPr>
          <p:cNvPr id="181" name="Graphic 180">
            <a:extLst>
              <a:ext uri="{FF2B5EF4-FFF2-40B4-BE49-F238E27FC236}">
                <a16:creationId xmlns:a16="http://schemas.microsoft.com/office/drawing/2014/main" id="{40F98EB9-F400-428A-FF0D-C4B023528A13}"/>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6637810" y="3791441"/>
            <a:ext cx="571500" cy="571500"/>
          </a:xfrm>
          <a:prstGeom prst="rect">
            <a:avLst/>
          </a:prstGeom>
        </p:spPr>
      </p:pic>
      <p:pic>
        <p:nvPicPr>
          <p:cNvPr id="183" name="Graphic 182">
            <a:extLst>
              <a:ext uri="{FF2B5EF4-FFF2-40B4-BE49-F238E27FC236}">
                <a16:creationId xmlns:a16="http://schemas.microsoft.com/office/drawing/2014/main" id="{BB516151-4CDC-0AEC-9EF4-D01ACDF26C0C}"/>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7472031" y="3783791"/>
            <a:ext cx="571500" cy="571500"/>
          </a:xfrm>
          <a:prstGeom prst="rect">
            <a:avLst/>
          </a:prstGeom>
        </p:spPr>
      </p:pic>
      <p:pic>
        <p:nvPicPr>
          <p:cNvPr id="185" name="Graphic 184">
            <a:extLst>
              <a:ext uri="{FF2B5EF4-FFF2-40B4-BE49-F238E27FC236}">
                <a16:creationId xmlns:a16="http://schemas.microsoft.com/office/drawing/2014/main" id="{9686A538-45DE-37EE-EAA4-653FA0593F6C}"/>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8305472" y="3787616"/>
            <a:ext cx="571500" cy="571500"/>
          </a:xfrm>
          <a:prstGeom prst="rect">
            <a:avLst/>
          </a:prstGeom>
        </p:spPr>
      </p:pic>
      <p:pic>
        <p:nvPicPr>
          <p:cNvPr id="187" name="Graphic 186">
            <a:extLst>
              <a:ext uri="{FF2B5EF4-FFF2-40B4-BE49-F238E27FC236}">
                <a16:creationId xmlns:a16="http://schemas.microsoft.com/office/drawing/2014/main" id="{EA146E8B-CCB1-EDB5-9832-74D9F6AF60C4}"/>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9141693" y="3791441"/>
            <a:ext cx="571500" cy="571500"/>
          </a:xfrm>
          <a:prstGeom prst="rect">
            <a:avLst/>
          </a:prstGeom>
        </p:spPr>
      </p:pic>
      <p:pic>
        <p:nvPicPr>
          <p:cNvPr id="189" name="Graphic 188">
            <a:extLst>
              <a:ext uri="{FF2B5EF4-FFF2-40B4-BE49-F238E27FC236}">
                <a16:creationId xmlns:a16="http://schemas.microsoft.com/office/drawing/2014/main" id="{69734002-A250-73DC-5A39-8214067DA80E}"/>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9972736" y="3797238"/>
            <a:ext cx="571500" cy="571500"/>
          </a:xfrm>
          <a:prstGeom prst="rect">
            <a:avLst/>
          </a:prstGeom>
        </p:spPr>
      </p:pic>
      <p:pic>
        <p:nvPicPr>
          <p:cNvPr id="191" name="Graphic 190">
            <a:extLst>
              <a:ext uri="{FF2B5EF4-FFF2-40B4-BE49-F238E27FC236}">
                <a16:creationId xmlns:a16="http://schemas.microsoft.com/office/drawing/2014/main" id="{C9406E76-63EA-E75F-A516-37744DCA6071}"/>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10794163" y="3787681"/>
            <a:ext cx="571500" cy="571500"/>
          </a:xfrm>
          <a:prstGeom prst="rect">
            <a:avLst/>
          </a:prstGeom>
        </p:spPr>
      </p:pic>
      <p:pic>
        <p:nvPicPr>
          <p:cNvPr id="193" name="Graphic 192">
            <a:extLst>
              <a:ext uri="{FF2B5EF4-FFF2-40B4-BE49-F238E27FC236}">
                <a16:creationId xmlns:a16="http://schemas.microsoft.com/office/drawing/2014/main" id="{1CE6534E-79EA-A740-1DB6-47159F00AA95}"/>
              </a:ext>
            </a:extLst>
          </p:cNvPr>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820815" y="4611727"/>
            <a:ext cx="571500" cy="571500"/>
          </a:xfrm>
          <a:prstGeom prst="rect">
            <a:avLst/>
          </a:prstGeom>
        </p:spPr>
      </p:pic>
      <p:pic>
        <p:nvPicPr>
          <p:cNvPr id="195" name="Graphic 194">
            <a:extLst>
              <a:ext uri="{FF2B5EF4-FFF2-40B4-BE49-F238E27FC236}">
                <a16:creationId xmlns:a16="http://schemas.microsoft.com/office/drawing/2014/main" id="{DAC7584E-5507-5DCE-4B12-EEA6B1E45E86}"/>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1619586" y="4568718"/>
            <a:ext cx="571500" cy="571500"/>
          </a:xfrm>
          <a:prstGeom prst="rect">
            <a:avLst/>
          </a:prstGeom>
        </p:spPr>
      </p:pic>
      <p:pic>
        <p:nvPicPr>
          <p:cNvPr id="197" name="Graphic 196">
            <a:extLst>
              <a:ext uri="{FF2B5EF4-FFF2-40B4-BE49-F238E27FC236}">
                <a16:creationId xmlns:a16="http://schemas.microsoft.com/office/drawing/2014/main" id="{9C2D5019-4259-8CDF-CD31-74CE408A62AE}"/>
              </a:ext>
            </a:extLst>
          </p:cNvPr>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2445251" y="4578340"/>
            <a:ext cx="571500" cy="571500"/>
          </a:xfrm>
          <a:prstGeom prst="rect">
            <a:avLst/>
          </a:prstGeom>
        </p:spPr>
      </p:pic>
      <p:pic>
        <p:nvPicPr>
          <p:cNvPr id="199" name="Graphic 198">
            <a:extLst>
              <a:ext uri="{FF2B5EF4-FFF2-40B4-BE49-F238E27FC236}">
                <a16:creationId xmlns:a16="http://schemas.microsoft.com/office/drawing/2014/main" id="{7057A140-94B0-B1CF-E50B-66BF343F1FCF}"/>
              </a:ext>
            </a:extLst>
          </p:cNvPr>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3278246" y="4568718"/>
            <a:ext cx="571500" cy="571500"/>
          </a:xfrm>
          <a:prstGeom prst="rect">
            <a:avLst/>
          </a:prstGeom>
        </p:spPr>
      </p:pic>
      <p:pic>
        <p:nvPicPr>
          <p:cNvPr id="201" name="Graphic 200">
            <a:extLst>
              <a:ext uri="{FF2B5EF4-FFF2-40B4-BE49-F238E27FC236}">
                <a16:creationId xmlns:a16="http://schemas.microsoft.com/office/drawing/2014/main" id="{E656CB7E-FF1D-7DA2-BF4C-D2DA787A7741}"/>
              </a:ext>
            </a:extLst>
          </p:cNvPr>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4122286" y="4597584"/>
            <a:ext cx="571500" cy="571500"/>
          </a:xfrm>
          <a:prstGeom prst="rect">
            <a:avLst/>
          </a:prstGeom>
        </p:spPr>
      </p:pic>
      <p:pic>
        <p:nvPicPr>
          <p:cNvPr id="203" name="Graphic 202">
            <a:extLst>
              <a:ext uri="{FF2B5EF4-FFF2-40B4-BE49-F238E27FC236}">
                <a16:creationId xmlns:a16="http://schemas.microsoft.com/office/drawing/2014/main" id="{90B56E21-6324-A44D-D11B-7038A4EE56DA}"/>
              </a:ext>
            </a:extLst>
          </p:cNvPr>
          <p:cNvPicPr>
            <a:picLocks noChangeAspect="1"/>
          </p:cNvPicPr>
          <p:nvPr/>
        </p:nvPicPr>
        <p:blipFill>
          <a:blip r:embed="rId115">
            <a:extLst>
              <a:ext uri="{96DAC541-7B7A-43D3-8B79-37D633B846F1}">
                <asvg:svgBlip xmlns:asvg="http://schemas.microsoft.com/office/drawing/2016/SVG/main" r:embed="rId116"/>
              </a:ext>
            </a:extLst>
          </a:blip>
          <a:stretch>
            <a:fillRect/>
          </a:stretch>
        </p:blipFill>
        <p:spPr>
          <a:xfrm>
            <a:off x="4969682" y="4568718"/>
            <a:ext cx="571500" cy="571500"/>
          </a:xfrm>
          <a:prstGeom prst="rect">
            <a:avLst/>
          </a:prstGeom>
        </p:spPr>
      </p:pic>
      <p:pic>
        <p:nvPicPr>
          <p:cNvPr id="205" name="Graphic 204">
            <a:extLst>
              <a:ext uri="{FF2B5EF4-FFF2-40B4-BE49-F238E27FC236}">
                <a16:creationId xmlns:a16="http://schemas.microsoft.com/office/drawing/2014/main" id="{55E40255-F397-285F-49C5-5E1B3B6F99F6}"/>
              </a:ext>
            </a:extLst>
          </p:cNvPr>
          <p:cNvPicPr>
            <a:picLocks noChangeAspect="1"/>
          </p:cNvPicPr>
          <p:nvPr/>
        </p:nvPicPr>
        <p:blipFill>
          <a:blip r:embed="rId117">
            <a:extLst>
              <a:ext uri="{96DAC541-7B7A-43D3-8B79-37D633B846F1}">
                <asvg:svgBlip xmlns:asvg="http://schemas.microsoft.com/office/drawing/2016/SVG/main" r:embed="rId118"/>
              </a:ext>
            </a:extLst>
          </a:blip>
          <a:stretch>
            <a:fillRect/>
          </a:stretch>
        </p:blipFill>
        <p:spPr>
          <a:xfrm>
            <a:off x="5791382" y="4590064"/>
            <a:ext cx="571500" cy="571500"/>
          </a:xfrm>
          <a:prstGeom prst="rect">
            <a:avLst/>
          </a:prstGeom>
        </p:spPr>
      </p:pic>
      <p:pic>
        <p:nvPicPr>
          <p:cNvPr id="207" name="Graphic 206">
            <a:extLst>
              <a:ext uri="{FF2B5EF4-FFF2-40B4-BE49-F238E27FC236}">
                <a16:creationId xmlns:a16="http://schemas.microsoft.com/office/drawing/2014/main" id="{4A743C4E-9D50-D053-6E9D-5DB253ACC95E}"/>
              </a:ext>
            </a:extLst>
          </p:cNvPr>
          <p:cNvPicPr>
            <a:picLocks noChangeAspect="1"/>
          </p:cNvPicPr>
          <p:nvPr/>
        </p:nvPicPr>
        <p:blipFill>
          <a:blip r:embed="rId119">
            <a:extLst>
              <a:ext uri="{96DAC541-7B7A-43D3-8B79-37D633B846F1}">
                <asvg:svgBlip xmlns:asvg="http://schemas.microsoft.com/office/drawing/2016/SVG/main" r:embed="rId120"/>
              </a:ext>
            </a:extLst>
          </a:blip>
          <a:stretch>
            <a:fillRect/>
          </a:stretch>
        </p:blipFill>
        <p:spPr>
          <a:xfrm>
            <a:off x="6635915" y="4582859"/>
            <a:ext cx="571500" cy="571500"/>
          </a:xfrm>
          <a:prstGeom prst="rect">
            <a:avLst/>
          </a:prstGeom>
        </p:spPr>
      </p:pic>
      <p:pic>
        <p:nvPicPr>
          <p:cNvPr id="209" name="Graphic 208">
            <a:extLst>
              <a:ext uri="{FF2B5EF4-FFF2-40B4-BE49-F238E27FC236}">
                <a16:creationId xmlns:a16="http://schemas.microsoft.com/office/drawing/2014/main" id="{A787FAE3-F52B-7555-3857-A5E59259A7FB}"/>
              </a:ext>
            </a:extLst>
          </p:cNvPr>
          <p:cNvPicPr>
            <a:picLocks noChangeAspect="1"/>
          </p:cNvPicPr>
          <p:nvPr/>
        </p:nvPicPr>
        <p:blipFill>
          <a:blip r:embed="rId121">
            <a:extLst>
              <a:ext uri="{96DAC541-7B7A-43D3-8B79-37D633B846F1}">
                <asvg:svgBlip xmlns:asvg="http://schemas.microsoft.com/office/drawing/2016/SVG/main" r:embed="rId122"/>
              </a:ext>
            </a:extLst>
          </a:blip>
          <a:stretch>
            <a:fillRect/>
          </a:stretch>
        </p:blipFill>
        <p:spPr>
          <a:xfrm>
            <a:off x="7455188" y="4582165"/>
            <a:ext cx="571500" cy="571500"/>
          </a:xfrm>
          <a:prstGeom prst="rect">
            <a:avLst/>
          </a:prstGeom>
        </p:spPr>
      </p:pic>
      <p:pic>
        <p:nvPicPr>
          <p:cNvPr id="211" name="Graphic 210">
            <a:extLst>
              <a:ext uri="{FF2B5EF4-FFF2-40B4-BE49-F238E27FC236}">
                <a16:creationId xmlns:a16="http://schemas.microsoft.com/office/drawing/2014/main" id="{F194991F-A1AD-5A2C-82ED-BDE8859FD93D}"/>
              </a:ext>
            </a:extLst>
          </p:cNvPr>
          <p:cNvPicPr>
            <a:picLocks noChangeAspect="1"/>
          </p:cNvPicPr>
          <p:nvPr/>
        </p:nvPicPr>
        <p:blipFill>
          <a:blip r:embed="rId123">
            <a:extLst>
              <a:ext uri="{96DAC541-7B7A-43D3-8B79-37D633B846F1}">
                <asvg:svgBlip xmlns:asvg="http://schemas.microsoft.com/office/drawing/2016/SVG/main" r:embed="rId124"/>
              </a:ext>
            </a:extLst>
          </a:blip>
          <a:stretch>
            <a:fillRect/>
          </a:stretch>
        </p:blipFill>
        <p:spPr>
          <a:xfrm>
            <a:off x="8289204" y="4595612"/>
            <a:ext cx="571500" cy="571500"/>
          </a:xfrm>
          <a:prstGeom prst="rect">
            <a:avLst/>
          </a:prstGeom>
        </p:spPr>
      </p:pic>
      <p:pic>
        <p:nvPicPr>
          <p:cNvPr id="213" name="Graphic 212">
            <a:extLst>
              <a:ext uri="{FF2B5EF4-FFF2-40B4-BE49-F238E27FC236}">
                <a16:creationId xmlns:a16="http://schemas.microsoft.com/office/drawing/2014/main" id="{3EE6B0CA-F4D3-8F4C-ED46-609CA25CB9E8}"/>
              </a:ext>
            </a:extLst>
          </p:cNvPr>
          <p:cNvPicPr>
            <a:picLocks noChangeAspect="1"/>
          </p:cNvPicPr>
          <p:nvPr/>
        </p:nvPicPr>
        <p:blipFill>
          <a:blip r:embed="rId125">
            <a:extLst>
              <a:ext uri="{96DAC541-7B7A-43D3-8B79-37D633B846F1}">
                <asvg:svgBlip xmlns:asvg="http://schemas.microsoft.com/office/drawing/2016/SVG/main" r:embed="rId126"/>
              </a:ext>
            </a:extLst>
          </a:blip>
          <a:stretch>
            <a:fillRect/>
          </a:stretch>
        </p:blipFill>
        <p:spPr>
          <a:xfrm>
            <a:off x="9123177" y="4591787"/>
            <a:ext cx="571500" cy="571500"/>
          </a:xfrm>
          <a:prstGeom prst="rect">
            <a:avLst/>
          </a:prstGeom>
        </p:spPr>
      </p:pic>
      <p:pic>
        <p:nvPicPr>
          <p:cNvPr id="215" name="Graphic 214">
            <a:extLst>
              <a:ext uri="{FF2B5EF4-FFF2-40B4-BE49-F238E27FC236}">
                <a16:creationId xmlns:a16="http://schemas.microsoft.com/office/drawing/2014/main" id="{022CCF8C-222E-F4A7-CC3B-5FCDE69F708C}"/>
              </a:ext>
            </a:extLst>
          </p:cNvPr>
          <p:cNvPicPr>
            <a:picLocks noChangeAspect="1"/>
          </p:cNvPicPr>
          <p:nvPr/>
        </p:nvPicPr>
        <p:blipFill>
          <a:blip r:embed="rId127">
            <a:extLst>
              <a:ext uri="{96DAC541-7B7A-43D3-8B79-37D633B846F1}">
                <asvg:svgBlip xmlns:asvg="http://schemas.microsoft.com/office/drawing/2016/SVG/main" r:embed="rId128"/>
              </a:ext>
            </a:extLst>
          </a:blip>
          <a:stretch>
            <a:fillRect/>
          </a:stretch>
        </p:blipFill>
        <p:spPr>
          <a:xfrm>
            <a:off x="9970581" y="4597584"/>
            <a:ext cx="571500" cy="571500"/>
          </a:xfrm>
          <a:prstGeom prst="rect">
            <a:avLst/>
          </a:prstGeom>
        </p:spPr>
      </p:pic>
      <p:pic>
        <p:nvPicPr>
          <p:cNvPr id="217" name="Graphic 216">
            <a:extLst>
              <a:ext uri="{FF2B5EF4-FFF2-40B4-BE49-F238E27FC236}">
                <a16:creationId xmlns:a16="http://schemas.microsoft.com/office/drawing/2014/main" id="{4FC367E8-214F-BE6E-A4DA-745F6418E385}"/>
              </a:ext>
            </a:extLst>
          </p:cNvPr>
          <p:cNvPicPr>
            <a:picLocks noChangeAspect="1"/>
          </p:cNvPicPr>
          <p:nvPr/>
        </p:nvPicPr>
        <p:blipFill>
          <a:blip r:embed="rId129">
            <a:extLst>
              <a:ext uri="{96DAC541-7B7A-43D3-8B79-37D633B846F1}">
                <asvg:svgBlip xmlns:asvg="http://schemas.microsoft.com/office/drawing/2016/SVG/main" r:embed="rId130"/>
              </a:ext>
            </a:extLst>
          </a:blip>
          <a:stretch>
            <a:fillRect/>
          </a:stretch>
        </p:blipFill>
        <p:spPr>
          <a:xfrm>
            <a:off x="10805715" y="4582165"/>
            <a:ext cx="571500" cy="571500"/>
          </a:xfrm>
          <a:prstGeom prst="rect">
            <a:avLst/>
          </a:prstGeom>
        </p:spPr>
      </p:pic>
      <p:pic>
        <p:nvPicPr>
          <p:cNvPr id="219" name="Graphic 218">
            <a:extLst>
              <a:ext uri="{FF2B5EF4-FFF2-40B4-BE49-F238E27FC236}">
                <a16:creationId xmlns:a16="http://schemas.microsoft.com/office/drawing/2014/main" id="{D0770C85-9F12-D7AB-4FDA-D68815786633}"/>
              </a:ext>
            </a:extLst>
          </p:cNvPr>
          <p:cNvPicPr>
            <a:picLocks noChangeAspect="1"/>
          </p:cNvPicPr>
          <p:nvPr/>
        </p:nvPicPr>
        <p:blipFill>
          <a:blip r:embed="rId131">
            <a:extLst>
              <a:ext uri="{96DAC541-7B7A-43D3-8B79-37D633B846F1}">
                <asvg:svgBlip xmlns:asvg="http://schemas.microsoft.com/office/drawing/2016/SVG/main" r:embed="rId132"/>
              </a:ext>
            </a:extLst>
          </a:blip>
          <a:stretch>
            <a:fillRect/>
          </a:stretch>
        </p:blipFill>
        <p:spPr>
          <a:xfrm>
            <a:off x="787490" y="5378686"/>
            <a:ext cx="571500" cy="571500"/>
          </a:xfrm>
          <a:prstGeom prst="rect">
            <a:avLst/>
          </a:prstGeom>
        </p:spPr>
      </p:pic>
      <p:pic>
        <p:nvPicPr>
          <p:cNvPr id="223" name="Graphic 222">
            <a:extLst>
              <a:ext uri="{FF2B5EF4-FFF2-40B4-BE49-F238E27FC236}">
                <a16:creationId xmlns:a16="http://schemas.microsoft.com/office/drawing/2014/main" id="{5A10E6D9-9B4D-9653-E134-9905D54A4E20}"/>
              </a:ext>
            </a:extLst>
          </p:cNvPr>
          <p:cNvPicPr>
            <a:picLocks noChangeAspect="1"/>
          </p:cNvPicPr>
          <p:nvPr/>
        </p:nvPicPr>
        <p:blipFill>
          <a:blip r:embed="rId133">
            <a:extLst>
              <a:ext uri="{96DAC541-7B7A-43D3-8B79-37D633B846F1}">
                <asvg:svgBlip xmlns:asvg="http://schemas.microsoft.com/office/drawing/2016/SVG/main" r:embed="rId134"/>
              </a:ext>
            </a:extLst>
          </a:blip>
          <a:stretch>
            <a:fillRect/>
          </a:stretch>
        </p:blipFill>
        <p:spPr>
          <a:xfrm>
            <a:off x="1645178" y="5392133"/>
            <a:ext cx="571500" cy="571500"/>
          </a:xfrm>
          <a:prstGeom prst="rect">
            <a:avLst/>
          </a:prstGeom>
        </p:spPr>
      </p:pic>
      <p:pic>
        <p:nvPicPr>
          <p:cNvPr id="225" name="Graphic 224">
            <a:extLst>
              <a:ext uri="{FF2B5EF4-FFF2-40B4-BE49-F238E27FC236}">
                <a16:creationId xmlns:a16="http://schemas.microsoft.com/office/drawing/2014/main" id="{86B91E65-FB75-4999-F47D-28ECB54DB4DB}"/>
              </a:ext>
            </a:extLst>
          </p:cNvPr>
          <p:cNvPicPr>
            <a:picLocks noChangeAspect="1"/>
          </p:cNvPicPr>
          <p:nvPr/>
        </p:nvPicPr>
        <p:blipFill>
          <a:blip r:embed="rId135">
            <a:extLst>
              <a:ext uri="{96DAC541-7B7A-43D3-8B79-37D633B846F1}">
                <asvg:svgBlip xmlns:asvg="http://schemas.microsoft.com/office/drawing/2016/SVG/main" r:embed="rId136"/>
              </a:ext>
            </a:extLst>
          </a:blip>
          <a:stretch>
            <a:fillRect/>
          </a:stretch>
        </p:blipFill>
        <p:spPr>
          <a:xfrm>
            <a:off x="2457396" y="5386797"/>
            <a:ext cx="571500" cy="571500"/>
          </a:xfrm>
          <a:prstGeom prst="rect">
            <a:avLst/>
          </a:prstGeom>
        </p:spPr>
      </p:pic>
      <p:pic>
        <p:nvPicPr>
          <p:cNvPr id="227" name="Graphic 226">
            <a:extLst>
              <a:ext uri="{FF2B5EF4-FFF2-40B4-BE49-F238E27FC236}">
                <a16:creationId xmlns:a16="http://schemas.microsoft.com/office/drawing/2014/main" id="{CD18E614-D4B7-0CF7-6959-6BA8D0AD3842}"/>
              </a:ext>
            </a:extLst>
          </p:cNvPr>
          <p:cNvPicPr>
            <a:picLocks noChangeAspect="1"/>
          </p:cNvPicPr>
          <p:nvPr/>
        </p:nvPicPr>
        <p:blipFill>
          <a:blip r:embed="rId137">
            <a:extLst>
              <a:ext uri="{96DAC541-7B7A-43D3-8B79-37D633B846F1}">
                <asvg:svgBlip xmlns:asvg="http://schemas.microsoft.com/office/drawing/2016/SVG/main" r:embed="rId138"/>
              </a:ext>
            </a:extLst>
          </a:blip>
          <a:stretch>
            <a:fillRect/>
          </a:stretch>
        </p:blipFill>
        <p:spPr>
          <a:xfrm>
            <a:off x="3216499" y="5309718"/>
            <a:ext cx="748636" cy="748636"/>
          </a:xfrm>
          <a:prstGeom prst="rect">
            <a:avLst/>
          </a:prstGeom>
        </p:spPr>
      </p:pic>
      <p:pic>
        <p:nvPicPr>
          <p:cNvPr id="229" name="Graphic 228">
            <a:extLst>
              <a:ext uri="{FF2B5EF4-FFF2-40B4-BE49-F238E27FC236}">
                <a16:creationId xmlns:a16="http://schemas.microsoft.com/office/drawing/2014/main" id="{3DCFCA2A-BE46-6C57-667A-AF13E0DE4593}"/>
              </a:ext>
            </a:extLst>
          </p:cNvPr>
          <p:cNvPicPr>
            <a:picLocks noChangeAspect="1"/>
          </p:cNvPicPr>
          <p:nvPr/>
        </p:nvPicPr>
        <p:blipFill>
          <a:blip r:embed="rId139">
            <a:extLst>
              <a:ext uri="{96DAC541-7B7A-43D3-8B79-37D633B846F1}">
                <asvg:svgBlip xmlns:asvg="http://schemas.microsoft.com/office/drawing/2016/SVG/main" r:embed="rId140"/>
              </a:ext>
            </a:extLst>
          </a:blip>
          <a:stretch>
            <a:fillRect/>
          </a:stretch>
        </p:blipFill>
        <p:spPr>
          <a:xfrm>
            <a:off x="4087394" y="5350358"/>
            <a:ext cx="660068" cy="660068"/>
          </a:xfrm>
          <a:prstGeom prst="rect">
            <a:avLst/>
          </a:prstGeom>
        </p:spPr>
      </p:pic>
      <p:pic>
        <p:nvPicPr>
          <p:cNvPr id="231" name="Graphic 230">
            <a:extLst>
              <a:ext uri="{FF2B5EF4-FFF2-40B4-BE49-F238E27FC236}">
                <a16:creationId xmlns:a16="http://schemas.microsoft.com/office/drawing/2014/main" id="{99B2FE33-8160-38FB-1BBF-E34A70864805}"/>
              </a:ext>
            </a:extLst>
          </p:cNvPr>
          <p:cNvPicPr>
            <a:picLocks noChangeAspect="1"/>
          </p:cNvPicPr>
          <p:nvPr/>
        </p:nvPicPr>
        <p:blipFill>
          <a:blip r:embed="rId141">
            <a:extLst>
              <a:ext uri="{96DAC541-7B7A-43D3-8B79-37D633B846F1}">
                <asvg:svgBlip xmlns:asvg="http://schemas.microsoft.com/office/drawing/2016/SVG/main" r:embed="rId142"/>
              </a:ext>
            </a:extLst>
          </a:blip>
          <a:stretch>
            <a:fillRect/>
          </a:stretch>
        </p:blipFill>
        <p:spPr>
          <a:xfrm>
            <a:off x="4917358" y="5335815"/>
            <a:ext cx="665171" cy="665171"/>
          </a:xfrm>
          <a:prstGeom prst="rect">
            <a:avLst/>
          </a:prstGeom>
        </p:spPr>
      </p:pic>
      <p:pic>
        <p:nvPicPr>
          <p:cNvPr id="233" name="Graphic 232">
            <a:extLst>
              <a:ext uri="{FF2B5EF4-FFF2-40B4-BE49-F238E27FC236}">
                <a16:creationId xmlns:a16="http://schemas.microsoft.com/office/drawing/2014/main" id="{E62C5D6B-0DE3-EFF6-56FF-58AD67CADB52}"/>
              </a:ext>
            </a:extLst>
          </p:cNvPr>
          <p:cNvPicPr>
            <a:picLocks noChangeAspect="1"/>
          </p:cNvPicPr>
          <p:nvPr/>
        </p:nvPicPr>
        <p:blipFill>
          <a:blip r:embed="rId143">
            <a:extLst>
              <a:ext uri="{96DAC541-7B7A-43D3-8B79-37D633B846F1}">
                <asvg:svgBlip xmlns:asvg="http://schemas.microsoft.com/office/drawing/2016/SVG/main" r:embed="rId144"/>
              </a:ext>
            </a:extLst>
          </a:blip>
          <a:stretch>
            <a:fillRect/>
          </a:stretch>
        </p:blipFill>
        <p:spPr>
          <a:xfrm>
            <a:off x="5803527" y="5378686"/>
            <a:ext cx="571500" cy="571500"/>
          </a:xfrm>
          <a:prstGeom prst="rect">
            <a:avLst/>
          </a:prstGeom>
        </p:spPr>
      </p:pic>
      <p:pic>
        <p:nvPicPr>
          <p:cNvPr id="235" name="Graphic 234">
            <a:extLst>
              <a:ext uri="{FF2B5EF4-FFF2-40B4-BE49-F238E27FC236}">
                <a16:creationId xmlns:a16="http://schemas.microsoft.com/office/drawing/2014/main" id="{C9F520D6-DBCB-EF47-AA6F-77657D812863}"/>
              </a:ext>
            </a:extLst>
          </p:cNvPr>
          <p:cNvPicPr>
            <a:picLocks noChangeAspect="1"/>
          </p:cNvPicPr>
          <p:nvPr/>
        </p:nvPicPr>
        <p:blipFill>
          <a:blip r:embed="rId145">
            <a:extLst>
              <a:ext uri="{96DAC541-7B7A-43D3-8B79-37D633B846F1}">
                <asvg:svgBlip xmlns:asvg="http://schemas.microsoft.com/office/drawing/2016/SVG/main" r:embed="rId146"/>
              </a:ext>
            </a:extLst>
          </a:blip>
          <a:stretch>
            <a:fillRect/>
          </a:stretch>
        </p:blipFill>
        <p:spPr>
          <a:xfrm>
            <a:off x="6637704" y="5397930"/>
            <a:ext cx="571500" cy="571500"/>
          </a:xfrm>
          <a:prstGeom prst="rect">
            <a:avLst/>
          </a:prstGeom>
        </p:spPr>
      </p:pic>
      <p:pic>
        <p:nvPicPr>
          <p:cNvPr id="237" name="Graphic 236">
            <a:extLst>
              <a:ext uri="{FF2B5EF4-FFF2-40B4-BE49-F238E27FC236}">
                <a16:creationId xmlns:a16="http://schemas.microsoft.com/office/drawing/2014/main" id="{F9837D15-0561-BB09-FA5C-4A66936C4894}"/>
              </a:ext>
            </a:extLst>
          </p:cNvPr>
          <p:cNvPicPr>
            <a:picLocks noChangeAspect="1"/>
          </p:cNvPicPr>
          <p:nvPr/>
        </p:nvPicPr>
        <p:blipFill>
          <a:blip r:embed="rId147">
            <a:extLst>
              <a:ext uri="{96DAC541-7B7A-43D3-8B79-37D633B846F1}">
                <asvg:svgBlip xmlns:asvg="http://schemas.microsoft.com/office/drawing/2016/SVG/main" r:embed="rId148"/>
              </a:ext>
            </a:extLst>
          </a:blip>
          <a:stretch>
            <a:fillRect/>
          </a:stretch>
        </p:blipFill>
        <p:spPr>
          <a:xfrm>
            <a:off x="7489930" y="5387770"/>
            <a:ext cx="571500" cy="571500"/>
          </a:xfrm>
          <a:prstGeom prst="rect">
            <a:avLst/>
          </a:prstGeom>
        </p:spPr>
      </p:pic>
      <p:pic>
        <p:nvPicPr>
          <p:cNvPr id="239" name="Graphic 238">
            <a:extLst>
              <a:ext uri="{FF2B5EF4-FFF2-40B4-BE49-F238E27FC236}">
                <a16:creationId xmlns:a16="http://schemas.microsoft.com/office/drawing/2014/main" id="{033A76E5-66E2-F575-494C-32F3B2D53341}"/>
              </a:ext>
            </a:extLst>
          </p:cNvPr>
          <p:cNvPicPr>
            <a:picLocks noChangeAspect="1"/>
          </p:cNvPicPr>
          <p:nvPr/>
        </p:nvPicPr>
        <p:blipFill>
          <a:blip r:embed="rId149">
            <a:extLst>
              <a:ext uri="{96DAC541-7B7A-43D3-8B79-37D633B846F1}">
                <asvg:svgBlip xmlns:asvg="http://schemas.microsoft.com/office/drawing/2016/SVG/main" r:embed="rId150"/>
              </a:ext>
            </a:extLst>
          </a:blip>
          <a:stretch>
            <a:fillRect/>
          </a:stretch>
        </p:blipFill>
        <p:spPr>
          <a:xfrm>
            <a:off x="8324997" y="5378686"/>
            <a:ext cx="571500" cy="571500"/>
          </a:xfrm>
          <a:prstGeom prst="rect">
            <a:avLst/>
          </a:prstGeom>
        </p:spPr>
      </p:pic>
      <p:pic>
        <p:nvPicPr>
          <p:cNvPr id="241" name="Graphic 240">
            <a:extLst>
              <a:ext uri="{FF2B5EF4-FFF2-40B4-BE49-F238E27FC236}">
                <a16:creationId xmlns:a16="http://schemas.microsoft.com/office/drawing/2014/main" id="{49885F8E-BD5D-5070-2237-73C2B507501A}"/>
              </a:ext>
            </a:extLst>
          </p:cNvPr>
          <p:cNvPicPr>
            <a:picLocks noChangeAspect="1"/>
          </p:cNvPicPr>
          <p:nvPr/>
        </p:nvPicPr>
        <p:blipFill>
          <a:blip r:embed="rId151">
            <a:extLst>
              <a:ext uri="{96DAC541-7B7A-43D3-8B79-37D633B846F1}">
                <asvg:svgBlip xmlns:asvg="http://schemas.microsoft.com/office/drawing/2016/SVG/main" r:embed="rId152"/>
              </a:ext>
            </a:extLst>
          </a:blip>
          <a:stretch>
            <a:fillRect/>
          </a:stretch>
        </p:blipFill>
        <p:spPr>
          <a:xfrm>
            <a:off x="9147290" y="5378686"/>
            <a:ext cx="571500" cy="571500"/>
          </a:xfrm>
          <a:prstGeom prst="rect">
            <a:avLst/>
          </a:prstGeom>
        </p:spPr>
      </p:pic>
      <p:pic>
        <p:nvPicPr>
          <p:cNvPr id="243" name="Graphic 242">
            <a:extLst>
              <a:ext uri="{FF2B5EF4-FFF2-40B4-BE49-F238E27FC236}">
                <a16:creationId xmlns:a16="http://schemas.microsoft.com/office/drawing/2014/main" id="{2C64E677-7233-1695-54B6-49BA3C2379B1}"/>
              </a:ext>
            </a:extLst>
          </p:cNvPr>
          <p:cNvPicPr>
            <a:picLocks noChangeAspect="1"/>
          </p:cNvPicPr>
          <p:nvPr/>
        </p:nvPicPr>
        <p:blipFill>
          <a:blip r:embed="rId153">
            <a:extLst>
              <a:ext uri="{96DAC541-7B7A-43D3-8B79-37D633B846F1}">
                <asvg:svgBlip xmlns:asvg="http://schemas.microsoft.com/office/drawing/2016/SVG/main" r:embed="rId154"/>
              </a:ext>
            </a:extLst>
          </a:blip>
          <a:stretch>
            <a:fillRect/>
          </a:stretch>
        </p:blipFill>
        <p:spPr>
          <a:xfrm>
            <a:off x="9979493" y="5397930"/>
            <a:ext cx="571500" cy="571500"/>
          </a:xfrm>
          <a:prstGeom prst="rect">
            <a:avLst/>
          </a:prstGeom>
        </p:spPr>
      </p:pic>
      <p:pic>
        <p:nvPicPr>
          <p:cNvPr id="247" name="Graphic 246">
            <a:extLst>
              <a:ext uri="{FF2B5EF4-FFF2-40B4-BE49-F238E27FC236}">
                <a16:creationId xmlns:a16="http://schemas.microsoft.com/office/drawing/2014/main" id="{BF4DA8AF-DDF2-F3F9-C4BF-BCD9B48C1146}"/>
              </a:ext>
            </a:extLst>
          </p:cNvPr>
          <p:cNvPicPr>
            <a:picLocks noChangeAspect="1"/>
          </p:cNvPicPr>
          <p:nvPr/>
        </p:nvPicPr>
        <p:blipFill>
          <a:blip r:embed="rId155">
            <a:extLst>
              <a:ext uri="{96DAC541-7B7A-43D3-8B79-37D633B846F1}">
                <asvg:svgBlip xmlns:asvg="http://schemas.microsoft.com/office/drawing/2016/SVG/main" r:embed="rId156"/>
              </a:ext>
            </a:extLst>
          </a:blip>
          <a:stretch>
            <a:fillRect/>
          </a:stretch>
        </p:blipFill>
        <p:spPr>
          <a:xfrm>
            <a:off x="10810240" y="5388846"/>
            <a:ext cx="571500" cy="571500"/>
          </a:xfrm>
          <a:prstGeom prst="rect">
            <a:avLst/>
          </a:prstGeom>
        </p:spPr>
      </p:pic>
      <p:pic>
        <p:nvPicPr>
          <p:cNvPr id="249" name="Graphic 248">
            <a:extLst>
              <a:ext uri="{FF2B5EF4-FFF2-40B4-BE49-F238E27FC236}">
                <a16:creationId xmlns:a16="http://schemas.microsoft.com/office/drawing/2014/main" id="{32C49A48-9FC9-A4D7-86BC-86FE9177F819}"/>
              </a:ext>
            </a:extLst>
          </p:cNvPr>
          <p:cNvPicPr>
            <a:picLocks noChangeAspect="1"/>
          </p:cNvPicPr>
          <p:nvPr/>
        </p:nvPicPr>
        <p:blipFill>
          <a:blip r:embed="rId157">
            <a:extLst>
              <a:ext uri="{96DAC541-7B7A-43D3-8B79-37D633B846F1}">
                <asvg:svgBlip xmlns:asvg="http://schemas.microsoft.com/office/drawing/2016/SVG/main" r:embed="rId158"/>
              </a:ext>
            </a:extLst>
          </a:blip>
          <a:stretch>
            <a:fillRect/>
          </a:stretch>
        </p:blipFill>
        <p:spPr>
          <a:xfrm>
            <a:off x="10805738" y="2990399"/>
            <a:ext cx="571500" cy="571500"/>
          </a:xfrm>
          <a:prstGeom prst="rect">
            <a:avLst/>
          </a:prstGeom>
        </p:spPr>
      </p:pic>
    </p:spTree>
    <p:extLst>
      <p:ext uri="{BB962C8B-B14F-4D97-AF65-F5344CB8AC3E}">
        <p14:creationId xmlns:p14="http://schemas.microsoft.com/office/powerpoint/2010/main" val="2684536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99175-E22C-89B7-6FFA-06BD5271366C}"/>
              </a:ext>
            </a:extLst>
          </p:cNvPr>
          <p:cNvSpPr>
            <a:spLocks noGrp="1"/>
          </p:cNvSpPr>
          <p:nvPr>
            <p:ph type="ctrTitle"/>
          </p:nvPr>
        </p:nvSpPr>
        <p:spPr>
          <a:xfrm>
            <a:off x="1264611" y="1122363"/>
            <a:ext cx="9144000" cy="2387600"/>
          </a:xfrm>
        </p:spPr>
        <p:txBody>
          <a:bodyPr/>
          <a:lstStyle/>
          <a:p>
            <a:r>
              <a:rPr lang="en-US"/>
              <a:t>Questions &amp;</a:t>
            </a:r>
            <a:br>
              <a:rPr lang="en-US"/>
            </a:br>
            <a:r>
              <a:rPr lang="en-US"/>
              <a:t>Discussion</a:t>
            </a:r>
          </a:p>
        </p:txBody>
      </p:sp>
      <p:sp>
        <p:nvSpPr>
          <p:cNvPr id="5" name="Subtitle 4">
            <a:extLst>
              <a:ext uri="{FF2B5EF4-FFF2-40B4-BE49-F238E27FC236}">
                <a16:creationId xmlns:a16="http://schemas.microsoft.com/office/drawing/2014/main" id="{09621BB9-F6DB-5913-C843-EA5FF7AFEFA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1806035"/>
      </p:ext>
    </p:extLst>
  </p:cSld>
  <p:clrMapOvr>
    <a:masterClrMapping/>
  </p:clrMapOvr>
  <p:transition spd="slow">
    <p:push/>
  </p:transition>
</p:sld>
</file>

<file path=ppt/theme/theme1.xml><?xml version="1.0" encoding="utf-8"?>
<a:theme xmlns:a="http://schemas.openxmlformats.org/drawingml/2006/main" name="Office Theme">
  <a:themeElements>
    <a:clrScheme name="2024 CSI Brand Colors">
      <a:dk1>
        <a:srgbClr val="000000"/>
      </a:dk1>
      <a:lt1>
        <a:srgbClr val="FFFFFF"/>
      </a:lt1>
      <a:dk2>
        <a:srgbClr val="00274C"/>
      </a:dk2>
      <a:lt2>
        <a:srgbClr val="E7E6E6"/>
      </a:lt2>
      <a:accent1>
        <a:srgbClr val="F15D22"/>
      </a:accent1>
      <a:accent2>
        <a:srgbClr val="EB2A2E"/>
      </a:accent2>
      <a:accent3>
        <a:srgbClr val="F8971D"/>
      </a:accent3>
      <a:accent4>
        <a:srgbClr val="B12324"/>
      </a:accent4>
      <a:accent5>
        <a:srgbClr val="546DF7"/>
      </a:accent5>
      <a:accent6>
        <a:srgbClr val="5BCCFD"/>
      </a:accent6>
      <a:hlink>
        <a:srgbClr val="F15D22"/>
      </a:hlink>
      <a:folHlink>
        <a:srgbClr val="546DF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Type xmlns="8f19d6cc-6494-4616-8167-f1dfcac21974" xsi:nil="true"/>
    <Comments xmlns="8f19d6cc-6494-4616-8167-f1dfcac21974" xsi:nil="true"/>
    <Vertical xmlns="8f19d6cc-6494-4616-8167-f1dfcac21974" xsi:nil="true"/>
    <lcf76f155ced4ddcb4097134ff3c332f xmlns="8f19d6cc-6494-4616-8167-f1dfcac21974">
      <Terms xmlns="http://schemas.microsoft.com/office/infopath/2007/PartnerControls"/>
    </lcf76f155ced4ddcb4097134ff3c332f>
    <TaxCatchAll xmlns="d0cd46e7-77f4-422c-81f5-f6ec011b6e79" xsi:nil="true"/>
    <LOB xmlns="8f19d6cc-6494-4616-8167-f1dfcac21974">All</LOB>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45A32F96DB25E4AB76F4C8D3C46A65D" ma:contentTypeVersion="41" ma:contentTypeDescription="Create a new document." ma:contentTypeScope="" ma:versionID="d62dd5d70889e22cd72b93ed2de4c522">
  <xsd:schema xmlns:xsd="http://www.w3.org/2001/XMLSchema" xmlns:xs="http://www.w3.org/2001/XMLSchema" xmlns:p="http://schemas.microsoft.com/office/2006/metadata/properties" xmlns:ns2="8f19d6cc-6494-4616-8167-f1dfcac21974" xmlns:ns3="d0cd46e7-77f4-422c-81f5-f6ec011b6e79" xmlns:ns4="98180f0f-5ea0-4595-8a0b-06fcb685faaa" targetNamespace="http://schemas.microsoft.com/office/2006/metadata/properties" ma:root="true" ma:fieldsID="fc649ffeb0cbb6ece1b2940e5e25b875" ns2:_="" ns3:_="" ns4:_="">
    <xsd:import namespace="8f19d6cc-6494-4616-8167-f1dfcac21974"/>
    <xsd:import namespace="d0cd46e7-77f4-422c-81f5-f6ec011b6e79"/>
    <xsd:import namespace="98180f0f-5ea0-4595-8a0b-06fcb685faaa"/>
    <xsd:element name="properties">
      <xsd:complexType>
        <xsd:sequence>
          <xsd:element name="documentManagement">
            <xsd:complexType>
              <xsd:all>
                <xsd:element ref="ns2:LOB" minOccurs="0"/>
                <xsd:element ref="ns2:Comments" minOccurs="0"/>
                <xsd:element ref="ns2:DocumentType" minOccurs="0"/>
                <xsd:element ref="ns3:TaxCatchAll" minOccurs="0"/>
                <xsd:element ref="ns2:MediaServiceMetadata" minOccurs="0"/>
                <xsd:element ref="ns2:MediaServiceFastMetadata" minOccurs="0"/>
                <xsd:element ref="ns2:MediaServiceAutoKeyPoints" minOccurs="0"/>
                <xsd:element ref="ns2:MediaServiceKeyPoints" minOccurs="0"/>
                <xsd:element ref="ns4:SharedWithUsers" minOccurs="0"/>
                <xsd:element ref="ns4:SharedWithDetails" minOccurs="0"/>
                <xsd:element ref="ns2:MediaServiceObjectDetectorVersions" minOccurs="0"/>
                <xsd:element ref="ns2:Vertical"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9d6cc-6494-4616-8167-f1dfcac21974" elementFormDefault="qualified">
    <xsd:import namespace="http://schemas.microsoft.com/office/2006/documentManagement/types"/>
    <xsd:import namespace="http://schemas.microsoft.com/office/infopath/2007/PartnerControls"/>
    <xsd:element name="LOB" ma:index="4" nillable="true" ma:displayName="LOB" ma:default="All" ma:format="Dropdown" ma:internalName="LOB">
      <xsd:simpleType>
        <xsd:restriction base="dms:Text">
          <xsd:maxLength value="255"/>
        </xsd:restriction>
      </xsd:simpleType>
    </xsd:element>
    <xsd:element name="Comments" ma:index="5" nillable="true" ma:displayName="Comments" ma:description="Document Instructions" ma:internalName="Comments" ma:readOnly="false">
      <xsd:simpleType>
        <xsd:restriction base="dms:Text">
          <xsd:maxLength value="255"/>
        </xsd:restriction>
      </xsd:simpleType>
    </xsd:element>
    <xsd:element name="DocumentType" ma:index="6" nillable="true" ma:displayName="Document Type" ma:default="DOC" ma:format="Dropdown" ma:internalName="DocumentTyp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Vertical" ma:index="19" nillable="true" ma:displayName="Vertical" ma:format="Dropdown" ma:internalName="Vertical">
      <xsd:simpleType>
        <xsd:restriction base="dms:Text">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e5921550-0fd2-4fda-9ad2-3459d78c45ae"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cd46e7-77f4-422c-81f5-f6ec011b6e79" elementFormDefault="qualified">
    <xsd:import namespace="http://schemas.microsoft.com/office/2006/documentManagement/types"/>
    <xsd:import namespace="http://schemas.microsoft.com/office/infopath/2007/PartnerControls"/>
    <xsd:element name="TaxCatchAll" ma:index="7" nillable="true" ma:displayName="Taxonomy Catch All Column" ma:hidden="true" ma:list="{9dd67a5b-1470-4c7b-94c8-99dcc2d63287}" ma:internalName="TaxCatchAll" ma:showField="CatchAllData" ma:web="98180f0f-5ea0-4595-8a0b-06fcb685faa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8180f0f-5ea0-4595-8a0b-06fcb685faa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4D1754-E1EB-4F78-9D58-4711595F26EC}">
  <ds:schemaRefs>
    <ds:schemaRef ds:uri="http://schemas.microsoft.com/office/2006/documentManagement/types"/>
    <ds:schemaRef ds:uri="http://schemas.openxmlformats.org/package/2006/metadata/core-properties"/>
    <ds:schemaRef ds:uri="http://www.w3.org/XML/1998/namespace"/>
    <ds:schemaRef ds:uri="8f19d6cc-6494-4616-8167-f1dfcac21974"/>
    <ds:schemaRef ds:uri="98180f0f-5ea0-4595-8a0b-06fcb685faaa"/>
    <ds:schemaRef ds:uri="d0cd46e7-77f4-422c-81f5-f6ec011b6e79"/>
    <ds:schemaRef ds:uri="http://schemas.microsoft.com/office/2006/metadata/properties"/>
    <ds:schemaRef ds:uri="http://purl.org/dc/terms/"/>
    <ds:schemaRef ds:uri="http://schemas.microsoft.com/office/infopath/2007/PartnerControls"/>
    <ds:schemaRef ds:uri="http://purl.org/dc/dcmitype/"/>
    <ds:schemaRef ds:uri="http://purl.org/dc/elements/1.1/"/>
  </ds:schemaRefs>
</ds:datastoreItem>
</file>

<file path=customXml/itemProps2.xml><?xml version="1.0" encoding="utf-8"?>
<ds:datastoreItem xmlns:ds="http://schemas.openxmlformats.org/officeDocument/2006/customXml" ds:itemID="{244A8D52-CAC9-469F-B1B1-8A41D0305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9d6cc-6494-4616-8167-f1dfcac21974"/>
    <ds:schemaRef ds:uri="d0cd46e7-77f4-422c-81f5-f6ec011b6e79"/>
    <ds:schemaRef ds:uri="98180f0f-5ea0-4595-8a0b-06fcb685fa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C4685E-11DE-47BE-B63C-CA6899C547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TotalTime>
  <Words>446</Words>
  <Application>Microsoft Office PowerPoint</Application>
  <PresentationFormat>Widescreen</PresentationFormat>
  <Paragraphs>103</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Montserrat</vt:lpstr>
      <vt:lpstr>Montserrat ExtraBold</vt:lpstr>
      <vt:lpstr>Montserrat SemiBold</vt:lpstr>
      <vt:lpstr>Office Theme</vt:lpstr>
      <vt:lpstr>PowerPoint Presentation</vt:lpstr>
      <vt:lpstr>Presentation Summary</vt:lpstr>
      <vt:lpstr>Section Title Slide</vt:lpstr>
      <vt:lpstr>Using a Photo with Bulleted List</vt:lpstr>
      <vt:lpstr>Using Two Photos  with Bulleted List</vt:lpstr>
      <vt:lpstr>Using Three Photos with Bulleted Lists</vt:lpstr>
      <vt:lpstr>Color Bar Content</vt:lpstr>
      <vt:lpstr>Gray Blank Slide for Mixing It Up</vt:lpstr>
      <vt:lpstr>Slide for Stats</vt:lpstr>
      <vt:lpstr>Making a List With Icons</vt:lpstr>
      <vt:lpstr>PowerPoint Presentation</vt:lpstr>
      <vt:lpstr>Our Mission</vt:lpstr>
      <vt:lpstr>Our Values</vt:lpstr>
      <vt:lpstr>CSI: A National Player</vt:lpstr>
      <vt:lpstr>Additional Resources</vt:lpstr>
      <vt:lpstr>Additional Resources</vt:lpstr>
      <vt:lpstr>Additional Resources</vt:lpstr>
      <vt:lpstr>Questions &amp;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Gonzales</dc:creator>
  <cp:lastModifiedBy>James L. Gilmore</cp:lastModifiedBy>
  <cp:revision>3</cp:revision>
  <dcterms:created xsi:type="dcterms:W3CDTF">2023-10-06T12:54:44Z</dcterms:created>
  <dcterms:modified xsi:type="dcterms:W3CDTF">2026-03-01T23:43:37Z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3c83cb5f6d34af6b8b6ae552f76d692">
    <vt:lpwstr/>
  </property>
  <property fmtid="{D5CDD505-2E9C-101B-9397-08002B2CF9AE}" pid="3" name="MediaServiceImageTags">
    <vt:lpwstr/>
  </property>
  <property fmtid="{D5CDD505-2E9C-101B-9397-08002B2CF9AE}" pid="4" name="ContentTypeId">
    <vt:lpwstr>0x010100C45A32F96DB25E4AB76F4C8D3C46A65D</vt:lpwstr>
  </property>
  <property fmtid="{D5CDD505-2E9C-101B-9397-08002B2CF9AE}" pid="5" name="Tags">
    <vt:lpwstr/>
  </property>
</Properties>
</file>